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33"/>
  </p:notesMasterIdLst>
  <p:handoutMasterIdLst>
    <p:handoutMasterId r:id="rId34"/>
  </p:handoutMasterIdLst>
  <p:sldIdLst>
    <p:sldId id="314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309" r:id="rId12"/>
    <p:sldId id="289" r:id="rId13"/>
    <p:sldId id="290" r:id="rId14"/>
    <p:sldId id="291" r:id="rId15"/>
    <p:sldId id="293" r:id="rId16"/>
    <p:sldId id="271" r:id="rId17"/>
    <p:sldId id="294" r:id="rId18"/>
    <p:sldId id="295" r:id="rId19"/>
    <p:sldId id="296" r:id="rId20"/>
    <p:sldId id="297" r:id="rId21"/>
    <p:sldId id="298" r:id="rId22"/>
    <p:sldId id="299" r:id="rId23"/>
    <p:sldId id="292" r:id="rId24"/>
    <p:sldId id="301" r:id="rId25"/>
    <p:sldId id="302" r:id="rId26"/>
    <p:sldId id="303" r:id="rId27"/>
    <p:sldId id="305" r:id="rId28"/>
    <p:sldId id="304" r:id="rId29"/>
    <p:sldId id="306" r:id="rId30"/>
    <p:sldId id="272" r:id="rId31"/>
    <p:sldId id="308" r:id="rId32"/>
  </p:sldIdLst>
  <p:sldSz cx="12192000" cy="6858000"/>
  <p:notesSz cx="6858000" cy="9144000"/>
  <p:embeddedFontLst>
    <p:embeddedFont>
      <p:font typeface="나눔바른고딕" panose="020B0603020101020101" pitchFamily="50" charset="-127"/>
      <p:regular r:id="rId35"/>
      <p:bold r:id="rId36"/>
    </p:embeddedFont>
    <p:embeddedFont>
      <p:font typeface="Impact" panose="020B0806030902050204" pitchFamily="34" charset="0"/>
      <p:regular r:id="rId37"/>
    </p:embeddedFont>
    <p:embeddedFont>
      <p:font typeface="나눔스퀘어 Bold" panose="020B0600000101010101" pitchFamily="50" charset="-127"/>
      <p:bold r:id="rId38"/>
    </p:embeddedFont>
    <p:embeddedFont>
      <p:font typeface="스웨거 TTF" panose="020B0600000101010101" pitchFamily="50" charset="-127"/>
      <p:regular r:id="rId39"/>
    </p:embeddedFont>
    <p:embeddedFont>
      <p:font typeface="맑은 고딕" panose="020B0503020000020004" pitchFamily="50" charset="-127"/>
      <p:regular r:id="rId40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CF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4:26:28.39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17338 12887 19 0,'0'0'24'16,"0"0"-4"-16,0 0-10 15,0 0-8-15,0 0-2 0,0 0-27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5.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머신러닝의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이해 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Scikit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-Learn API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소개하고 사용법을 확인한다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회귀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분류와 같은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모델을 직접 생성해보고 절차를 살펴본다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16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데이터를 훈련용과 테스트용으로 나누는 목적과 방법을 이해한다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4" y="4339639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라이브러리</a:t>
            </a:r>
            <a:endParaRPr lang="ko-KR" altLang="en-US" dirty="0"/>
          </a:p>
        </p:txBody>
      </p:sp>
      <p:pic>
        <p:nvPicPr>
          <p:cNvPr id="7" name="Google Shape;6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24686" y="4616825"/>
            <a:ext cx="5845026" cy="15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1813675"/>
            <a:ext cx="1083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머신러닝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알고리즘을 구현한 오픈소스 라이브러리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가장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유명한 라이브러리 중 하나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일관되고 간결한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API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강점이며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문서화가 잘되어 있음</a:t>
            </a:r>
          </a:p>
          <a:p>
            <a:pPr marL="265113" indent="-250825">
              <a:lnSpc>
                <a:spcPct val="130000"/>
              </a:lnSpc>
              <a:spcAft>
                <a:spcPts val="1200"/>
              </a:spcAft>
              <a:buSzPct val="80000"/>
              <a:buBlip>
                <a:blip r:embed="rId3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알고리즘은 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파이썬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클래스로 구현되고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셋은 </a:t>
            </a:r>
            <a:r>
              <a:rPr lang="en-US" altLang="ko-KR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Numpy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Pandas </a:t>
            </a:r>
            <a:r>
              <a:rPr lang="en-US" altLang="ko-KR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SciPy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희소행렬을 사용할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108724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61A756B-0E00-489D-808E-F421EA8214E0}"/>
              </a:ext>
            </a:extLst>
          </p:cNvPr>
          <p:cNvSpPr txBox="1"/>
          <p:nvPr/>
        </p:nvSpPr>
        <p:spPr>
          <a:xfrm>
            <a:off x="1304297" y="2653302"/>
            <a:ext cx="1083979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(sample)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데이터셋이 설명하는 개별 객체를 나타냄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(feature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표본을 연속적인 </a:t>
            </a:r>
            <a:r>
              <a:rPr lang="ko-KR" altLang="en-US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수치값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부울값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이산값으로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표현하는 개별 관측치를 의미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행렬의 행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행의 개수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n_samples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(feature)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행렬의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열의 개수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n_features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관례적으로 특징행렬은 변수 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저장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n_samples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n_features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형태의 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 배열 구조를 사용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주로 </a:t>
            </a:r>
            <a:r>
              <a:rPr lang="en-US" altLang="ko-KR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Numpy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Pandas </a:t>
            </a:r>
            <a:r>
              <a:rPr lang="en-US" altLang="ko-KR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SciPy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희소행렬을 사용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C662B3EE-B88D-4548-BA26-7EAD03EB3E9A}"/>
              </a:ext>
            </a:extLst>
          </p:cNvPr>
          <p:cNvGrpSpPr/>
          <p:nvPr/>
        </p:nvGrpSpPr>
        <p:grpSpPr>
          <a:xfrm>
            <a:off x="4120395" y="1874858"/>
            <a:ext cx="3951209" cy="873444"/>
            <a:chOff x="6591542" y="2491579"/>
            <a:chExt cx="4311531" cy="106170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xmlns="" id="{53553AF3-D3F6-48AE-BE1E-27A36AAACACB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</p:grpSpPr>
          <p:sp>
            <p:nvSpPr>
              <p:cNvPr id="8" name="오른쪽 대괄호 8">
                <a:extLst>
                  <a:ext uri="{FF2B5EF4-FFF2-40B4-BE49-F238E27FC236}">
                    <a16:creationId xmlns:a16="http://schemas.microsoft.com/office/drawing/2014/main" xmlns="" id="{B5EC88CB-C3C6-4B80-8229-0D062B917CE9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" name="오른쪽 대괄호 8">
                <a:extLst>
                  <a:ext uri="{FF2B5EF4-FFF2-40B4-BE49-F238E27FC236}">
                    <a16:creationId xmlns:a16="http://schemas.microsoft.com/office/drawing/2014/main" xmlns="" id="{59022FD4-E5DB-47B1-AA2E-1F1B953BB8FF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55FFD393-6DFB-460E-B3AC-CFB9CBF9850E}"/>
                </a:ext>
              </a:extLst>
            </p:cNvPr>
            <p:cNvSpPr txBox="1"/>
            <p:nvPr/>
          </p:nvSpPr>
          <p:spPr>
            <a:xfrm>
              <a:off x="6591542" y="2543175"/>
              <a:ext cx="4311531" cy="1010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특징 행렬 </a:t>
              </a:r>
              <a:r>
                <a:rPr lang="en-US" altLang="ko-KR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(Feature Matrix)</a:t>
              </a:r>
            </a:p>
          </p:txBody>
        </p:sp>
      </p:grpSp>
      <p:sp>
        <p:nvSpPr>
          <p:cNvPr id="10" name="오른쪽 화살표 9"/>
          <p:cNvSpPr/>
          <p:nvPr/>
        </p:nvSpPr>
        <p:spPr>
          <a:xfrm>
            <a:off x="2217906" y="3554053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2650955" y="3989888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3089764" y="4411418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2636744" y="4820885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338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7DDF177-C7E4-48D3-97E4-C34E7DA64AFD}"/>
              </a:ext>
            </a:extLst>
          </p:cNvPr>
          <p:cNvSpPr txBox="1"/>
          <p:nvPr/>
        </p:nvSpPr>
        <p:spPr>
          <a:xfrm>
            <a:off x="3047274" y="2958007"/>
            <a:ext cx="712222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연속적인 </a:t>
            </a:r>
            <a:r>
              <a:rPr lang="ko-KR" altLang="en-US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수치값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클래스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레이블을 가짐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길이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n_samples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관례적으로 대상벡터는 변수 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저장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 배열 구조를 사용 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주로 </a:t>
            </a:r>
            <a:r>
              <a:rPr lang="en-US" altLang="ko-KR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Numpy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Pandas Series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행렬로부터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예측하고자 하는 값의 벡터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 변수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출력 변수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 변수</a:t>
            </a: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라고도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C662B3EE-B88D-4548-BA26-7EAD03EB3E9A}"/>
              </a:ext>
            </a:extLst>
          </p:cNvPr>
          <p:cNvGrpSpPr/>
          <p:nvPr/>
        </p:nvGrpSpPr>
        <p:grpSpPr>
          <a:xfrm>
            <a:off x="4120395" y="1874859"/>
            <a:ext cx="3951209" cy="513261"/>
            <a:chOff x="6591542" y="2491579"/>
            <a:chExt cx="4311531" cy="62388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xmlns="" id="{53553AF3-D3F6-48AE-BE1E-27A36AAACACB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</p:grpSpPr>
          <p:sp>
            <p:nvSpPr>
              <p:cNvPr id="8" name="오른쪽 대괄호 8">
                <a:extLst>
                  <a:ext uri="{FF2B5EF4-FFF2-40B4-BE49-F238E27FC236}">
                    <a16:creationId xmlns:a16="http://schemas.microsoft.com/office/drawing/2014/main" xmlns="" id="{B5EC88CB-C3C6-4B80-8229-0D062B917CE9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" name="오른쪽 대괄호 8">
                <a:extLst>
                  <a:ext uri="{FF2B5EF4-FFF2-40B4-BE49-F238E27FC236}">
                    <a16:creationId xmlns:a16="http://schemas.microsoft.com/office/drawing/2014/main" xmlns="" id="{59022FD4-E5DB-47B1-AA2E-1F1B953BB8FF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55FFD393-6DFB-460E-B3AC-CFB9CBF9850E}"/>
                </a:ext>
              </a:extLst>
            </p:cNvPr>
            <p:cNvSpPr txBox="1"/>
            <p:nvPr/>
          </p:nvSpPr>
          <p:spPr>
            <a:xfrm>
              <a:off x="6591542" y="2543174"/>
              <a:ext cx="4311531" cy="561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대상 벡터 </a:t>
              </a:r>
              <a:r>
                <a:rPr lang="en-US" altLang="ko-KR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(Target Vector)</a:t>
              </a:r>
            </a:p>
          </p:txBody>
        </p:sp>
      </p:grpSp>
      <p:sp>
        <p:nvSpPr>
          <p:cNvPr id="10" name="오른쪽 화살표 9"/>
          <p:cNvSpPr/>
          <p:nvPr/>
        </p:nvSpPr>
        <p:spPr>
          <a:xfrm>
            <a:off x="3931878" y="3435034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88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6CFA7F7D-3267-4DE0-B5E8-28D947CD5F48}"/>
              </a:ext>
            </a:extLst>
          </p:cNvPr>
          <p:cNvGrpSpPr/>
          <p:nvPr/>
        </p:nvGrpSpPr>
        <p:grpSpPr>
          <a:xfrm>
            <a:off x="3307922" y="2981324"/>
            <a:ext cx="4477233" cy="3631142"/>
            <a:chOff x="3742600" y="2673903"/>
            <a:chExt cx="3753350" cy="3044056"/>
          </a:xfrm>
        </p:grpSpPr>
        <p:graphicFrame>
          <p:nvGraphicFramePr>
            <p:cNvPr id="28" name="Google Shape;87;p18"/>
            <p:cNvGraphicFramePr/>
            <p:nvPr>
              <p:extLst>
                <p:ext uri="{D42A27DB-BD31-4B8C-83A1-F6EECF244321}">
                  <p14:modId xmlns:p14="http://schemas.microsoft.com/office/powerpoint/2010/main" val="23778091"/>
                </p:ext>
              </p:extLst>
            </p:nvPr>
          </p:nvGraphicFramePr>
          <p:xfrm>
            <a:off x="4127000" y="3035178"/>
            <a:ext cx="1283802" cy="2682781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3828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382850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382850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382850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2784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2784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2784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2784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  <a:tr h="2784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4"/>
                    </a:ext>
                  </a:extLst>
                </a:tr>
                <a:tr h="3058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5"/>
                    </a:ext>
                  </a:extLst>
                </a:tr>
                <a:tr h="2784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6"/>
                    </a:ext>
                  </a:extLst>
                </a:tr>
              </a:tbl>
            </a:graphicData>
          </a:graphic>
        </p:graphicFrame>
        <p:graphicFrame>
          <p:nvGraphicFramePr>
            <p:cNvPr id="29" name="Google Shape;88;p18"/>
            <p:cNvGraphicFramePr/>
            <p:nvPr>
              <p:extLst>
                <p:ext uri="{D42A27DB-BD31-4B8C-83A1-F6EECF244321}">
                  <p14:modId xmlns:p14="http://schemas.microsoft.com/office/powerpoint/2010/main" val="3773333972"/>
                </p:ext>
              </p:extLst>
            </p:nvPr>
          </p:nvGraphicFramePr>
          <p:xfrm>
            <a:off x="7175000" y="3035178"/>
            <a:ext cx="320950" cy="2682781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3828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</a:tblGrid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4"/>
                    </a:ext>
                  </a:extLst>
                </a:tr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5"/>
                    </a:ext>
                  </a:extLst>
                </a:tr>
                <a:tr h="2656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xmlns="" val="10006"/>
                    </a:ext>
                  </a:extLst>
                </a:tr>
              </a:tbl>
            </a:graphicData>
          </a:graphic>
        </p:graphicFrame>
        <p:sp>
          <p:nvSpPr>
            <p:cNvPr id="32" name="Google Shape;91;p18"/>
            <p:cNvSpPr txBox="1"/>
            <p:nvPr/>
          </p:nvSpPr>
          <p:spPr>
            <a:xfrm>
              <a:off x="4088075" y="2673903"/>
              <a:ext cx="12858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i="1" dirty="0"/>
                <a:t>n_features</a:t>
              </a:r>
              <a:endParaRPr i="1" dirty="0"/>
            </a:p>
          </p:txBody>
        </p:sp>
        <p:sp>
          <p:nvSpPr>
            <p:cNvPr id="33" name="Google Shape;92;p18"/>
            <p:cNvSpPr txBox="1"/>
            <p:nvPr/>
          </p:nvSpPr>
          <p:spPr>
            <a:xfrm rot="-5400000">
              <a:off x="3290650" y="3491928"/>
              <a:ext cx="12858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i="1"/>
                <a:t>n_samples</a:t>
              </a:r>
              <a:endParaRPr i="1"/>
            </a:p>
          </p:txBody>
        </p:sp>
        <p:sp>
          <p:nvSpPr>
            <p:cNvPr id="34" name="Google Shape;93;p18"/>
            <p:cNvSpPr txBox="1"/>
            <p:nvPr/>
          </p:nvSpPr>
          <p:spPr>
            <a:xfrm rot="-5400000">
              <a:off x="6338650" y="3491928"/>
              <a:ext cx="12858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i="1"/>
                <a:t>n_samples</a:t>
              </a:r>
              <a:endParaRPr i="1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C662B3EE-B88D-4548-BA26-7EAD03EB3E9A}"/>
              </a:ext>
            </a:extLst>
          </p:cNvPr>
          <p:cNvGrpSpPr/>
          <p:nvPr/>
        </p:nvGrpSpPr>
        <p:grpSpPr>
          <a:xfrm>
            <a:off x="2954393" y="1874858"/>
            <a:ext cx="6199546" cy="873446"/>
            <a:chOff x="6591541" y="2491578"/>
            <a:chExt cx="4311531" cy="106170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xmlns="" id="{53553AF3-D3F6-48AE-BE1E-27A36AAACACB}"/>
                </a:ext>
              </a:extLst>
            </p:cNvPr>
            <p:cNvGrpSpPr/>
            <p:nvPr/>
          </p:nvGrpSpPr>
          <p:grpSpPr>
            <a:xfrm>
              <a:off x="6673388" y="2491578"/>
              <a:ext cx="4147838" cy="623887"/>
              <a:chOff x="6673388" y="2491578"/>
              <a:chExt cx="4147838" cy="623887"/>
            </a:xfrm>
          </p:grpSpPr>
          <p:sp>
            <p:nvSpPr>
              <p:cNvPr id="15" name="오른쪽 대괄호 8">
                <a:extLst>
                  <a:ext uri="{FF2B5EF4-FFF2-40B4-BE49-F238E27FC236}">
                    <a16:creationId xmlns:a16="http://schemas.microsoft.com/office/drawing/2014/main" xmlns="" id="{B5EC88CB-C3C6-4B80-8229-0D062B917CE9}"/>
                  </a:ext>
                </a:extLst>
              </p:cNvPr>
              <p:cNvSpPr/>
              <p:nvPr/>
            </p:nvSpPr>
            <p:spPr>
              <a:xfrm rot="16200000">
                <a:off x="8591335" y="573631"/>
                <a:ext cx="311944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6" name="오른쪽 대괄호 8">
                <a:extLst>
                  <a:ext uri="{FF2B5EF4-FFF2-40B4-BE49-F238E27FC236}">
                    <a16:creationId xmlns:a16="http://schemas.microsoft.com/office/drawing/2014/main" xmlns="" id="{59022FD4-E5DB-47B1-AA2E-1F1B953BB8FF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55FFD393-6DFB-460E-B3AC-CFB9CBF9850E}"/>
                </a:ext>
              </a:extLst>
            </p:cNvPr>
            <p:cNvSpPr txBox="1"/>
            <p:nvPr/>
          </p:nvSpPr>
          <p:spPr>
            <a:xfrm>
              <a:off x="6591541" y="2543175"/>
              <a:ext cx="4311531" cy="1010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b="1" dirty="0" err="1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특징행렬과</a:t>
              </a:r>
              <a:r>
                <a:rPr lang="ko-KR" altLang="en-US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대상벡터의</a:t>
              </a:r>
              <a:r>
                <a:rPr lang="ko-KR" altLang="en-US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데이터 레이아웃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661874" y="2679375"/>
            <a:ext cx="1650085" cy="310204"/>
            <a:chOff x="885725" y="2686689"/>
            <a:chExt cx="2412864" cy="310204"/>
          </a:xfrm>
        </p:grpSpPr>
        <p:sp>
          <p:nvSpPr>
            <p:cNvPr id="17" name="사각형: 둥근 모서리 83">
              <a:extLst>
                <a:ext uri="{FF2B5EF4-FFF2-40B4-BE49-F238E27FC236}">
                  <a16:creationId xmlns:a16="http://schemas.microsoft.com/office/drawing/2014/main" xmlns="" id="{AFE69FAA-92C0-450D-B95D-5BEF66DFF7FD}"/>
                </a:ext>
              </a:extLst>
            </p:cNvPr>
            <p:cNvSpPr/>
            <p:nvPr/>
          </p:nvSpPr>
          <p:spPr>
            <a:xfrm>
              <a:off x="885725" y="2695783"/>
              <a:ext cx="2412864" cy="301110"/>
            </a:xfrm>
            <a:prstGeom prst="roundRect">
              <a:avLst>
                <a:gd name="adj" fmla="val 12484"/>
              </a:avLst>
            </a:prstGeom>
            <a:solidFill>
              <a:srgbClr val="5AA8CF">
                <a:alpha val="40000"/>
              </a:srgbClr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4589BAF-0777-4DDC-ADDA-AA1FFC13178A}"/>
                </a:ext>
              </a:extLst>
            </p:cNvPr>
            <p:cNvSpPr txBox="1"/>
            <p:nvPr/>
          </p:nvSpPr>
          <p:spPr>
            <a:xfrm>
              <a:off x="915724" y="2686689"/>
              <a:ext cx="2264327" cy="30816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indent="-180000" algn="ctr">
                <a:lnSpc>
                  <a:spcPct val="120000"/>
                </a:lnSpc>
                <a:buSzPct val="80000"/>
                <a:buBlip>
                  <a:blip r:embed="rId2"/>
                </a:buBlip>
              </a:pPr>
              <a:r>
                <a:rPr lang="ko-KR" altLang="en-US" sz="1200" b="1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특징행렬</a:t>
              </a:r>
              <a:r>
                <a:rPr lang="ko-KR" altLang="en-US" sz="1200" b="1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200" b="1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(X)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768687" y="2679375"/>
            <a:ext cx="1650085" cy="310204"/>
            <a:chOff x="885725" y="2686689"/>
            <a:chExt cx="2412864" cy="310204"/>
          </a:xfrm>
        </p:grpSpPr>
        <p:sp>
          <p:nvSpPr>
            <p:cNvPr id="21" name="사각형: 둥근 모서리 83">
              <a:extLst>
                <a:ext uri="{FF2B5EF4-FFF2-40B4-BE49-F238E27FC236}">
                  <a16:creationId xmlns:a16="http://schemas.microsoft.com/office/drawing/2014/main" xmlns="" id="{AFE69FAA-92C0-450D-B95D-5BEF66DFF7FD}"/>
                </a:ext>
              </a:extLst>
            </p:cNvPr>
            <p:cNvSpPr/>
            <p:nvPr/>
          </p:nvSpPr>
          <p:spPr>
            <a:xfrm>
              <a:off x="885725" y="2695783"/>
              <a:ext cx="2412864" cy="301110"/>
            </a:xfrm>
            <a:prstGeom prst="roundRect">
              <a:avLst>
                <a:gd name="adj" fmla="val 12484"/>
              </a:avLst>
            </a:prstGeom>
            <a:solidFill>
              <a:srgbClr val="5AA8CF">
                <a:alpha val="40000"/>
              </a:srgbClr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F4589BAF-0777-4DDC-ADDA-AA1FFC13178A}"/>
                </a:ext>
              </a:extLst>
            </p:cNvPr>
            <p:cNvSpPr txBox="1"/>
            <p:nvPr/>
          </p:nvSpPr>
          <p:spPr>
            <a:xfrm>
              <a:off x="915724" y="2686689"/>
              <a:ext cx="2264327" cy="30816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indent="-180000" algn="ctr">
                <a:lnSpc>
                  <a:spcPct val="120000"/>
                </a:lnSpc>
                <a:buSzPct val="80000"/>
                <a:buBlip>
                  <a:blip r:embed="rId2"/>
                </a:buBlip>
              </a:pPr>
              <a:r>
                <a:rPr lang="ko-KR" altLang="en-US" sz="1200" b="1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대상벡터</a:t>
              </a:r>
              <a:r>
                <a:rPr lang="ko-KR" altLang="en-US" sz="1200" b="1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200" b="1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(y)</a:t>
              </a:r>
            </a:p>
          </p:txBody>
        </p:sp>
      </p:grpSp>
      <p:sp>
        <p:nvSpPr>
          <p:cNvPr id="23" name="직사각형 22"/>
          <p:cNvSpPr/>
          <p:nvPr/>
        </p:nvSpPr>
        <p:spPr>
          <a:xfrm>
            <a:off x="5168675" y="3348377"/>
            <a:ext cx="240712" cy="33505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5646809" y="6298864"/>
            <a:ext cx="1564908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샘플의 길이가 동일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672195" y="3348377"/>
            <a:ext cx="240712" cy="33505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993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배열을 이용한 특징 행렬</a:t>
            </a:r>
            <a:r>
              <a:rPr lang="en-US" altLang="ko-KR" dirty="0"/>
              <a:t>(X), </a:t>
            </a:r>
            <a:r>
              <a:rPr lang="ko-KR" altLang="en-US" dirty="0"/>
              <a:t>대상 벡터</a:t>
            </a:r>
            <a:r>
              <a:rPr lang="en-US" altLang="ko-KR" dirty="0"/>
              <a:t>(y)</a:t>
            </a:r>
            <a:r>
              <a:rPr lang="ko-KR" altLang="en-US" dirty="0"/>
              <a:t>의 생성</a:t>
            </a:r>
          </a:p>
        </p:txBody>
      </p:sp>
      <p:pic>
        <p:nvPicPr>
          <p:cNvPr id="28" name="Google Shape;10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6643" y="2028516"/>
            <a:ext cx="9572622" cy="46109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6679318" y="2930210"/>
            <a:ext cx="1073204" cy="2164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Seed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 고정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79318" y="3318194"/>
            <a:ext cx="1073204" cy="2164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8934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" altLang="ko-KR" dirty="0"/>
              <a:t>Pandas DataFrame을 이용한 특징 행렬(X), 대상 벡터(y)의 생성</a:t>
            </a:r>
            <a:endParaRPr lang="ko-KR" altLang="en-US" dirty="0"/>
          </a:p>
        </p:txBody>
      </p:sp>
      <p:pic>
        <p:nvPicPr>
          <p:cNvPr id="29" name="Google Shape;10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1329" y="2019088"/>
            <a:ext cx="8629343" cy="4402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58750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pic>
        <p:nvPicPr>
          <p:cNvPr id="30" name="Google Shape;11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7686" y="2066722"/>
            <a:ext cx="8756629" cy="38020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2256184" y="2991679"/>
            <a:ext cx="5834268" cy="28771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6630783" y="6005829"/>
            <a:ext cx="2443642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Feature Matrix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Target Vector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나누는 작업 필요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090451" y="2991679"/>
            <a:ext cx="1103245" cy="28771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76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pic>
        <p:nvPicPr>
          <p:cNvPr id="59" name="Google Shape;1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3644" y="2172946"/>
            <a:ext cx="9464713" cy="31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7017246" y="2334220"/>
            <a:ext cx="2663467" cy="4465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“species”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열이 삭제된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데이터프레임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(Feature Matrix)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7245" y="4063629"/>
            <a:ext cx="3736893" cy="28290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“species”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열을 추출하여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 Series(Target Vector)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5866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1662545" y="1529835"/>
            <a:ext cx="8861367" cy="398717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smtClean="0"/>
              <a:t>Bunch </a:t>
            </a:r>
            <a:r>
              <a:rPr lang="ko-KR" altLang="en-US" dirty="0"/>
              <a:t>객체를 이용한 특징 행렬</a:t>
            </a:r>
            <a:r>
              <a:rPr lang="en-US" altLang="ko-KR" dirty="0"/>
              <a:t>(X), </a:t>
            </a:r>
            <a:r>
              <a:rPr lang="ko-KR" altLang="en-US" dirty="0"/>
              <a:t>대상 벡터</a:t>
            </a:r>
            <a:r>
              <a:rPr lang="en-US" altLang="ko-KR" dirty="0"/>
              <a:t>(y)</a:t>
            </a:r>
            <a:r>
              <a:rPr lang="ko-KR" altLang="en-US" dirty="0"/>
              <a:t>의 생성 </a:t>
            </a:r>
          </a:p>
          <a:p>
            <a:pPr lvl="0">
              <a:spcBef>
                <a:spcPts val="1600"/>
              </a:spcBef>
              <a:spcAft>
                <a:spcPts val="1600"/>
              </a:spcAft>
            </a:pPr>
            <a:endParaRPr lang="ko-KR" altLang="en-US" dirty="0"/>
          </a:p>
        </p:txBody>
      </p:sp>
      <p:pic>
        <p:nvPicPr>
          <p:cNvPr id="6" name="Google Shape;12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9328" y="2120119"/>
            <a:ext cx="9873344" cy="339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2266342" y="5439241"/>
            <a:ext cx="1291867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Feature Matrix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745964" y="5439241"/>
            <a:ext cx="1193784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 Vector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806290" y="5439241"/>
            <a:ext cx="1967727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Feature Matrix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열의 이름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8516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pic>
        <p:nvPicPr>
          <p:cNvPr id="4" name="Google Shape;1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16954" y="2104273"/>
            <a:ext cx="9158092" cy="21475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4949907" y="3322206"/>
            <a:ext cx="1967727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Feature Matrix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열의 이름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52493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pic>
        <p:nvPicPr>
          <p:cNvPr id="5" name="Google Shape;14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4442" y="2086502"/>
            <a:ext cx="8883116" cy="3649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0670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pic>
        <p:nvPicPr>
          <p:cNvPr id="4" name="Google Shape;14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5285" y="1916189"/>
            <a:ext cx="7621430" cy="4256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4113712" y="6172790"/>
            <a:ext cx="1670862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특징벡터 내 속성값들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2223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Scikit-Learn의 데이터 표현 방식</a:t>
            </a:r>
            <a:endParaRPr lang="ko-KR" altLang="en-US" dirty="0"/>
          </a:p>
        </p:txBody>
      </p:sp>
      <p:pic>
        <p:nvPicPr>
          <p:cNvPr id="5" name="Google Shape;15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86214" y="2068789"/>
            <a:ext cx="9419572" cy="11066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4542403" y="2320249"/>
            <a:ext cx="844605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특징행렬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42403" y="2679952"/>
            <a:ext cx="844605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타겟벡터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3013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Estimator API 기본 </a:t>
            </a:r>
            <a:r>
              <a:rPr lang="ko-KR" altLang="en-US" dirty="0"/>
              <a:t>활</a:t>
            </a:r>
            <a:r>
              <a:rPr lang="ko" altLang="ko-KR" dirty="0" smtClean="0"/>
              <a:t>용 </a:t>
            </a:r>
            <a:r>
              <a:rPr lang="ko" altLang="ko-KR" dirty="0"/>
              <a:t>절차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01307FF5-0864-4A68-841C-802278CDB4BD}"/>
              </a:ext>
            </a:extLst>
          </p:cNvPr>
          <p:cNvGrpSpPr/>
          <p:nvPr/>
        </p:nvGrpSpPr>
        <p:grpSpPr>
          <a:xfrm>
            <a:off x="2725193" y="1727350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37" name="오른쪽 대괄호 8">
              <a:extLst>
                <a:ext uri="{FF2B5EF4-FFF2-40B4-BE49-F238E27FC236}">
                  <a16:creationId xmlns:a16="http://schemas.microsoft.com/office/drawing/2014/main" xmlns="" id="{FC62C1AC-5070-4A10-9AC4-D1F8B3220826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8" name="오른쪽 대괄호 8">
              <a:extLst>
                <a:ext uri="{FF2B5EF4-FFF2-40B4-BE49-F238E27FC236}">
                  <a16:creationId xmlns:a16="http://schemas.microsoft.com/office/drawing/2014/main" xmlns="" id="{BCF6B54D-0B71-4857-A087-E82AC41895EA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F9F55345-E81E-4F92-AB76-8A1AD08CF828}"/>
              </a:ext>
            </a:extLst>
          </p:cNvPr>
          <p:cNvSpPr txBox="1"/>
          <p:nvPr/>
        </p:nvSpPr>
        <p:spPr>
          <a:xfrm>
            <a:off x="2718650" y="1771787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472C3A98-EEB0-4116-8019-5902D6F1980B}"/>
              </a:ext>
            </a:extLst>
          </p:cNvPr>
          <p:cNvGrpSpPr/>
          <p:nvPr/>
        </p:nvGrpSpPr>
        <p:grpSpPr>
          <a:xfrm>
            <a:off x="2736110" y="2345784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42" name="오른쪽 대괄호 8">
              <a:extLst>
                <a:ext uri="{FF2B5EF4-FFF2-40B4-BE49-F238E27FC236}">
                  <a16:creationId xmlns:a16="http://schemas.microsoft.com/office/drawing/2014/main" xmlns="" id="{791DD4ED-5D34-45D1-AA94-E6DD98F0A00A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43" name="오른쪽 대괄호 8">
              <a:extLst>
                <a:ext uri="{FF2B5EF4-FFF2-40B4-BE49-F238E27FC236}">
                  <a16:creationId xmlns:a16="http://schemas.microsoft.com/office/drawing/2014/main" xmlns="" id="{4D5B86FB-63C9-491A-8EB2-F4853CFFA55F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FE140F0-0A6C-4A36-B76A-7983327265FA}"/>
              </a:ext>
            </a:extLst>
          </p:cNvPr>
          <p:cNvSpPr txBox="1"/>
          <p:nvPr/>
        </p:nvSpPr>
        <p:spPr>
          <a:xfrm>
            <a:off x="2729567" y="2390221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879EED0D-338C-4CA8-BA7A-71ECBFE08586}"/>
              </a:ext>
            </a:extLst>
          </p:cNvPr>
          <p:cNvGrpSpPr/>
          <p:nvPr/>
        </p:nvGrpSpPr>
        <p:grpSpPr>
          <a:xfrm>
            <a:off x="2739824" y="2944057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47" name="오른쪽 대괄호 8">
              <a:extLst>
                <a:ext uri="{FF2B5EF4-FFF2-40B4-BE49-F238E27FC236}">
                  <a16:creationId xmlns:a16="http://schemas.microsoft.com/office/drawing/2014/main" xmlns="" id="{6E574948-7093-45C8-84B1-5E1925E6C941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48" name="오른쪽 대괄호 8">
              <a:extLst>
                <a:ext uri="{FF2B5EF4-FFF2-40B4-BE49-F238E27FC236}">
                  <a16:creationId xmlns:a16="http://schemas.microsoft.com/office/drawing/2014/main" xmlns="" id="{CFF4794C-168F-42CB-81AF-2361752A4259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99B0EF57-E68B-4E01-B215-53DCE072BD6E}"/>
              </a:ext>
            </a:extLst>
          </p:cNvPr>
          <p:cNvSpPr txBox="1"/>
          <p:nvPr/>
        </p:nvSpPr>
        <p:spPr>
          <a:xfrm>
            <a:off x="2733281" y="2988494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3B2F438C-CC73-4429-81BF-35F8C2A1A32D}"/>
              </a:ext>
            </a:extLst>
          </p:cNvPr>
          <p:cNvGrpSpPr/>
          <p:nvPr/>
        </p:nvGrpSpPr>
        <p:grpSpPr>
          <a:xfrm>
            <a:off x="2739382" y="3581280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52" name="오른쪽 대괄호 8">
              <a:extLst>
                <a:ext uri="{FF2B5EF4-FFF2-40B4-BE49-F238E27FC236}">
                  <a16:creationId xmlns:a16="http://schemas.microsoft.com/office/drawing/2014/main" xmlns="" id="{D13076E3-0763-4765-AEFE-CB500DF1C0D5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3" name="오른쪽 대괄호 8">
              <a:extLst>
                <a:ext uri="{FF2B5EF4-FFF2-40B4-BE49-F238E27FC236}">
                  <a16:creationId xmlns:a16="http://schemas.microsoft.com/office/drawing/2014/main" xmlns="" id="{09ECD664-6198-402F-B268-D6EBAE6056AE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8F1AF418-848B-4B81-A083-621B885187FD}"/>
              </a:ext>
            </a:extLst>
          </p:cNvPr>
          <p:cNvSpPr txBox="1"/>
          <p:nvPr/>
        </p:nvSpPr>
        <p:spPr>
          <a:xfrm>
            <a:off x="2732839" y="3625717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xmlns="" id="{6DE50AF2-B436-4405-B272-12EB923E837E}"/>
              </a:ext>
            </a:extLst>
          </p:cNvPr>
          <p:cNvGrpSpPr/>
          <p:nvPr/>
        </p:nvGrpSpPr>
        <p:grpSpPr>
          <a:xfrm>
            <a:off x="2737814" y="4252585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57" name="오른쪽 대괄호 8">
              <a:extLst>
                <a:ext uri="{FF2B5EF4-FFF2-40B4-BE49-F238E27FC236}">
                  <a16:creationId xmlns:a16="http://schemas.microsoft.com/office/drawing/2014/main" xmlns="" id="{86A3AC8C-E50B-4EC1-B123-F9B672085837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8" name="오른쪽 대괄호 8">
              <a:extLst>
                <a:ext uri="{FF2B5EF4-FFF2-40B4-BE49-F238E27FC236}">
                  <a16:creationId xmlns:a16="http://schemas.microsoft.com/office/drawing/2014/main" xmlns="" id="{B4B854C6-EA33-4FF6-8D10-8B28658940DD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C68FEE73-E4AA-4F6B-A15B-020FA274A123}"/>
              </a:ext>
            </a:extLst>
          </p:cNvPr>
          <p:cNvSpPr txBox="1"/>
          <p:nvPr/>
        </p:nvSpPr>
        <p:spPr>
          <a:xfrm>
            <a:off x="2731271" y="4297022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xmlns="" id="{B18B3DC6-64D8-484A-9333-F0C58640941D}"/>
              </a:ext>
            </a:extLst>
          </p:cNvPr>
          <p:cNvGrpSpPr/>
          <p:nvPr/>
        </p:nvGrpSpPr>
        <p:grpSpPr>
          <a:xfrm>
            <a:off x="2736112" y="4921871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62" name="오른쪽 대괄호 8">
              <a:extLst>
                <a:ext uri="{FF2B5EF4-FFF2-40B4-BE49-F238E27FC236}">
                  <a16:creationId xmlns:a16="http://schemas.microsoft.com/office/drawing/2014/main" xmlns="" id="{188B5C4B-D606-4A42-A388-FE90AC46CFB6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63" name="오른쪽 대괄호 8">
              <a:extLst>
                <a:ext uri="{FF2B5EF4-FFF2-40B4-BE49-F238E27FC236}">
                  <a16:creationId xmlns:a16="http://schemas.microsoft.com/office/drawing/2014/main" xmlns="" id="{65EDF07C-A254-4217-A359-97031675A954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030DCDD5-EC25-4A79-877C-C09725509CB5}"/>
              </a:ext>
            </a:extLst>
          </p:cNvPr>
          <p:cNvSpPr txBox="1"/>
          <p:nvPr/>
        </p:nvSpPr>
        <p:spPr>
          <a:xfrm>
            <a:off x="2729569" y="4968023"/>
            <a:ext cx="3792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xmlns="" id="{11804CC3-8EFB-4D56-AF55-E23E4B50FB02}"/>
              </a:ext>
            </a:extLst>
          </p:cNvPr>
          <p:cNvGrpSpPr/>
          <p:nvPr/>
        </p:nvGrpSpPr>
        <p:grpSpPr>
          <a:xfrm>
            <a:off x="2736112" y="5561111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72" name="오른쪽 대괄호 8">
              <a:extLst>
                <a:ext uri="{FF2B5EF4-FFF2-40B4-BE49-F238E27FC236}">
                  <a16:creationId xmlns:a16="http://schemas.microsoft.com/office/drawing/2014/main" xmlns="" id="{E2CFAB9C-7310-4F45-AA65-6DC56965A569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73" name="오른쪽 대괄호 8">
              <a:extLst>
                <a:ext uri="{FF2B5EF4-FFF2-40B4-BE49-F238E27FC236}">
                  <a16:creationId xmlns:a16="http://schemas.microsoft.com/office/drawing/2014/main" xmlns="" id="{E6C899EE-7D77-447E-93BC-65266DC48B61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B177EC67-8550-4AED-A8AC-75E3315646C4}"/>
              </a:ext>
            </a:extLst>
          </p:cNvPr>
          <p:cNvSpPr txBox="1"/>
          <p:nvPr/>
        </p:nvSpPr>
        <p:spPr>
          <a:xfrm>
            <a:off x="2729569" y="5605548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3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1783093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1829359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준비</a:t>
            </a:r>
          </a:p>
        </p:txBody>
      </p:sp>
      <p:sp>
        <p:nvSpPr>
          <p:cNvPr id="115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2395836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2442102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클래스 선택</a:t>
            </a:r>
          </a:p>
        </p:txBody>
      </p:sp>
      <p:sp>
        <p:nvSpPr>
          <p:cNvPr id="117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2989725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3035991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인스턴스 생성과 </a:t>
            </a:r>
            <a:r>
              <a:rPr lang="ko-KR" altLang="en-US" b="1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하이퍼파라미터</a:t>
            </a:r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</a:t>
            </a:r>
          </a:p>
        </p:txBody>
      </p:sp>
      <p:sp>
        <p:nvSpPr>
          <p:cNvPr id="119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3640174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3686440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 행렬과 대상 벡터 준비</a:t>
            </a:r>
          </a:p>
        </p:txBody>
      </p:sp>
      <p:sp>
        <p:nvSpPr>
          <p:cNvPr id="121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4290624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4336890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모델을 데이터에 적합</a:t>
            </a:r>
          </a:p>
        </p:txBody>
      </p:sp>
      <p:sp>
        <p:nvSpPr>
          <p:cNvPr id="123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4969354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5015620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데이터를 이용해 예측</a:t>
            </a:r>
          </a:p>
        </p:txBody>
      </p:sp>
      <p:sp>
        <p:nvSpPr>
          <p:cNvPr id="125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3253305" y="5619804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3436429" y="5666070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평가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잉크 2"/>
              <p14:cNvContentPartPr/>
              <p14:nvPr/>
            </p14:nvContentPartPr>
            <p14:xfrm>
              <a:off x="6241680" y="4639320"/>
              <a:ext cx="360" cy="360"/>
            </p14:xfrm>
          </p:contentPart>
        </mc:Choice>
        <mc:Fallback xmlns="">
          <p:pic>
            <p:nvPicPr>
              <p:cNvPr id="3" name="잉크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8080" y="4635720"/>
                <a:ext cx="7560" cy="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89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Estimator API 기본 활용 절차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B59CFD35-37E5-4CA3-9B67-9ECDB0FA60F9}"/>
              </a:ext>
            </a:extLst>
          </p:cNvPr>
          <p:cNvGrpSpPr/>
          <p:nvPr/>
        </p:nvGrpSpPr>
        <p:grpSpPr>
          <a:xfrm>
            <a:off x="1041862" y="2490039"/>
            <a:ext cx="10108276" cy="3084541"/>
            <a:chOff x="1877165" y="2837012"/>
            <a:chExt cx="8615187" cy="2628925"/>
          </a:xfrm>
        </p:grpSpPr>
        <p:pic>
          <p:nvPicPr>
            <p:cNvPr id="4" name="Google Shape;165;p29"/>
            <p:cNvPicPr preferRelativeResize="0"/>
            <p:nvPr/>
          </p:nvPicPr>
          <p:blipFill rotWithShape="1">
            <a:blip r:embed="rId2">
              <a:alphaModFix/>
            </a:blip>
            <a:srcRect r="41169"/>
            <a:stretch/>
          </p:blipFill>
          <p:spPr>
            <a:xfrm>
              <a:off x="1877165" y="2913225"/>
              <a:ext cx="4157875" cy="247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16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7527" y="2837012"/>
              <a:ext cx="3904825" cy="2628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01307FF5-0864-4A68-841C-802278CDB4BD}"/>
              </a:ext>
            </a:extLst>
          </p:cNvPr>
          <p:cNvGrpSpPr/>
          <p:nvPr/>
        </p:nvGrpSpPr>
        <p:grpSpPr>
          <a:xfrm>
            <a:off x="1141489" y="1846837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16" name="오른쪽 대괄호 8">
              <a:extLst>
                <a:ext uri="{FF2B5EF4-FFF2-40B4-BE49-F238E27FC236}">
                  <a16:creationId xmlns:a16="http://schemas.microsoft.com/office/drawing/2014/main" xmlns="" id="{FC62C1AC-5070-4A10-9AC4-D1F8B3220826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8" name="오른쪽 대괄호 8">
              <a:extLst>
                <a:ext uri="{FF2B5EF4-FFF2-40B4-BE49-F238E27FC236}">
                  <a16:creationId xmlns:a16="http://schemas.microsoft.com/office/drawing/2014/main" xmlns="" id="{BCF6B54D-0B71-4857-A087-E82AC41895EA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9F55345-E81E-4F92-AB76-8A1AD08CF828}"/>
              </a:ext>
            </a:extLst>
          </p:cNvPr>
          <p:cNvSpPr txBox="1"/>
          <p:nvPr/>
        </p:nvSpPr>
        <p:spPr>
          <a:xfrm>
            <a:off x="1134946" y="1891274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69601" y="1902580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52725" y="1948846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준비</a:t>
            </a:r>
          </a:p>
        </p:txBody>
      </p:sp>
    </p:spTree>
    <p:extLst>
      <p:ext uri="{BB962C8B-B14F-4D97-AF65-F5344CB8AC3E}">
        <p14:creationId xmlns:p14="http://schemas.microsoft.com/office/powerpoint/2010/main" val="1090281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Estimator API 기본 활용 절차</a:t>
            </a:r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C903340C-4D1F-4177-82CD-6F0791ECC480}"/>
              </a:ext>
            </a:extLst>
          </p:cNvPr>
          <p:cNvGrpSpPr/>
          <p:nvPr/>
        </p:nvGrpSpPr>
        <p:grpSpPr>
          <a:xfrm>
            <a:off x="999237" y="3221626"/>
            <a:ext cx="10193527" cy="2395362"/>
            <a:chOff x="1852782" y="3110088"/>
            <a:chExt cx="6991350" cy="1642887"/>
          </a:xfrm>
        </p:grpSpPr>
        <p:pic>
          <p:nvPicPr>
            <p:cNvPr id="6" name="Google Shape;17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52782" y="3110088"/>
              <a:ext cx="6991350" cy="790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7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52782" y="3990975"/>
              <a:ext cx="699135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472C3A98-EEB0-4116-8019-5902D6F1980B}"/>
              </a:ext>
            </a:extLst>
          </p:cNvPr>
          <p:cNvGrpSpPr/>
          <p:nvPr/>
        </p:nvGrpSpPr>
        <p:grpSpPr>
          <a:xfrm>
            <a:off x="1133668" y="1844675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28" name="오른쪽 대괄호 8">
              <a:extLst>
                <a:ext uri="{FF2B5EF4-FFF2-40B4-BE49-F238E27FC236}">
                  <a16:creationId xmlns:a16="http://schemas.microsoft.com/office/drawing/2014/main" xmlns="" id="{791DD4ED-5D34-45D1-AA94-E6DD98F0A00A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9" name="오른쪽 대괄호 8">
              <a:extLst>
                <a:ext uri="{FF2B5EF4-FFF2-40B4-BE49-F238E27FC236}">
                  <a16:creationId xmlns:a16="http://schemas.microsoft.com/office/drawing/2014/main" xmlns="" id="{4D5B86FB-63C9-491A-8EB2-F4853CFFA55F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FE140F0-0A6C-4A36-B76A-7983327265FA}"/>
              </a:ext>
            </a:extLst>
          </p:cNvPr>
          <p:cNvSpPr txBox="1"/>
          <p:nvPr/>
        </p:nvSpPr>
        <p:spPr>
          <a:xfrm>
            <a:off x="1127125" y="1889112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879EED0D-338C-4CA8-BA7A-71ECBFE08586}"/>
              </a:ext>
            </a:extLst>
          </p:cNvPr>
          <p:cNvGrpSpPr/>
          <p:nvPr/>
        </p:nvGrpSpPr>
        <p:grpSpPr>
          <a:xfrm>
            <a:off x="1137382" y="2442948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32" name="오른쪽 대괄호 8">
              <a:extLst>
                <a:ext uri="{FF2B5EF4-FFF2-40B4-BE49-F238E27FC236}">
                  <a16:creationId xmlns:a16="http://schemas.microsoft.com/office/drawing/2014/main" xmlns="" id="{6E574948-7093-45C8-84B1-5E1925E6C941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3" name="오른쪽 대괄호 8">
              <a:extLst>
                <a:ext uri="{FF2B5EF4-FFF2-40B4-BE49-F238E27FC236}">
                  <a16:creationId xmlns:a16="http://schemas.microsoft.com/office/drawing/2014/main" xmlns="" id="{CFF4794C-168F-42CB-81AF-2361752A4259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99B0EF57-E68B-4E01-B215-53DCE072BD6E}"/>
              </a:ext>
            </a:extLst>
          </p:cNvPr>
          <p:cNvSpPr txBox="1"/>
          <p:nvPr/>
        </p:nvSpPr>
        <p:spPr>
          <a:xfrm>
            <a:off x="1130839" y="2487385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50863" y="1894727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33987" y="1940993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클래스 선택</a:t>
            </a:r>
          </a:p>
        </p:txBody>
      </p:sp>
      <p:sp>
        <p:nvSpPr>
          <p:cNvPr id="37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50863" y="2488616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33987" y="2534882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인스턴스 생성과 </a:t>
            </a:r>
            <a:r>
              <a:rPr lang="ko-KR" altLang="en-US" b="1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하이퍼파라미터</a:t>
            </a:r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7962626" y="1894727"/>
            <a:ext cx="2622547" cy="1015663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입력데이터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(x),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출력데이터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(y)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 모두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수치 데이터이므로 그에 맞는 분석 모델을 선택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864087" y="3829292"/>
            <a:ext cx="2922104" cy="2720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선형회귀 객체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인스턴스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디폴트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864087" y="5521815"/>
            <a:ext cx="3727174" cy="50129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선형회귀 객체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인스턴스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</a:p>
          <a:p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fit_intercept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=True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라는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하이퍼파라미터를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제공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930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Estimator API 기본 활용 절차</a:t>
            </a:r>
            <a:endParaRPr lang="ko-KR" altLang="en-US" dirty="0"/>
          </a:p>
        </p:txBody>
      </p:sp>
      <p:pic>
        <p:nvPicPr>
          <p:cNvPr id="8" name="Google Shape;18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8128" y="2730479"/>
            <a:ext cx="9955743" cy="154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3B2F438C-CC73-4429-81BF-35F8C2A1A32D}"/>
              </a:ext>
            </a:extLst>
          </p:cNvPr>
          <p:cNvGrpSpPr/>
          <p:nvPr/>
        </p:nvGrpSpPr>
        <p:grpSpPr>
          <a:xfrm>
            <a:off x="1133668" y="1844675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16" name="오른쪽 대괄호 8">
              <a:extLst>
                <a:ext uri="{FF2B5EF4-FFF2-40B4-BE49-F238E27FC236}">
                  <a16:creationId xmlns:a16="http://schemas.microsoft.com/office/drawing/2014/main" xmlns="" id="{D13076E3-0763-4765-AEFE-CB500DF1C0D5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7" name="오른쪽 대괄호 8">
              <a:extLst>
                <a:ext uri="{FF2B5EF4-FFF2-40B4-BE49-F238E27FC236}">
                  <a16:creationId xmlns:a16="http://schemas.microsoft.com/office/drawing/2014/main" xmlns="" id="{09ECD664-6198-402F-B268-D6EBAE6056AE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F1AF418-848B-4B81-A083-621B885187FD}"/>
              </a:ext>
            </a:extLst>
          </p:cNvPr>
          <p:cNvSpPr txBox="1"/>
          <p:nvPr/>
        </p:nvSpPr>
        <p:spPr>
          <a:xfrm>
            <a:off x="1127125" y="1889112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47591" y="1903569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30715" y="1949835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 행렬과 대상 벡터 준비</a:t>
            </a:r>
          </a:p>
        </p:txBody>
      </p:sp>
    </p:spTree>
    <p:extLst>
      <p:ext uri="{BB962C8B-B14F-4D97-AF65-F5344CB8AC3E}">
        <p14:creationId xmlns:p14="http://schemas.microsoft.com/office/powerpoint/2010/main" val="322814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Estimator API 기본 활용 절차</a:t>
            </a:r>
            <a:endParaRPr lang="ko-KR" altLang="en-US" dirty="0"/>
          </a:p>
        </p:txBody>
      </p:sp>
      <p:pic>
        <p:nvPicPr>
          <p:cNvPr id="8" name="Google Shape;18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7124" y="2624954"/>
            <a:ext cx="10170305" cy="36155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6DE50AF2-B436-4405-B272-12EB923E837E}"/>
              </a:ext>
            </a:extLst>
          </p:cNvPr>
          <p:cNvGrpSpPr/>
          <p:nvPr/>
        </p:nvGrpSpPr>
        <p:grpSpPr>
          <a:xfrm>
            <a:off x="1133668" y="1844675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16" name="오른쪽 대괄호 8">
              <a:extLst>
                <a:ext uri="{FF2B5EF4-FFF2-40B4-BE49-F238E27FC236}">
                  <a16:creationId xmlns:a16="http://schemas.microsoft.com/office/drawing/2014/main" xmlns="" id="{86A3AC8C-E50B-4EC1-B123-F9B672085837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7" name="오른쪽 대괄호 8">
              <a:extLst>
                <a:ext uri="{FF2B5EF4-FFF2-40B4-BE49-F238E27FC236}">
                  <a16:creationId xmlns:a16="http://schemas.microsoft.com/office/drawing/2014/main" xmlns="" id="{B4B854C6-EA33-4FF6-8D10-8B28658940DD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68FEE73-E4AA-4F6B-A15B-020FA274A123}"/>
              </a:ext>
            </a:extLst>
          </p:cNvPr>
          <p:cNvSpPr txBox="1"/>
          <p:nvPr/>
        </p:nvSpPr>
        <p:spPr>
          <a:xfrm>
            <a:off x="1127125" y="1889112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49159" y="1882714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32283" y="1928980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모델을 데이터에 적합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348689" y="2801463"/>
            <a:ext cx="3210018" cy="32430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X, y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맞는 선형회귀 모델을 적합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 생성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348689" y="4043854"/>
            <a:ext cx="1177468" cy="32430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모델의 기울기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348689" y="5296185"/>
            <a:ext cx="1177468" cy="32430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모델의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 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절편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814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Scikit-Learn Estimator API 기본 활용 절차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DFC7A80F-7D62-4858-B9D6-90B37E0EA112}"/>
              </a:ext>
            </a:extLst>
          </p:cNvPr>
          <p:cNvGrpSpPr/>
          <p:nvPr/>
        </p:nvGrpSpPr>
        <p:grpSpPr>
          <a:xfrm>
            <a:off x="1127125" y="2532976"/>
            <a:ext cx="10015357" cy="3606878"/>
            <a:chOff x="1581193" y="2735649"/>
            <a:chExt cx="8939570" cy="3219450"/>
          </a:xfrm>
        </p:grpSpPr>
        <p:pic>
          <p:nvPicPr>
            <p:cNvPr id="8" name="Google Shape;195;p33"/>
            <p:cNvPicPr preferRelativeResize="0"/>
            <p:nvPr/>
          </p:nvPicPr>
          <p:blipFill rotWithShape="1">
            <a:blip r:embed="rId2">
              <a:alphaModFix/>
            </a:blip>
            <a:srcRect r="33651"/>
            <a:stretch/>
          </p:blipFill>
          <p:spPr>
            <a:xfrm>
              <a:off x="1581193" y="2735649"/>
              <a:ext cx="4701825" cy="321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19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74513" y="3309242"/>
              <a:ext cx="3846250" cy="2548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18B3DC6-64D8-484A-9333-F0C58640941D}"/>
              </a:ext>
            </a:extLst>
          </p:cNvPr>
          <p:cNvGrpSpPr/>
          <p:nvPr/>
        </p:nvGrpSpPr>
        <p:grpSpPr>
          <a:xfrm>
            <a:off x="1133668" y="1844675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20" name="오른쪽 대괄호 8">
              <a:extLst>
                <a:ext uri="{FF2B5EF4-FFF2-40B4-BE49-F238E27FC236}">
                  <a16:creationId xmlns:a16="http://schemas.microsoft.com/office/drawing/2014/main" xmlns="" id="{188B5C4B-D606-4A42-A388-FE90AC46CFB6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1" name="오른쪽 대괄호 8">
              <a:extLst>
                <a:ext uri="{FF2B5EF4-FFF2-40B4-BE49-F238E27FC236}">
                  <a16:creationId xmlns:a16="http://schemas.microsoft.com/office/drawing/2014/main" xmlns="" id="{65EDF07C-A254-4217-A359-97031675A954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030DCDD5-EC25-4A79-877C-C09725509CB5}"/>
              </a:ext>
            </a:extLst>
          </p:cNvPr>
          <p:cNvSpPr txBox="1"/>
          <p:nvPr/>
        </p:nvSpPr>
        <p:spPr>
          <a:xfrm>
            <a:off x="1127125" y="1890827"/>
            <a:ext cx="3792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50861" y="1892158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33985" y="1938424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데이터를 이용해 예측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477898" y="4174261"/>
            <a:ext cx="2032232" cy="4374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새로 입력된 </a:t>
            </a:r>
            <a:r>
              <a:rPr lang="en-US" altLang="ko-KR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X_new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모델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예측값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y_pred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생성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814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</p:spPr>
        <p:txBody>
          <a:bodyPr/>
          <a:lstStyle/>
          <a:p>
            <a:r>
              <a:rPr lang="ko" altLang="ko-KR" dirty="0"/>
              <a:t>Scikit-Learn Estimator API 기본 활용 절차</a:t>
            </a:r>
            <a:endParaRPr lang="ko-KR" altLang="en-US" dirty="0"/>
          </a:p>
        </p:txBody>
      </p:sp>
      <p:pic>
        <p:nvPicPr>
          <p:cNvPr id="6" name="Google Shape;203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847" y="2809288"/>
            <a:ext cx="9974307" cy="23099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11804CC3-8EFB-4D56-AF55-E23E4B50FB02}"/>
              </a:ext>
            </a:extLst>
          </p:cNvPr>
          <p:cNvGrpSpPr/>
          <p:nvPr/>
        </p:nvGrpSpPr>
        <p:grpSpPr>
          <a:xfrm>
            <a:off x="1133668" y="1844675"/>
            <a:ext cx="398284" cy="458867"/>
            <a:chOff x="6673389" y="2491579"/>
            <a:chExt cx="4147837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sp>
          <p:nvSpPr>
            <p:cNvPr id="17" name="오른쪽 대괄호 8">
              <a:extLst>
                <a:ext uri="{FF2B5EF4-FFF2-40B4-BE49-F238E27FC236}">
                  <a16:creationId xmlns:a16="http://schemas.microsoft.com/office/drawing/2014/main" xmlns="" id="{E2CFAB9C-7310-4F45-AA65-6DC56965A569}"/>
                </a:ext>
              </a:extLst>
            </p:cNvPr>
            <p:cNvSpPr/>
            <p:nvPr/>
          </p:nvSpPr>
          <p:spPr>
            <a:xfrm rot="16200000">
              <a:off x="8591336" y="573632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8" name="오른쪽 대괄호 8">
              <a:extLst>
                <a:ext uri="{FF2B5EF4-FFF2-40B4-BE49-F238E27FC236}">
                  <a16:creationId xmlns:a16="http://schemas.microsoft.com/office/drawing/2014/main" xmlns="" id="{E6C899EE-7D77-447E-93BC-65266DC48B61}"/>
                </a:ext>
              </a:extLst>
            </p:cNvPr>
            <p:cNvSpPr/>
            <p:nvPr/>
          </p:nvSpPr>
          <p:spPr>
            <a:xfrm rot="5400000" flipV="1">
              <a:off x="8591336" y="885575"/>
              <a:ext cx="311943" cy="4147837"/>
            </a:xfrm>
            <a:custGeom>
              <a:avLst/>
              <a:gdLst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295274 w 304799"/>
                <a:gd name="connsiteY2" fmla="*/ 4140198 h 4140201"/>
                <a:gd name="connsiteX3" fmla="*/ 0 w 304799"/>
                <a:gd name="connsiteY3" fmla="*/ 4140201 h 4140201"/>
                <a:gd name="connsiteX4" fmla="*/ 0 w 304799"/>
                <a:gd name="connsiteY4" fmla="*/ 0 h 4140201"/>
                <a:gd name="connsiteX0" fmla="*/ 0 w 304799"/>
                <a:gd name="connsiteY0" fmla="*/ 0 h 4140201"/>
                <a:gd name="connsiteX1" fmla="*/ 295274 w 304799"/>
                <a:gd name="connsiteY1" fmla="*/ 3 h 4140201"/>
                <a:gd name="connsiteX2" fmla="*/ 304799 w 304799"/>
                <a:gd name="connsiteY2" fmla="*/ 3173 h 4140201"/>
                <a:gd name="connsiteX3" fmla="*/ 295274 w 304799"/>
                <a:gd name="connsiteY3" fmla="*/ 4140198 h 4140201"/>
                <a:gd name="connsiteX4" fmla="*/ 0 w 304799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295274"/>
                <a:gd name="connsiteY0" fmla="*/ 0 h 4140201"/>
                <a:gd name="connsiteX1" fmla="*/ 295274 w 295274"/>
                <a:gd name="connsiteY1" fmla="*/ 3 h 4140201"/>
                <a:gd name="connsiteX2" fmla="*/ 295274 w 295274"/>
                <a:gd name="connsiteY2" fmla="*/ 4140198 h 4140201"/>
                <a:gd name="connsiteX3" fmla="*/ 0 w 295274"/>
                <a:gd name="connsiteY3" fmla="*/ 4140201 h 4140201"/>
                <a:gd name="connsiteX4" fmla="*/ 0 w 295274"/>
                <a:gd name="connsiteY4" fmla="*/ 0 h 4140201"/>
                <a:gd name="connsiteX0" fmla="*/ 0 w 295274"/>
                <a:gd name="connsiteY0" fmla="*/ 0 h 4140201"/>
                <a:gd name="connsiteX1" fmla="*/ 225424 w 295274"/>
                <a:gd name="connsiteY1" fmla="*/ 25406 h 4140201"/>
                <a:gd name="connsiteX2" fmla="*/ 282574 w 295274"/>
                <a:gd name="connsiteY2" fmla="*/ 165098 h 4140201"/>
                <a:gd name="connsiteX3" fmla="*/ 295274 w 295274"/>
                <a:gd name="connsiteY3" fmla="*/ 4140198 h 4140201"/>
                <a:gd name="connsiteX4" fmla="*/ 0 w 295274"/>
                <a:gd name="connsiteY4" fmla="*/ 4140201 h 4140201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25424 w 302393"/>
                <a:gd name="connsiteY1" fmla="*/ 25406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3169 h 4143370"/>
                <a:gd name="connsiteX1" fmla="*/ 295274 w 302393"/>
                <a:gd name="connsiteY1" fmla="*/ 3172 h 4143370"/>
                <a:gd name="connsiteX2" fmla="*/ 295274 w 302393"/>
                <a:gd name="connsiteY2" fmla="*/ 4143367 h 4143370"/>
                <a:gd name="connsiteX3" fmla="*/ 0 w 302393"/>
                <a:gd name="connsiteY3" fmla="*/ 4143370 h 4143370"/>
                <a:gd name="connsiteX4" fmla="*/ 0 w 302393"/>
                <a:gd name="connsiteY4" fmla="*/ 3169 h 4143370"/>
                <a:gd name="connsiteX0" fmla="*/ 0 w 302393"/>
                <a:gd name="connsiteY0" fmla="*/ 3169 h 4143370"/>
                <a:gd name="connsiteX1" fmla="*/ 212724 w 302393"/>
                <a:gd name="connsiteY1" fmla="*/ 0 h 4143370"/>
                <a:gd name="connsiteX2" fmla="*/ 301624 w 302393"/>
                <a:gd name="connsiteY2" fmla="*/ 117470 h 4143370"/>
                <a:gd name="connsiteX3" fmla="*/ 295274 w 302393"/>
                <a:gd name="connsiteY3" fmla="*/ 4143367 h 4143370"/>
                <a:gd name="connsiteX4" fmla="*/ 0 w 302393"/>
                <a:gd name="connsiteY4" fmla="*/ 4143370 h 4143370"/>
                <a:gd name="connsiteX0" fmla="*/ 0 w 302393"/>
                <a:gd name="connsiteY0" fmla="*/ 0 h 4140201"/>
                <a:gd name="connsiteX1" fmla="*/ 295274 w 302393"/>
                <a:gd name="connsiteY1" fmla="*/ 3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0 h 4140201"/>
                <a:gd name="connsiteX1" fmla="*/ 250824 w 302393"/>
                <a:gd name="connsiteY1" fmla="*/ 53978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33374"/>
                <a:gd name="connsiteY0" fmla="*/ 28572 h 4168773"/>
                <a:gd name="connsiteX1" fmla="*/ 333374 w 333374"/>
                <a:gd name="connsiteY1" fmla="*/ 0 h 4168773"/>
                <a:gd name="connsiteX2" fmla="*/ 295274 w 333374"/>
                <a:gd name="connsiteY2" fmla="*/ 4168770 h 4168773"/>
                <a:gd name="connsiteX3" fmla="*/ 0 w 333374"/>
                <a:gd name="connsiteY3" fmla="*/ 4168773 h 4168773"/>
                <a:gd name="connsiteX4" fmla="*/ 0 w 333374"/>
                <a:gd name="connsiteY4" fmla="*/ 28572 h 4168773"/>
                <a:gd name="connsiteX0" fmla="*/ 0 w 333374"/>
                <a:gd name="connsiteY0" fmla="*/ 28572 h 4168773"/>
                <a:gd name="connsiteX1" fmla="*/ 203199 w 333374"/>
                <a:gd name="connsiteY1" fmla="*/ 31756 h 4168773"/>
                <a:gd name="connsiteX2" fmla="*/ 301624 w 333374"/>
                <a:gd name="connsiteY2" fmla="*/ 142873 h 4168773"/>
                <a:gd name="connsiteX3" fmla="*/ 295274 w 333374"/>
                <a:gd name="connsiteY3" fmla="*/ 4168770 h 4168773"/>
                <a:gd name="connsiteX4" fmla="*/ 0 w 333374"/>
                <a:gd name="connsiteY4" fmla="*/ 4168773 h 4168773"/>
                <a:gd name="connsiteX0" fmla="*/ 0 w 302393"/>
                <a:gd name="connsiteY0" fmla="*/ 0 h 4140201"/>
                <a:gd name="connsiteX1" fmla="*/ 266699 w 302393"/>
                <a:gd name="connsiteY1" fmla="*/ 34931 h 4140201"/>
                <a:gd name="connsiteX2" fmla="*/ 295274 w 302393"/>
                <a:gd name="connsiteY2" fmla="*/ 4140198 h 4140201"/>
                <a:gd name="connsiteX3" fmla="*/ 0 w 302393"/>
                <a:gd name="connsiteY3" fmla="*/ 4140201 h 4140201"/>
                <a:gd name="connsiteX4" fmla="*/ 0 w 302393"/>
                <a:gd name="connsiteY4" fmla="*/ 0 h 4140201"/>
                <a:gd name="connsiteX0" fmla="*/ 0 w 302393"/>
                <a:gd name="connsiteY0" fmla="*/ 0 h 4140201"/>
                <a:gd name="connsiteX1" fmla="*/ 203199 w 302393"/>
                <a:gd name="connsiteY1" fmla="*/ 3184 h 4140201"/>
                <a:gd name="connsiteX2" fmla="*/ 301624 w 302393"/>
                <a:gd name="connsiteY2" fmla="*/ 114301 h 4140201"/>
                <a:gd name="connsiteX3" fmla="*/ 295274 w 302393"/>
                <a:gd name="connsiteY3" fmla="*/ 4140198 h 4140201"/>
                <a:gd name="connsiteX4" fmla="*/ 0 w 302393"/>
                <a:gd name="connsiteY4" fmla="*/ 4140201 h 4140201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3 h 4145624"/>
                <a:gd name="connsiteX1" fmla="*/ 266699 w 302393"/>
                <a:gd name="connsiteY1" fmla="*/ 40354 h 4145624"/>
                <a:gd name="connsiteX2" fmla="*/ 295274 w 302393"/>
                <a:gd name="connsiteY2" fmla="*/ 4145621 h 4145624"/>
                <a:gd name="connsiteX3" fmla="*/ 0 w 302393"/>
                <a:gd name="connsiteY3" fmla="*/ 4145624 h 4145624"/>
                <a:gd name="connsiteX4" fmla="*/ 0 w 302393"/>
                <a:gd name="connsiteY4" fmla="*/ 5423 h 4145624"/>
                <a:gd name="connsiteX0" fmla="*/ 0 w 302393"/>
                <a:gd name="connsiteY0" fmla="*/ 5423 h 4145624"/>
                <a:gd name="connsiteX1" fmla="*/ 203199 w 302393"/>
                <a:gd name="connsiteY1" fmla="*/ 8607 h 4145624"/>
                <a:gd name="connsiteX2" fmla="*/ 301624 w 302393"/>
                <a:gd name="connsiteY2" fmla="*/ 119724 h 4145624"/>
                <a:gd name="connsiteX3" fmla="*/ 295274 w 302393"/>
                <a:gd name="connsiteY3" fmla="*/ 4145621 h 4145624"/>
                <a:gd name="connsiteX4" fmla="*/ 0 w 302393"/>
                <a:gd name="connsiteY4" fmla="*/ 4145624 h 4145624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5422 h 4145623"/>
                <a:gd name="connsiteX1" fmla="*/ 278605 w 302393"/>
                <a:gd name="connsiteY1" fmla="*/ 40356 h 4145623"/>
                <a:gd name="connsiteX2" fmla="*/ 295274 w 302393"/>
                <a:gd name="connsiteY2" fmla="*/ 4145620 h 4145623"/>
                <a:gd name="connsiteX3" fmla="*/ 0 w 302393"/>
                <a:gd name="connsiteY3" fmla="*/ 4145623 h 4145623"/>
                <a:gd name="connsiteX4" fmla="*/ 0 w 302393"/>
                <a:gd name="connsiteY4" fmla="*/ 5422 h 4145623"/>
                <a:gd name="connsiteX0" fmla="*/ 0 w 302393"/>
                <a:gd name="connsiteY0" fmla="*/ 5422 h 4145623"/>
                <a:gd name="connsiteX1" fmla="*/ 203199 w 302393"/>
                <a:gd name="connsiteY1" fmla="*/ 8606 h 4145623"/>
                <a:gd name="connsiteX2" fmla="*/ 301624 w 302393"/>
                <a:gd name="connsiteY2" fmla="*/ 119723 h 4145623"/>
                <a:gd name="connsiteX3" fmla="*/ 295274 w 302393"/>
                <a:gd name="connsiteY3" fmla="*/ 4145620 h 4145623"/>
                <a:gd name="connsiteX4" fmla="*/ 0 w 302393"/>
                <a:gd name="connsiteY4" fmla="*/ 4145623 h 4145623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203199 w 302393"/>
                <a:gd name="connsiteY1" fmla="*/ 9998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81767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60336 w 302393"/>
                <a:gd name="connsiteY1" fmla="*/ 7617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2393"/>
                <a:gd name="connsiteY0" fmla="*/ 6814 h 4147015"/>
                <a:gd name="connsiteX1" fmla="*/ 300036 w 302393"/>
                <a:gd name="connsiteY1" fmla="*/ 39367 h 4147015"/>
                <a:gd name="connsiteX2" fmla="*/ 295274 w 302393"/>
                <a:gd name="connsiteY2" fmla="*/ 4147012 h 4147015"/>
                <a:gd name="connsiteX3" fmla="*/ 0 w 302393"/>
                <a:gd name="connsiteY3" fmla="*/ 4147015 h 4147015"/>
                <a:gd name="connsiteX4" fmla="*/ 0 w 302393"/>
                <a:gd name="connsiteY4" fmla="*/ 6814 h 4147015"/>
                <a:gd name="connsiteX0" fmla="*/ 0 w 302393"/>
                <a:gd name="connsiteY0" fmla="*/ 6814 h 4147015"/>
                <a:gd name="connsiteX1" fmla="*/ 129380 w 302393"/>
                <a:gd name="connsiteY1" fmla="*/ 5236 h 4147015"/>
                <a:gd name="connsiteX2" fmla="*/ 301624 w 302393"/>
                <a:gd name="connsiteY2" fmla="*/ 121115 h 4147015"/>
                <a:gd name="connsiteX3" fmla="*/ 295274 w 302393"/>
                <a:gd name="connsiteY3" fmla="*/ 4147012 h 4147015"/>
                <a:gd name="connsiteX4" fmla="*/ 0 w 302393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75883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9244 w 301234"/>
                <a:gd name="connsiteY2" fmla="*/ 15921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6862 w 301234"/>
                <a:gd name="connsiteY2" fmla="*/ 152077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37792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29380 w 301234"/>
                <a:gd name="connsiteY1" fmla="*/ 5236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01234"/>
                <a:gd name="connsiteY0" fmla="*/ 6814 h 4147015"/>
                <a:gd name="connsiteX1" fmla="*/ 300036 w 301234"/>
                <a:gd name="connsiteY1" fmla="*/ 39367 h 4147015"/>
                <a:gd name="connsiteX2" fmla="*/ 295274 w 301234"/>
                <a:gd name="connsiteY2" fmla="*/ 4147012 h 4147015"/>
                <a:gd name="connsiteX3" fmla="*/ 0 w 301234"/>
                <a:gd name="connsiteY3" fmla="*/ 4147015 h 4147015"/>
                <a:gd name="connsiteX4" fmla="*/ 0 w 301234"/>
                <a:gd name="connsiteY4" fmla="*/ 6814 h 4147015"/>
                <a:gd name="connsiteX0" fmla="*/ 0 w 301234"/>
                <a:gd name="connsiteY0" fmla="*/ 6814 h 4147015"/>
                <a:gd name="connsiteX1" fmla="*/ 143667 w 301234"/>
                <a:gd name="connsiteY1" fmla="*/ 5239 h 4147015"/>
                <a:gd name="connsiteX2" fmla="*/ 294481 w 301234"/>
                <a:gd name="connsiteY2" fmla="*/ 149701 h 4147015"/>
                <a:gd name="connsiteX3" fmla="*/ 295274 w 301234"/>
                <a:gd name="connsiteY3" fmla="*/ 4147012 h 4147015"/>
                <a:gd name="connsiteX4" fmla="*/ 0 w 301234"/>
                <a:gd name="connsiteY4" fmla="*/ 4147015 h 4147015"/>
                <a:gd name="connsiteX0" fmla="*/ 0 w 319665"/>
                <a:gd name="connsiteY0" fmla="*/ 6814 h 4443373"/>
                <a:gd name="connsiteX1" fmla="*/ 300036 w 319665"/>
                <a:gd name="connsiteY1" fmla="*/ 39367 h 4443373"/>
                <a:gd name="connsiteX2" fmla="*/ 295274 w 319665"/>
                <a:gd name="connsiteY2" fmla="*/ 4147012 h 4443373"/>
                <a:gd name="connsiteX3" fmla="*/ 0 w 319665"/>
                <a:gd name="connsiteY3" fmla="*/ 4147015 h 4443373"/>
                <a:gd name="connsiteX4" fmla="*/ 0 w 319665"/>
                <a:gd name="connsiteY4" fmla="*/ 6814 h 4443373"/>
                <a:gd name="connsiteX0" fmla="*/ 0 w 319665"/>
                <a:gd name="connsiteY0" fmla="*/ 6814 h 4443373"/>
                <a:gd name="connsiteX1" fmla="*/ 143667 w 319665"/>
                <a:gd name="connsiteY1" fmla="*/ 5239 h 4443373"/>
                <a:gd name="connsiteX2" fmla="*/ 294481 w 319665"/>
                <a:gd name="connsiteY2" fmla="*/ 149701 h 4443373"/>
                <a:gd name="connsiteX3" fmla="*/ 295274 w 319665"/>
                <a:gd name="connsiteY3" fmla="*/ 4147012 h 4443373"/>
                <a:gd name="connsiteX4" fmla="*/ 298449 w 319665"/>
                <a:gd name="connsiteY4" fmla="*/ 4147806 h 4443373"/>
                <a:gd name="connsiteX5" fmla="*/ 0 w 319665"/>
                <a:gd name="connsiteY5" fmla="*/ 4147015 h 4443373"/>
                <a:gd name="connsiteX0" fmla="*/ 0 w 301234"/>
                <a:gd name="connsiteY0" fmla="*/ 6814 h 4445867"/>
                <a:gd name="connsiteX1" fmla="*/ 300036 w 301234"/>
                <a:gd name="connsiteY1" fmla="*/ 39367 h 4445867"/>
                <a:gd name="connsiteX2" fmla="*/ 295274 w 301234"/>
                <a:gd name="connsiteY2" fmla="*/ 4147012 h 4445867"/>
                <a:gd name="connsiteX3" fmla="*/ 0 w 301234"/>
                <a:gd name="connsiteY3" fmla="*/ 4147015 h 4445867"/>
                <a:gd name="connsiteX4" fmla="*/ 0 w 301234"/>
                <a:gd name="connsiteY4" fmla="*/ 6814 h 4445867"/>
                <a:gd name="connsiteX0" fmla="*/ 0 w 301234"/>
                <a:gd name="connsiteY0" fmla="*/ 6814 h 4445867"/>
                <a:gd name="connsiteX1" fmla="*/ 143667 w 301234"/>
                <a:gd name="connsiteY1" fmla="*/ 5239 h 4445867"/>
                <a:gd name="connsiteX2" fmla="*/ 294481 w 301234"/>
                <a:gd name="connsiteY2" fmla="*/ 149701 h 4445867"/>
                <a:gd name="connsiteX3" fmla="*/ 295274 w 301234"/>
                <a:gd name="connsiteY3" fmla="*/ 4147012 h 4445867"/>
                <a:gd name="connsiteX4" fmla="*/ 174624 w 301234"/>
                <a:gd name="connsiteY4" fmla="*/ 4157331 h 4445867"/>
                <a:gd name="connsiteX5" fmla="*/ 0 w 301234"/>
                <a:gd name="connsiteY5" fmla="*/ 4147015 h 4445867"/>
                <a:gd name="connsiteX0" fmla="*/ 0 w 301234"/>
                <a:gd name="connsiteY0" fmla="*/ 6814 h 4423575"/>
                <a:gd name="connsiteX1" fmla="*/ 300036 w 301234"/>
                <a:gd name="connsiteY1" fmla="*/ 39367 h 4423575"/>
                <a:gd name="connsiteX2" fmla="*/ 295274 w 301234"/>
                <a:gd name="connsiteY2" fmla="*/ 4147012 h 4423575"/>
                <a:gd name="connsiteX3" fmla="*/ 0 w 301234"/>
                <a:gd name="connsiteY3" fmla="*/ 4147015 h 4423575"/>
                <a:gd name="connsiteX4" fmla="*/ 0 w 301234"/>
                <a:gd name="connsiteY4" fmla="*/ 6814 h 4423575"/>
                <a:gd name="connsiteX0" fmla="*/ 0 w 301234"/>
                <a:gd name="connsiteY0" fmla="*/ 6814 h 4423575"/>
                <a:gd name="connsiteX1" fmla="*/ 143667 w 301234"/>
                <a:gd name="connsiteY1" fmla="*/ 5239 h 4423575"/>
                <a:gd name="connsiteX2" fmla="*/ 294481 w 301234"/>
                <a:gd name="connsiteY2" fmla="*/ 149701 h 4423575"/>
                <a:gd name="connsiteX3" fmla="*/ 295274 w 301234"/>
                <a:gd name="connsiteY3" fmla="*/ 4147012 h 4423575"/>
                <a:gd name="connsiteX4" fmla="*/ 174624 w 301234"/>
                <a:gd name="connsiteY4" fmla="*/ 4157331 h 4423575"/>
                <a:gd name="connsiteX5" fmla="*/ 0 w 301234"/>
                <a:gd name="connsiteY5" fmla="*/ 4147015 h 4423575"/>
                <a:gd name="connsiteX0" fmla="*/ 0 w 301234"/>
                <a:gd name="connsiteY0" fmla="*/ 6814 h 4450214"/>
                <a:gd name="connsiteX1" fmla="*/ 300036 w 301234"/>
                <a:gd name="connsiteY1" fmla="*/ 39367 h 4450214"/>
                <a:gd name="connsiteX2" fmla="*/ 295274 w 301234"/>
                <a:gd name="connsiteY2" fmla="*/ 4147012 h 4450214"/>
                <a:gd name="connsiteX3" fmla="*/ 0 w 301234"/>
                <a:gd name="connsiteY3" fmla="*/ 4147015 h 4450214"/>
                <a:gd name="connsiteX4" fmla="*/ 0 w 301234"/>
                <a:gd name="connsiteY4" fmla="*/ 6814 h 4450214"/>
                <a:gd name="connsiteX0" fmla="*/ 0 w 301234"/>
                <a:gd name="connsiteY0" fmla="*/ 6814 h 4450214"/>
                <a:gd name="connsiteX1" fmla="*/ 143667 w 301234"/>
                <a:gd name="connsiteY1" fmla="*/ 5239 h 4450214"/>
                <a:gd name="connsiteX2" fmla="*/ 294481 w 301234"/>
                <a:gd name="connsiteY2" fmla="*/ 149701 h 4450214"/>
                <a:gd name="connsiteX3" fmla="*/ 295274 w 301234"/>
                <a:gd name="connsiteY3" fmla="*/ 4147012 h 4450214"/>
                <a:gd name="connsiteX4" fmla="*/ 174624 w 301234"/>
                <a:gd name="connsiteY4" fmla="*/ 4157331 h 4450214"/>
                <a:gd name="connsiteX5" fmla="*/ 0 w 301234"/>
                <a:gd name="connsiteY5" fmla="*/ 4147015 h 4450214"/>
                <a:gd name="connsiteX0" fmla="*/ 0 w 301234"/>
                <a:gd name="connsiteY0" fmla="*/ 6814 h 4206390"/>
                <a:gd name="connsiteX1" fmla="*/ 300036 w 301234"/>
                <a:gd name="connsiteY1" fmla="*/ 39367 h 4206390"/>
                <a:gd name="connsiteX2" fmla="*/ 295274 w 301234"/>
                <a:gd name="connsiteY2" fmla="*/ 4147012 h 4206390"/>
                <a:gd name="connsiteX3" fmla="*/ 0 w 301234"/>
                <a:gd name="connsiteY3" fmla="*/ 4147015 h 4206390"/>
                <a:gd name="connsiteX4" fmla="*/ 0 w 301234"/>
                <a:gd name="connsiteY4" fmla="*/ 6814 h 4206390"/>
                <a:gd name="connsiteX0" fmla="*/ 0 w 301234"/>
                <a:gd name="connsiteY0" fmla="*/ 6814 h 4206390"/>
                <a:gd name="connsiteX1" fmla="*/ 143667 w 301234"/>
                <a:gd name="connsiteY1" fmla="*/ 5239 h 4206390"/>
                <a:gd name="connsiteX2" fmla="*/ 294481 w 301234"/>
                <a:gd name="connsiteY2" fmla="*/ 149701 h 4206390"/>
                <a:gd name="connsiteX3" fmla="*/ 295274 w 301234"/>
                <a:gd name="connsiteY3" fmla="*/ 3727912 h 4206390"/>
                <a:gd name="connsiteX4" fmla="*/ 174624 w 301234"/>
                <a:gd name="connsiteY4" fmla="*/ 4157331 h 4206390"/>
                <a:gd name="connsiteX5" fmla="*/ 0 w 301234"/>
                <a:gd name="connsiteY5" fmla="*/ 4147015 h 4206390"/>
                <a:gd name="connsiteX0" fmla="*/ 0 w 301234"/>
                <a:gd name="connsiteY0" fmla="*/ 6814 h 4161881"/>
                <a:gd name="connsiteX1" fmla="*/ 300036 w 301234"/>
                <a:gd name="connsiteY1" fmla="*/ 39367 h 4161881"/>
                <a:gd name="connsiteX2" fmla="*/ 295274 w 301234"/>
                <a:gd name="connsiteY2" fmla="*/ 4147012 h 4161881"/>
                <a:gd name="connsiteX3" fmla="*/ 0 w 301234"/>
                <a:gd name="connsiteY3" fmla="*/ 4147015 h 4161881"/>
                <a:gd name="connsiteX4" fmla="*/ 0 w 301234"/>
                <a:gd name="connsiteY4" fmla="*/ 6814 h 4161881"/>
                <a:gd name="connsiteX0" fmla="*/ 0 w 301234"/>
                <a:gd name="connsiteY0" fmla="*/ 6814 h 4161881"/>
                <a:gd name="connsiteX1" fmla="*/ 143667 w 301234"/>
                <a:gd name="connsiteY1" fmla="*/ 5239 h 4161881"/>
                <a:gd name="connsiteX2" fmla="*/ 294481 w 301234"/>
                <a:gd name="connsiteY2" fmla="*/ 149701 h 4161881"/>
                <a:gd name="connsiteX3" fmla="*/ 295274 w 301234"/>
                <a:gd name="connsiteY3" fmla="*/ 3499312 h 4161881"/>
                <a:gd name="connsiteX4" fmla="*/ 174624 w 301234"/>
                <a:gd name="connsiteY4" fmla="*/ 4157331 h 4161881"/>
                <a:gd name="connsiteX5" fmla="*/ 0 w 301234"/>
                <a:gd name="connsiteY5" fmla="*/ 4147015 h 4161881"/>
                <a:gd name="connsiteX0" fmla="*/ 0 w 301234"/>
                <a:gd name="connsiteY0" fmla="*/ 6814 h 4159894"/>
                <a:gd name="connsiteX1" fmla="*/ 300036 w 301234"/>
                <a:gd name="connsiteY1" fmla="*/ 39367 h 4159894"/>
                <a:gd name="connsiteX2" fmla="*/ 295274 w 301234"/>
                <a:gd name="connsiteY2" fmla="*/ 4147012 h 4159894"/>
                <a:gd name="connsiteX3" fmla="*/ 0 w 301234"/>
                <a:gd name="connsiteY3" fmla="*/ 4147015 h 4159894"/>
                <a:gd name="connsiteX4" fmla="*/ 0 w 301234"/>
                <a:gd name="connsiteY4" fmla="*/ 6814 h 4159894"/>
                <a:gd name="connsiteX0" fmla="*/ 0 w 301234"/>
                <a:gd name="connsiteY0" fmla="*/ 6814 h 4159894"/>
                <a:gd name="connsiteX1" fmla="*/ 143667 w 301234"/>
                <a:gd name="connsiteY1" fmla="*/ 5239 h 4159894"/>
                <a:gd name="connsiteX2" fmla="*/ 294481 w 301234"/>
                <a:gd name="connsiteY2" fmla="*/ 149701 h 4159894"/>
                <a:gd name="connsiteX3" fmla="*/ 295274 w 301234"/>
                <a:gd name="connsiteY3" fmla="*/ 3437403 h 4159894"/>
                <a:gd name="connsiteX4" fmla="*/ 174624 w 301234"/>
                <a:gd name="connsiteY4" fmla="*/ 4157331 h 4159894"/>
                <a:gd name="connsiteX5" fmla="*/ 0 w 301234"/>
                <a:gd name="connsiteY5" fmla="*/ 4147015 h 4159894"/>
                <a:gd name="connsiteX0" fmla="*/ 0 w 301101"/>
                <a:gd name="connsiteY0" fmla="*/ 6814 h 4159894"/>
                <a:gd name="connsiteX1" fmla="*/ 300036 w 301101"/>
                <a:gd name="connsiteY1" fmla="*/ 39367 h 4159894"/>
                <a:gd name="connsiteX2" fmla="*/ 292893 w 301101"/>
                <a:gd name="connsiteY2" fmla="*/ 3977943 h 4159894"/>
                <a:gd name="connsiteX3" fmla="*/ 0 w 301101"/>
                <a:gd name="connsiteY3" fmla="*/ 4147015 h 4159894"/>
                <a:gd name="connsiteX4" fmla="*/ 0 w 301101"/>
                <a:gd name="connsiteY4" fmla="*/ 6814 h 4159894"/>
                <a:gd name="connsiteX0" fmla="*/ 0 w 301101"/>
                <a:gd name="connsiteY0" fmla="*/ 6814 h 4159894"/>
                <a:gd name="connsiteX1" fmla="*/ 143667 w 301101"/>
                <a:gd name="connsiteY1" fmla="*/ 5239 h 4159894"/>
                <a:gd name="connsiteX2" fmla="*/ 294481 w 301101"/>
                <a:gd name="connsiteY2" fmla="*/ 149701 h 4159894"/>
                <a:gd name="connsiteX3" fmla="*/ 295274 w 301101"/>
                <a:gd name="connsiteY3" fmla="*/ 3437403 h 4159894"/>
                <a:gd name="connsiteX4" fmla="*/ 174624 w 301101"/>
                <a:gd name="connsiteY4" fmla="*/ 4157331 h 4159894"/>
                <a:gd name="connsiteX5" fmla="*/ 0 w 301101"/>
                <a:gd name="connsiteY5" fmla="*/ 4147015 h 4159894"/>
                <a:gd name="connsiteX0" fmla="*/ 0 w 301101"/>
                <a:gd name="connsiteY0" fmla="*/ 6814 h 4161255"/>
                <a:gd name="connsiteX1" fmla="*/ 300036 w 301101"/>
                <a:gd name="connsiteY1" fmla="*/ 39367 h 4161255"/>
                <a:gd name="connsiteX2" fmla="*/ 292893 w 301101"/>
                <a:gd name="connsiteY2" fmla="*/ 3977943 h 4161255"/>
                <a:gd name="connsiteX3" fmla="*/ 0 w 301101"/>
                <a:gd name="connsiteY3" fmla="*/ 4147015 h 4161255"/>
                <a:gd name="connsiteX4" fmla="*/ 0 w 301101"/>
                <a:gd name="connsiteY4" fmla="*/ 6814 h 4161255"/>
                <a:gd name="connsiteX0" fmla="*/ 0 w 301101"/>
                <a:gd name="connsiteY0" fmla="*/ 6814 h 4161255"/>
                <a:gd name="connsiteX1" fmla="*/ 143667 w 301101"/>
                <a:gd name="connsiteY1" fmla="*/ 5239 h 4161255"/>
                <a:gd name="connsiteX2" fmla="*/ 294481 w 301101"/>
                <a:gd name="connsiteY2" fmla="*/ 149701 h 4161255"/>
                <a:gd name="connsiteX3" fmla="*/ 300036 w 301101"/>
                <a:gd name="connsiteY3" fmla="*/ 3485031 h 4161255"/>
                <a:gd name="connsiteX4" fmla="*/ 174624 w 301101"/>
                <a:gd name="connsiteY4" fmla="*/ 4157331 h 4161255"/>
                <a:gd name="connsiteX5" fmla="*/ 0 w 301101"/>
                <a:gd name="connsiteY5" fmla="*/ 4147015 h 4161255"/>
                <a:gd name="connsiteX0" fmla="*/ 0 w 304806"/>
                <a:gd name="connsiteY0" fmla="*/ 6814 h 4161999"/>
                <a:gd name="connsiteX1" fmla="*/ 300036 w 304806"/>
                <a:gd name="connsiteY1" fmla="*/ 39367 h 4161999"/>
                <a:gd name="connsiteX2" fmla="*/ 292893 w 304806"/>
                <a:gd name="connsiteY2" fmla="*/ 3977943 h 4161999"/>
                <a:gd name="connsiteX3" fmla="*/ 0 w 304806"/>
                <a:gd name="connsiteY3" fmla="*/ 4147015 h 4161999"/>
                <a:gd name="connsiteX4" fmla="*/ 0 w 304806"/>
                <a:gd name="connsiteY4" fmla="*/ 6814 h 4161999"/>
                <a:gd name="connsiteX0" fmla="*/ 0 w 304806"/>
                <a:gd name="connsiteY0" fmla="*/ 6814 h 4161999"/>
                <a:gd name="connsiteX1" fmla="*/ 143667 w 304806"/>
                <a:gd name="connsiteY1" fmla="*/ 5239 h 4161999"/>
                <a:gd name="connsiteX2" fmla="*/ 294481 w 304806"/>
                <a:gd name="connsiteY2" fmla="*/ 149701 h 4161999"/>
                <a:gd name="connsiteX3" fmla="*/ 304799 w 304806"/>
                <a:gd name="connsiteY3" fmla="*/ 3501699 h 4161999"/>
                <a:gd name="connsiteX4" fmla="*/ 174624 w 304806"/>
                <a:gd name="connsiteY4" fmla="*/ 4157331 h 4161999"/>
                <a:gd name="connsiteX5" fmla="*/ 0 w 304806"/>
                <a:gd name="connsiteY5" fmla="*/ 4147015 h 4161999"/>
                <a:gd name="connsiteX0" fmla="*/ 0 w 305028"/>
                <a:gd name="connsiteY0" fmla="*/ 6814 h 4147015"/>
                <a:gd name="connsiteX1" fmla="*/ 300036 w 305028"/>
                <a:gd name="connsiteY1" fmla="*/ 39367 h 4147015"/>
                <a:gd name="connsiteX2" fmla="*/ 292893 w 305028"/>
                <a:gd name="connsiteY2" fmla="*/ 3977943 h 4147015"/>
                <a:gd name="connsiteX3" fmla="*/ 0 w 305028"/>
                <a:gd name="connsiteY3" fmla="*/ 4147015 h 4147015"/>
                <a:gd name="connsiteX4" fmla="*/ 0 w 305028"/>
                <a:gd name="connsiteY4" fmla="*/ 6814 h 4147015"/>
                <a:gd name="connsiteX0" fmla="*/ 0 w 305028"/>
                <a:gd name="connsiteY0" fmla="*/ 6814 h 4147015"/>
                <a:gd name="connsiteX1" fmla="*/ 143667 w 305028"/>
                <a:gd name="connsiteY1" fmla="*/ 5239 h 4147015"/>
                <a:gd name="connsiteX2" fmla="*/ 294481 w 305028"/>
                <a:gd name="connsiteY2" fmla="*/ 149701 h 4147015"/>
                <a:gd name="connsiteX3" fmla="*/ 304799 w 305028"/>
                <a:gd name="connsiteY3" fmla="*/ 3501699 h 4147015"/>
                <a:gd name="connsiteX4" fmla="*/ 224633 w 305028"/>
                <a:gd name="connsiteY4" fmla="*/ 4133522 h 4147015"/>
                <a:gd name="connsiteX5" fmla="*/ 0 w 305028"/>
                <a:gd name="connsiteY5" fmla="*/ 4147015 h 4147015"/>
                <a:gd name="connsiteX0" fmla="*/ 0 w 304802"/>
                <a:gd name="connsiteY0" fmla="*/ 6814 h 4168808"/>
                <a:gd name="connsiteX1" fmla="*/ 300036 w 304802"/>
                <a:gd name="connsiteY1" fmla="*/ 39367 h 4168808"/>
                <a:gd name="connsiteX2" fmla="*/ 292893 w 304802"/>
                <a:gd name="connsiteY2" fmla="*/ 3977943 h 4168808"/>
                <a:gd name="connsiteX3" fmla="*/ 0 w 304802"/>
                <a:gd name="connsiteY3" fmla="*/ 4147015 h 4168808"/>
                <a:gd name="connsiteX4" fmla="*/ 0 w 304802"/>
                <a:gd name="connsiteY4" fmla="*/ 6814 h 4168808"/>
                <a:gd name="connsiteX0" fmla="*/ 0 w 304802"/>
                <a:gd name="connsiteY0" fmla="*/ 6814 h 4168808"/>
                <a:gd name="connsiteX1" fmla="*/ 143667 w 304802"/>
                <a:gd name="connsiteY1" fmla="*/ 5239 h 4168808"/>
                <a:gd name="connsiteX2" fmla="*/ 294481 w 304802"/>
                <a:gd name="connsiteY2" fmla="*/ 149701 h 4168808"/>
                <a:gd name="connsiteX3" fmla="*/ 304799 w 304802"/>
                <a:gd name="connsiteY3" fmla="*/ 3501699 h 4168808"/>
                <a:gd name="connsiteX4" fmla="*/ 119861 w 304802"/>
                <a:gd name="connsiteY4" fmla="*/ 4164481 h 4168808"/>
                <a:gd name="connsiteX5" fmla="*/ 0 w 304802"/>
                <a:gd name="connsiteY5" fmla="*/ 4147015 h 4168808"/>
                <a:gd name="connsiteX0" fmla="*/ 0 w 304802"/>
                <a:gd name="connsiteY0" fmla="*/ 6814 h 4152993"/>
                <a:gd name="connsiteX1" fmla="*/ 300036 w 304802"/>
                <a:gd name="connsiteY1" fmla="*/ 39367 h 4152993"/>
                <a:gd name="connsiteX2" fmla="*/ 292893 w 304802"/>
                <a:gd name="connsiteY2" fmla="*/ 3977943 h 4152993"/>
                <a:gd name="connsiteX3" fmla="*/ 0 w 304802"/>
                <a:gd name="connsiteY3" fmla="*/ 4147015 h 4152993"/>
                <a:gd name="connsiteX4" fmla="*/ 0 w 304802"/>
                <a:gd name="connsiteY4" fmla="*/ 6814 h 4152993"/>
                <a:gd name="connsiteX0" fmla="*/ 0 w 304802"/>
                <a:gd name="connsiteY0" fmla="*/ 6814 h 4152993"/>
                <a:gd name="connsiteX1" fmla="*/ 143667 w 304802"/>
                <a:gd name="connsiteY1" fmla="*/ 5239 h 4152993"/>
                <a:gd name="connsiteX2" fmla="*/ 294481 w 304802"/>
                <a:gd name="connsiteY2" fmla="*/ 149701 h 4152993"/>
                <a:gd name="connsiteX3" fmla="*/ 304799 w 304802"/>
                <a:gd name="connsiteY3" fmla="*/ 3501699 h 4152993"/>
                <a:gd name="connsiteX4" fmla="*/ 119861 w 304802"/>
                <a:gd name="connsiteY4" fmla="*/ 4147812 h 4152993"/>
                <a:gd name="connsiteX5" fmla="*/ 0 w 304802"/>
                <a:gd name="connsiteY5" fmla="*/ 4147015 h 4152993"/>
                <a:gd name="connsiteX0" fmla="*/ 0 w 304802"/>
                <a:gd name="connsiteY0" fmla="*/ 6814 h 4147812"/>
                <a:gd name="connsiteX1" fmla="*/ 300036 w 304802"/>
                <a:gd name="connsiteY1" fmla="*/ 39367 h 4147812"/>
                <a:gd name="connsiteX2" fmla="*/ 292893 w 304802"/>
                <a:gd name="connsiteY2" fmla="*/ 3977943 h 4147812"/>
                <a:gd name="connsiteX3" fmla="*/ 0 w 304802"/>
                <a:gd name="connsiteY3" fmla="*/ 4147015 h 4147812"/>
                <a:gd name="connsiteX4" fmla="*/ 0 w 304802"/>
                <a:gd name="connsiteY4" fmla="*/ 6814 h 4147812"/>
                <a:gd name="connsiteX0" fmla="*/ 0 w 304802"/>
                <a:gd name="connsiteY0" fmla="*/ 6814 h 4147812"/>
                <a:gd name="connsiteX1" fmla="*/ 143667 w 304802"/>
                <a:gd name="connsiteY1" fmla="*/ 5239 h 4147812"/>
                <a:gd name="connsiteX2" fmla="*/ 294481 w 304802"/>
                <a:gd name="connsiteY2" fmla="*/ 149701 h 4147812"/>
                <a:gd name="connsiteX3" fmla="*/ 304799 w 304802"/>
                <a:gd name="connsiteY3" fmla="*/ 3501699 h 4147812"/>
                <a:gd name="connsiteX4" fmla="*/ 119861 w 304802"/>
                <a:gd name="connsiteY4" fmla="*/ 4147812 h 4147812"/>
                <a:gd name="connsiteX5" fmla="*/ 0 w 304802"/>
                <a:gd name="connsiteY5" fmla="*/ 4147015 h 4147812"/>
                <a:gd name="connsiteX0" fmla="*/ 0 w 321359"/>
                <a:gd name="connsiteY0" fmla="*/ 6814 h 4147812"/>
                <a:gd name="connsiteX1" fmla="*/ 300036 w 321359"/>
                <a:gd name="connsiteY1" fmla="*/ 39367 h 4147812"/>
                <a:gd name="connsiteX2" fmla="*/ 292893 w 321359"/>
                <a:gd name="connsiteY2" fmla="*/ 3977943 h 4147812"/>
                <a:gd name="connsiteX3" fmla="*/ 0 w 321359"/>
                <a:gd name="connsiteY3" fmla="*/ 4147015 h 4147812"/>
                <a:gd name="connsiteX4" fmla="*/ 0 w 321359"/>
                <a:gd name="connsiteY4" fmla="*/ 6814 h 4147812"/>
                <a:gd name="connsiteX0" fmla="*/ 0 w 321359"/>
                <a:gd name="connsiteY0" fmla="*/ 6814 h 4147812"/>
                <a:gd name="connsiteX1" fmla="*/ 143667 w 321359"/>
                <a:gd name="connsiteY1" fmla="*/ 5239 h 4147812"/>
                <a:gd name="connsiteX2" fmla="*/ 294481 w 321359"/>
                <a:gd name="connsiteY2" fmla="*/ 149701 h 4147812"/>
                <a:gd name="connsiteX3" fmla="*/ 304799 w 321359"/>
                <a:gd name="connsiteY3" fmla="*/ 3501699 h 4147812"/>
                <a:gd name="connsiteX4" fmla="*/ 307974 w 321359"/>
                <a:gd name="connsiteY4" fmla="*/ 3512012 h 4147812"/>
                <a:gd name="connsiteX5" fmla="*/ 119861 w 321359"/>
                <a:gd name="connsiteY5" fmla="*/ 4147812 h 4147812"/>
                <a:gd name="connsiteX6" fmla="*/ 0 w 321359"/>
                <a:gd name="connsiteY6" fmla="*/ 4147015 h 4147812"/>
                <a:gd name="connsiteX0" fmla="*/ 0 w 325044"/>
                <a:gd name="connsiteY0" fmla="*/ 6814 h 4147812"/>
                <a:gd name="connsiteX1" fmla="*/ 300036 w 325044"/>
                <a:gd name="connsiteY1" fmla="*/ 39367 h 4147812"/>
                <a:gd name="connsiteX2" fmla="*/ 292893 w 325044"/>
                <a:gd name="connsiteY2" fmla="*/ 3977943 h 4147812"/>
                <a:gd name="connsiteX3" fmla="*/ 0 w 325044"/>
                <a:gd name="connsiteY3" fmla="*/ 4147015 h 4147812"/>
                <a:gd name="connsiteX4" fmla="*/ 0 w 325044"/>
                <a:gd name="connsiteY4" fmla="*/ 6814 h 4147812"/>
                <a:gd name="connsiteX0" fmla="*/ 0 w 325044"/>
                <a:gd name="connsiteY0" fmla="*/ 6814 h 4147812"/>
                <a:gd name="connsiteX1" fmla="*/ 143667 w 325044"/>
                <a:gd name="connsiteY1" fmla="*/ 5239 h 4147812"/>
                <a:gd name="connsiteX2" fmla="*/ 294481 w 325044"/>
                <a:gd name="connsiteY2" fmla="*/ 149701 h 4147812"/>
                <a:gd name="connsiteX3" fmla="*/ 304799 w 325044"/>
                <a:gd name="connsiteY3" fmla="*/ 3501699 h 4147812"/>
                <a:gd name="connsiteX4" fmla="*/ 312737 w 325044"/>
                <a:gd name="connsiteY4" fmla="*/ 3828722 h 4147812"/>
                <a:gd name="connsiteX5" fmla="*/ 119861 w 325044"/>
                <a:gd name="connsiteY5" fmla="*/ 4147812 h 4147812"/>
                <a:gd name="connsiteX6" fmla="*/ 0 w 325044"/>
                <a:gd name="connsiteY6" fmla="*/ 4147015 h 4147812"/>
                <a:gd name="connsiteX0" fmla="*/ 0 w 308264"/>
                <a:gd name="connsiteY0" fmla="*/ 6814 h 4147812"/>
                <a:gd name="connsiteX1" fmla="*/ 300036 w 308264"/>
                <a:gd name="connsiteY1" fmla="*/ 39367 h 4147812"/>
                <a:gd name="connsiteX2" fmla="*/ 292893 w 308264"/>
                <a:gd name="connsiteY2" fmla="*/ 3977943 h 4147812"/>
                <a:gd name="connsiteX3" fmla="*/ 0 w 308264"/>
                <a:gd name="connsiteY3" fmla="*/ 4147015 h 4147812"/>
                <a:gd name="connsiteX4" fmla="*/ 0 w 308264"/>
                <a:gd name="connsiteY4" fmla="*/ 6814 h 4147812"/>
                <a:gd name="connsiteX0" fmla="*/ 0 w 308264"/>
                <a:gd name="connsiteY0" fmla="*/ 6814 h 4147812"/>
                <a:gd name="connsiteX1" fmla="*/ 143667 w 308264"/>
                <a:gd name="connsiteY1" fmla="*/ 5239 h 4147812"/>
                <a:gd name="connsiteX2" fmla="*/ 294481 w 308264"/>
                <a:gd name="connsiteY2" fmla="*/ 149701 h 4147812"/>
                <a:gd name="connsiteX3" fmla="*/ 304799 w 308264"/>
                <a:gd name="connsiteY3" fmla="*/ 3501699 h 4147812"/>
                <a:gd name="connsiteX4" fmla="*/ 286543 w 308264"/>
                <a:gd name="connsiteY4" fmla="*/ 4012078 h 4147812"/>
                <a:gd name="connsiteX5" fmla="*/ 119861 w 308264"/>
                <a:gd name="connsiteY5" fmla="*/ 4147812 h 4147812"/>
                <a:gd name="connsiteX6" fmla="*/ 0 w 308264"/>
                <a:gd name="connsiteY6" fmla="*/ 4147015 h 4147812"/>
                <a:gd name="connsiteX0" fmla="*/ 0 w 307389"/>
                <a:gd name="connsiteY0" fmla="*/ 6814 h 4147812"/>
                <a:gd name="connsiteX1" fmla="*/ 300036 w 307389"/>
                <a:gd name="connsiteY1" fmla="*/ 39367 h 4147812"/>
                <a:gd name="connsiteX2" fmla="*/ 292893 w 307389"/>
                <a:gd name="connsiteY2" fmla="*/ 3977943 h 4147812"/>
                <a:gd name="connsiteX3" fmla="*/ 0 w 307389"/>
                <a:gd name="connsiteY3" fmla="*/ 4147015 h 4147812"/>
                <a:gd name="connsiteX4" fmla="*/ 0 w 307389"/>
                <a:gd name="connsiteY4" fmla="*/ 6814 h 4147812"/>
                <a:gd name="connsiteX0" fmla="*/ 0 w 307389"/>
                <a:gd name="connsiteY0" fmla="*/ 6814 h 4147812"/>
                <a:gd name="connsiteX1" fmla="*/ 143667 w 307389"/>
                <a:gd name="connsiteY1" fmla="*/ 5239 h 4147812"/>
                <a:gd name="connsiteX2" fmla="*/ 294481 w 307389"/>
                <a:gd name="connsiteY2" fmla="*/ 149701 h 4147812"/>
                <a:gd name="connsiteX3" fmla="*/ 304799 w 307389"/>
                <a:gd name="connsiteY3" fmla="*/ 3501699 h 4147812"/>
                <a:gd name="connsiteX4" fmla="*/ 284162 w 307389"/>
                <a:gd name="connsiteY4" fmla="*/ 4069228 h 4147812"/>
                <a:gd name="connsiteX5" fmla="*/ 119861 w 307389"/>
                <a:gd name="connsiteY5" fmla="*/ 4147812 h 4147812"/>
                <a:gd name="connsiteX6" fmla="*/ 0 w 307389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07390"/>
                <a:gd name="connsiteY0" fmla="*/ 6814 h 4147812"/>
                <a:gd name="connsiteX1" fmla="*/ 300036 w 307390"/>
                <a:gd name="connsiteY1" fmla="*/ 39367 h 4147812"/>
                <a:gd name="connsiteX2" fmla="*/ 292893 w 307390"/>
                <a:gd name="connsiteY2" fmla="*/ 3977943 h 4147812"/>
                <a:gd name="connsiteX3" fmla="*/ 0 w 307390"/>
                <a:gd name="connsiteY3" fmla="*/ 4147015 h 4147812"/>
                <a:gd name="connsiteX4" fmla="*/ 0 w 307390"/>
                <a:gd name="connsiteY4" fmla="*/ 6814 h 4147812"/>
                <a:gd name="connsiteX0" fmla="*/ 0 w 307390"/>
                <a:gd name="connsiteY0" fmla="*/ 6814 h 4147812"/>
                <a:gd name="connsiteX1" fmla="*/ 143667 w 307390"/>
                <a:gd name="connsiteY1" fmla="*/ 5239 h 4147812"/>
                <a:gd name="connsiteX2" fmla="*/ 294481 w 307390"/>
                <a:gd name="connsiteY2" fmla="*/ 149701 h 4147812"/>
                <a:gd name="connsiteX3" fmla="*/ 304799 w 307390"/>
                <a:gd name="connsiteY3" fmla="*/ 3501699 h 4147812"/>
                <a:gd name="connsiteX4" fmla="*/ 284165 w 307390"/>
                <a:gd name="connsiteY4" fmla="*/ 4035894 h 4147812"/>
                <a:gd name="connsiteX5" fmla="*/ 119861 w 307390"/>
                <a:gd name="connsiteY5" fmla="*/ 4147812 h 4147812"/>
                <a:gd name="connsiteX6" fmla="*/ 0 w 307390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4165 w 311943"/>
                <a:gd name="connsiteY4" fmla="*/ 403589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21365"/>
                <a:gd name="connsiteY0" fmla="*/ 6814 h 4147812"/>
                <a:gd name="connsiteX1" fmla="*/ 300036 w 321365"/>
                <a:gd name="connsiteY1" fmla="*/ 39367 h 4147812"/>
                <a:gd name="connsiteX2" fmla="*/ 311943 w 321365"/>
                <a:gd name="connsiteY2" fmla="*/ 4075574 h 4147812"/>
                <a:gd name="connsiteX3" fmla="*/ 0 w 321365"/>
                <a:gd name="connsiteY3" fmla="*/ 4147015 h 4147812"/>
                <a:gd name="connsiteX4" fmla="*/ 0 w 321365"/>
                <a:gd name="connsiteY4" fmla="*/ 6814 h 4147812"/>
                <a:gd name="connsiteX0" fmla="*/ 0 w 321365"/>
                <a:gd name="connsiteY0" fmla="*/ 6814 h 4147812"/>
                <a:gd name="connsiteX1" fmla="*/ 143667 w 321365"/>
                <a:gd name="connsiteY1" fmla="*/ 5239 h 4147812"/>
                <a:gd name="connsiteX2" fmla="*/ 294481 w 321365"/>
                <a:gd name="connsiteY2" fmla="*/ 149701 h 4147812"/>
                <a:gd name="connsiteX3" fmla="*/ 304799 w 321365"/>
                <a:gd name="connsiteY3" fmla="*/ 3501699 h 4147812"/>
                <a:gd name="connsiteX4" fmla="*/ 307981 w 321365"/>
                <a:gd name="connsiteY4" fmla="*/ 3971603 h 4147812"/>
                <a:gd name="connsiteX5" fmla="*/ 119861 w 321365"/>
                <a:gd name="connsiteY5" fmla="*/ 4147812 h 4147812"/>
                <a:gd name="connsiteX6" fmla="*/ 0 w 321365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88934 w 311943"/>
                <a:gd name="connsiteY4" fmla="*/ 3981131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25 w 311943"/>
                <a:gd name="connsiteY4" fmla="*/ 39811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298465 w 311943"/>
                <a:gd name="connsiteY4" fmla="*/ 3985900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4"/>
                <a:gd name="connsiteX1" fmla="*/ 300036 w 311943"/>
                <a:gd name="connsiteY1" fmla="*/ 39367 h 4148004"/>
                <a:gd name="connsiteX2" fmla="*/ 311943 w 311943"/>
                <a:gd name="connsiteY2" fmla="*/ 4075574 h 4148004"/>
                <a:gd name="connsiteX3" fmla="*/ 0 w 311943"/>
                <a:gd name="connsiteY3" fmla="*/ 4147015 h 4148004"/>
                <a:gd name="connsiteX4" fmla="*/ 0 w 311943"/>
                <a:gd name="connsiteY4" fmla="*/ 6814 h 4148004"/>
                <a:gd name="connsiteX0" fmla="*/ 0 w 311943"/>
                <a:gd name="connsiteY0" fmla="*/ 6814 h 4148004"/>
                <a:gd name="connsiteX1" fmla="*/ 143667 w 311943"/>
                <a:gd name="connsiteY1" fmla="*/ 5239 h 4148004"/>
                <a:gd name="connsiteX2" fmla="*/ 294481 w 311943"/>
                <a:gd name="connsiteY2" fmla="*/ 149701 h 4148004"/>
                <a:gd name="connsiteX3" fmla="*/ 304799 w 311943"/>
                <a:gd name="connsiteY3" fmla="*/ 3501699 h 4148004"/>
                <a:gd name="connsiteX4" fmla="*/ 303231 w 311943"/>
                <a:gd name="connsiteY4" fmla="*/ 3969234 h 4148004"/>
                <a:gd name="connsiteX5" fmla="*/ 119861 w 311943"/>
                <a:gd name="connsiteY5" fmla="*/ 4147812 h 4148004"/>
                <a:gd name="connsiteX6" fmla="*/ 0 w 311943"/>
                <a:gd name="connsiteY6" fmla="*/ 4147015 h 4148004"/>
                <a:gd name="connsiteX0" fmla="*/ 0 w 311943"/>
                <a:gd name="connsiteY0" fmla="*/ 6814 h 4147812"/>
                <a:gd name="connsiteX1" fmla="*/ 300036 w 311943"/>
                <a:gd name="connsiteY1" fmla="*/ 39367 h 4147812"/>
                <a:gd name="connsiteX2" fmla="*/ 311943 w 311943"/>
                <a:gd name="connsiteY2" fmla="*/ 4075574 h 4147812"/>
                <a:gd name="connsiteX3" fmla="*/ 0 w 311943"/>
                <a:gd name="connsiteY3" fmla="*/ 4147015 h 4147812"/>
                <a:gd name="connsiteX4" fmla="*/ 0 w 311943"/>
                <a:gd name="connsiteY4" fmla="*/ 6814 h 4147812"/>
                <a:gd name="connsiteX0" fmla="*/ 0 w 311943"/>
                <a:gd name="connsiteY0" fmla="*/ 6814 h 4147812"/>
                <a:gd name="connsiteX1" fmla="*/ 143667 w 311943"/>
                <a:gd name="connsiteY1" fmla="*/ 5239 h 4147812"/>
                <a:gd name="connsiteX2" fmla="*/ 294481 w 311943"/>
                <a:gd name="connsiteY2" fmla="*/ 149701 h 4147812"/>
                <a:gd name="connsiteX3" fmla="*/ 304799 w 311943"/>
                <a:gd name="connsiteY3" fmla="*/ 3501699 h 4147812"/>
                <a:gd name="connsiteX4" fmla="*/ 303231 w 311943"/>
                <a:gd name="connsiteY4" fmla="*/ 3969234 h 4147812"/>
                <a:gd name="connsiteX5" fmla="*/ 119861 w 311943"/>
                <a:gd name="connsiteY5" fmla="*/ 4147812 h 4147812"/>
                <a:gd name="connsiteX6" fmla="*/ 0 w 311943"/>
                <a:gd name="connsiteY6" fmla="*/ 4147015 h 4147812"/>
                <a:gd name="connsiteX0" fmla="*/ 0 w 311943"/>
                <a:gd name="connsiteY0" fmla="*/ 6814 h 4148006"/>
                <a:gd name="connsiteX1" fmla="*/ 300036 w 311943"/>
                <a:gd name="connsiteY1" fmla="*/ 39367 h 4148006"/>
                <a:gd name="connsiteX2" fmla="*/ 311943 w 311943"/>
                <a:gd name="connsiteY2" fmla="*/ 4075574 h 4148006"/>
                <a:gd name="connsiteX3" fmla="*/ 0 w 311943"/>
                <a:gd name="connsiteY3" fmla="*/ 4147015 h 4148006"/>
                <a:gd name="connsiteX4" fmla="*/ 0 w 311943"/>
                <a:gd name="connsiteY4" fmla="*/ 6814 h 4148006"/>
                <a:gd name="connsiteX0" fmla="*/ 0 w 311943"/>
                <a:gd name="connsiteY0" fmla="*/ 6814 h 4148006"/>
                <a:gd name="connsiteX1" fmla="*/ 143667 w 311943"/>
                <a:gd name="connsiteY1" fmla="*/ 5239 h 4148006"/>
                <a:gd name="connsiteX2" fmla="*/ 294481 w 311943"/>
                <a:gd name="connsiteY2" fmla="*/ 149701 h 4148006"/>
                <a:gd name="connsiteX3" fmla="*/ 304799 w 311943"/>
                <a:gd name="connsiteY3" fmla="*/ 3501699 h 4148006"/>
                <a:gd name="connsiteX4" fmla="*/ 303231 w 311943"/>
                <a:gd name="connsiteY4" fmla="*/ 3969234 h 4148006"/>
                <a:gd name="connsiteX5" fmla="*/ 119861 w 311943"/>
                <a:gd name="connsiteY5" fmla="*/ 4147812 h 4148006"/>
                <a:gd name="connsiteX6" fmla="*/ 0 w 311943"/>
                <a:gd name="connsiteY6" fmla="*/ 4147015 h 4148006"/>
                <a:gd name="connsiteX0" fmla="*/ 0 w 311943"/>
                <a:gd name="connsiteY0" fmla="*/ 6814 h 4151047"/>
                <a:gd name="connsiteX1" fmla="*/ 300036 w 311943"/>
                <a:gd name="connsiteY1" fmla="*/ 39367 h 4151047"/>
                <a:gd name="connsiteX2" fmla="*/ 311943 w 311943"/>
                <a:gd name="connsiteY2" fmla="*/ 4075574 h 4151047"/>
                <a:gd name="connsiteX3" fmla="*/ 0 w 311943"/>
                <a:gd name="connsiteY3" fmla="*/ 4147015 h 4151047"/>
                <a:gd name="connsiteX4" fmla="*/ 0 w 311943"/>
                <a:gd name="connsiteY4" fmla="*/ 6814 h 4151047"/>
                <a:gd name="connsiteX0" fmla="*/ 0 w 311943"/>
                <a:gd name="connsiteY0" fmla="*/ 6814 h 4151047"/>
                <a:gd name="connsiteX1" fmla="*/ 143667 w 311943"/>
                <a:gd name="connsiteY1" fmla="*/ 5239 h 4151047"/>
                <a:gd name="connsiteX2" fmla="*/ 294481 w 311943"/>
                <a:gd name="connsiteY2" fmla="*/ 149701 h 4151047"/>
                <a:gd name="connsiteX3" fmla="*/ 304799 w 311943"/>
                <a:gd name="connsiteY3" fmla="*/ 3501699 h 4151047"/>
                <a:gd name="connsiteX4" fmla="*/ 303231 w 311943"/>
                <a:gd name="connsiteY4" fmla="*/ 3969234 h 4151047"/>
                <a:gd name="connsiteX5" fmla="*/ 119861 w 311943"/>
                <a:gd name="connsiteY5" fmla="*/ 4147812 h 4151047"/>
                <a:gd name="connsiteX6" fmla="*/ 0 w 311943"/>
                <a:gd name="connsiteY6" fmla="*/ 4147015 h 4151047"/>
                <a:gd name="connsiteX0" fmla="*/ 0 w 311943"/>
                <a:gd name="connsiteY0" fmla="*/ 6814 h 4150689"/>
                <a:gd name="connsiteX1" fmla="*/ 300036 w 311943"/>
                <a:gd name="connsiteY1" fmla="*/ 39367 h 4150689"/>
                <a:gd name="connsiteX2" fmla="*/ 311943 w 311943"/>
                <a:gd name="connsiteY2" fmla="*/ 4075574 h 4150689"/>
                <a:gd name="connsiteX3" fmla="*/ 0 w 311943"/>
                <a:gd name="connsiteY3" fmla="*/ 4147015 h 4150689"/>
                <a:gd name="connsiteX4" fmla="*/ 0 w 311943"/>
                <a:gd name="connsiteY4" fmla="*/ 6814 h 4150689"/>
                <a:gd name="connsiteX0" fmla="*/ 0 w 311943"/>
                <a:gd name="connsiteY0" fmla="*/ 6814 h 4150689"/>
                <a:gd name="connsiteX1" fmla="*/ 143667 w 311943"/>
                <a:gd name="connsiteY1" fmla="*/ 5239 h 4150689"/>
                <a:gd name="connsiteX2" fmla="*/ 294481 w 311943"/>
                <a:gd name="connsiteY2" fmla="*/ 149701 h 4150689"/>
                <a:gd name="connsiteX3" fmla="*/ 304799 w 311943"/>
                <a:gd name="connsiteY3" fmla="*/ 3501699 h 4150689"/>
                <a:gd name="connsiteX4" fmla="*/ 303231 w 311943"/>
                <a:gd name="connsiteY4" fmla="*/ 3969234 h 4150689"/>
                <a:gd name="connsiteX5" fmla="*/ 119861 w 311943"/>
                <a:gd name="connsiteY5" fmla="*/ 4147812 h 4150689"/>
                <a:gd name="connsiteX6" fmla="*/ 0 w 311943"/>
                <a:gd name="connsiteY6" fmla="*/ 4147015 h 4150689"/>
                <a:gd name="connsiteX0" fmla="*/ 0 w 311943"/>
                <a:gd name="connsiteY0" fmla="*/ 6814 h 4152246"/>
                <a:gd name="connsiteX1" fmla="*/ 300036 w 311943"/>
                <a:gd name="connsiteY1" fmla="*/ 39367 h 4152246"/>
                <a:gd name="connsiteX2" fmla="*/ 311943 w 311943"/>
                <a:gd name="connsiteY2" fmla="*/ 4075574 h 4152246"/>
                <a:gd name="connsiteX3" fmla="*/ 0 w 311943"/>
                <a:gd name="connsiteY3" fmla="*/ 4147015 h 4152246"/>
                <a:gd name="connsiteX4" fmla="*/ 0 w 311943"/>
                <a:gd name="connsiteY4" fmla="*/ 6814 h 4152246"/>
                <a:gd name="connsiteX0" fmla="*/ 0 w 311943"/>
                <a:gd name="connsiteY0" fmla="*/ 6814 h 4152246"/>
                <a:gd name="connsiteX1" fmla="*/ 143667 w 311943"/>
                <a:gd name="connsiteY1" fmla="*/ 5239 h 4152246"/>
                <a:gd name="connsiteX2" fmla="*/ 294481 w 311943"/>
                <a:gd name="connsiteY2" fmla="*/ 149701 h 4152246"/>
                <a:gd name="connsiteX3" fmla="*/ 304799 w 311943"/>
                <a:gd name="connsiteY3" fmla="*/ 3501699 h 4152246"/>
                <a:gd name="connsiteX4" fmla="*/ 303231 w 311943"/>
                <a:gd name="connsiteY4" fmla="*/ 3969234 h 4152246"/>
                <a:gd name="connsiteX5" fmla="*/ 119861 w 311943"/>
                <a:gd name="connsiteY5" fmla="*/ 4147812 h 4152246"/>
                <a:gd name="connsiteX6" fmla="*/ 0 w 311943"/>
                <a:gd name="connsiteY6" fmla="*/ 4147015 h 4152246"/>
                <a:gd name="connsiteX0" fmla="*/ 0 w 311943"/>
                <a:gd name="connsiteY0" fmla="*/ 6814 h 4170811"/>
                <a:gd name="connsiteX1" fmla="*/ 300036 w 311943"/>
                <a:gd name="connsiteY1" fmla="*/ 39367 h 4170811"/>
                <a:gd name="connsiteX2" fmla="*/ 311943 w 311943"/>
                <a:gd name="connsiteY2" fmla="*/ 4075574 h 4170811"/>
                <a:gd name="connsiteX3" fmla="*/ 0 w 311943"/>
                <a:gd name="connsiteY3" fmla="*/ 4147015 h 4170811"/>
                <a:gd name="connsiteX4" fmla="*/ 0 w 311943"/>
                <a:gd name="connsiteY4" fmla="*/ 6814 h 4170811"/>
                <a:gd name="connsiteX0" fmla="*/ 0 w 311943"/>
                <a:gd name="connsiteY0" fmla="*/ 6814 h 4170811"/>
                <a:gd name="connsiteX1" fmla="*/ 143667 w 311943"/>
                <a:gd name="connsiteY1" fmla="*/ 5239 h 4170811"/>
                <a:gd name="connsiteX2" fmla="*/ 294481 w 311943"/>
                <a:gd name="connsiteY2" fmla="*/ 149701 h 4170811"/>
                <a:gd name="connsiteX3" fmla="*/ 304799 w 311943"/>
                <a:gd name="connsiteY3" fmla="*/ 3501699 h 4170811"/>
                <a:gd name="connsiteX4" fmla="*/ 296091 w 311943"/>
                <a:gd name="connsiteY4" fmla="*/ 4024006 h 4170811"/>
                <a:gd name="connsiteX5" fmla="*/ 119861 w 311943"/>
                <a:gd name="connsiteY5" fmla="*/ 4147812 h 4170811"/>
                <a:gd name="connsiteX6" fmla="*/ 0 w 311943"/>
                <a:gd name="connsiteY6" fmla="*/ 4147015 h 4170811"/>
                <a:gd name="connsiteX0" fmla="*/ 0 w 311943"/>
                <a:gd name="connsiteY0" fmla="*/ 6814 h 4148991"/>
                <a:gd name="connsiteX1" fmla="*/ 300036 w 311943"/>
                <a:gd name="connsiteY1" fmla="*/ 39367 h 4148991"/>
                <a:gd name="connsiteX2" fmla="*/ 311943 w 311943"/>
                <a:gd name="connsiteY2" fmla="*/ 4075574 h 4148991"/>
                <a:gd name="connsiteX3" fmla="*/ 0 w 311943"/>
                <a:gd name="connsiteY3" fmla="*/ 4147015 h 4148991"/>
                <a:gd name="connsiteX4" fmla="*/ 0 w 311943"/>
                <a:gd name="connsiteY4" fmla="*/ 6814 h 4148991"/>
                <a:gd name="connsiteX0" fmla="*/ 0 w 311943"/>
                <a:gd name="connsiteY0" fmla="*/ 6814 h 4148991"/>
                <a:gd name="connsiteX1" fmla="*/ 143667 w 311943"/>
                <a:gd name="connsiteY1" fmla="*/ 5239 h 4148991"/>
                <a:gd name="connsiteX2" fmla="*/ 294481 w 311943"/>
                <a:gd name="connsiteY2" fmla="*/ 149701 h 4148991"/>
                <a:gd name="connsiteX3" fmla="*/ 304799 w 311943"/>
                <a:gd name="connsiteY3" fmla="*/ 3501699 h 4148991"/>
                <a:gd name="connsiteX4" fmla="*/ 296091 w 311943"/>
                <a:gd name="connsiteY4" fmla="*/ 4024006 h 4148991"/>
                <a:gd name="connsiteX5" fmla="*/ 119861 w 311943"/>
                <a:gd name="connsiteY5" fmla="*/ 4147812 h 4148991"/>
                <a:gd name="connsiteX6" fmla="*/ 0 w 311943"/>
                <a:gd name="connsiteY6" fmla="*/ 4147015 h 4148991"/>
                <a:gd name="connsiteX0" fmla="*/ 0 w 311943"/>
                <a:gd name="connsiteY0" fmla="*/ 6814 h 4147862"/>
                <a:gd name="connsiteX1" fmla="*/ 300036 w 311943"/>
                <a:gd name="connsiteY1" fmla="*/ 39367 h 4147862"/>
                <a:gd name="connsiteX2" fmla="*/ 311943 w 311943"/>
                <a:gd name="connsiteY2" fmla="*/ 4075574 h 4147862"/>
                <a:gd name="connsiteX3" fmla="*/ 0 w 311943"/>
                <a:gd name="connsiteY3" fmla="*/ 4147015 h 4147862"/>
                <a:gd name="connsiteX4" fmla="*/ 0 w 311943"/>
                <a:gd name="connsiteY4" fmla="*/ 6814 h 4147862"/>
                <a:gd name="connsiteX0" fmla="*/ 0 w 311943"/>
                <a:gd name="connsiteY0" fmla="*/ 6814 h 4147862"/>
                <a:gd name="connsiteX1" fmla="*/ 143667 w 311943"/>
                <a:gd name="connsiteY1" fmla="*/ 5239 h 4147862"/>
                <a:gd name="connsiteX2" fmla="*/ 294481 w 311943"/>
                <a:gd name="connsiteY2" fmla="*/ 149701 h 4147862"/>
                <a:gd name="connsiteX3" fmla="*/ 304799 w 311943"/>
                <a:gd name="connsiteY3" fmla="*/ 3501699 h 4147862"/>
                <a:gd name="connsiteX4" fmla="*/ 288947 w 311943"/>
                <a:gd name="connsiteY4" fmla="*/ 3983525 h 4147862"/>
                <a:gd name="connsiteX5" fmla="*/ 119861 w 311943"/>
                <a:gd name="connsiteY5" fmla="*/ 4147812 h 4147862"/>
                <a:gd name="connsiteX6" fmla="*/ 0 w 311943"/>
                <a:gd name="connsiteY6" fmla="*/ 4147015 h 414786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296094 w 311943"/>
                <a:gd name="connsiteY4" fmla="*/ 3988290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59 w 311943"/>
                <a:gd name="connsiteY4" fmla="*/ 3988293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7851"/>
                <a:gd name="connsiteX1" fmla="*/ 300036 w 311943"/>
                <a:gd name="connsiteY1" fmla="*/ 39367 h 4147851"/>
                <a:gd name="connsiteX2" fmla="*/ 311943 w 311943"/>
                <a:gd name="connsiteY2" fmla="*/ 4075574 h 4147851"/>
                <a:gd name="connsiteX3" fmla="*/ 0 w 311943"/>
                <a:gd name="connsiteY3" fmla="*/ 4147015 h 4147851"/>
                <a:gd name="connsiteX4" fmla="*/ 0 w 311943"/>
                <a:gd name="connsiteY4" fmla="*/ 6814 h 4147851"/>
                <a:gd name="connsiteX0" fmla="*/ 0 w 311943"/>
                <a:gd name="connsiteY0" fmla="*/ 6814 h 4147851"/>
                <a:gd name="connsiteX1" fmla="*/ 143667 w 311943"/>
                <a:gd name="connsiteY1" fmla="*/ 5239 h 4147851"/>
                <a:gd name="connsiteX2" fmla="*/ 294481 w 311943"/>
                <a:gd name="connsiteY2" fmla="*/ 149701 h 4147851"/>
                <a:gd name="connsiteX3" fmla="*/ 304799 w 311943"/>
                <a:gd name="connsiteY3" fmla="*/ 3501699 h 4147851"/>
                <a:gd name="connsiteX4" fmla="*/ 303243 w 311943"/>
                <a:gd name="connsiteY4" fmla="*/ 3976389 h 4147851"/>
                <a:gd name="connsiteX5" fmla="*/ 119861 w 311943"/>
                <a:gd name="connsiteY5" fmla="*/ 4147812 h 4147851"/>
                <a:gd name="connsiteX6" fmla="*/ 0 w 311943"/>
                <a:gd name="connsiteY6" fmla="*/ 4147015 h 4147851"/>
                <a:gd name="connsiteX0" fmla="*/ 0 w 311943"/>
                <a:gd name="connsiteY0" fmla="*/ 6814 h 4147872"/>
                <a:gd name="connsiteX1" fmla="*/ 300036 w 311943"/>
                <a:gd name="connsiteY1" fmla="*/ 39367 h 4147872"/>
                <a:gd name="connsiteX2" fmla="*/ 311943 w 311943"/>
                <a:gd name="connsiteY2" fmla="*/ 4075574 h 4147872"/>
                <a:gd name="connsiteX3" fmla="*/ 0 w 311943"/>
                <a:gd name="connsiteY3" fmla="*/ 4147015 h 4147872"/>
                <a:gd name="connsiteX4" fmla="*/ 0 w 311943"/>
                <a:gd name="connsiteY4" fmla="*/ 6814 h 4147872"/>
                <a:gd name="connsiteX0" fmla="*/ 0 w 311943"/>
                <a:gd name="connsiteY0" fmla="*/ 6814 h 4147872"/>
                <a:gd name="connsiteX1" fmla="*/ 143667 w 311943"/>
                <a:gd name="connsiteY1" fmla="*/ 5239 h 4147872"/>
                <a:gd name="connsiteX2" fmla="*/ 294481 w 311943"/>
                <a:gd name="connsiteY2" fmla="*/ 149701 h 4147872"/>
                <a:gd name="connsiteX3" fmla="*/ 304799 w 311943"/>
                <a:gd name="connsiteY3" fmla="*/ 3501699 h 4147872"/>
                <a:gd name="connsiteX4" fmla="*/ 300862 w 311943"/>
                <a:gd name="connsiteY4" fmla="*/ 3988296 h 4147872"/>
                <a:gd name="connsiteX5" fmla="*/ 119861 w 311943"/>
                <a:gd name="connsiteY5" fmla="*/ 4147812 h 4147872"/>
                <a:gd name="connsiteX6" fmla="*/ 0 w 311943"/>
                <a:gd name="connsiteY6" fmla="*/ 4147015 h 4147872"/>
                <a:gd name="connsiteX0" fmla="*/ 0 w 311943"/>
                <a:gd name="connsiteY0" fmla="*/ 6814 h 4148938"/>
                <a:gd name="connsiteX1" fmla="*/ 300036 w 311943"/>
                <a:gd name="connsiteY1" fmla="*/ 39367 h 4148938"/>
                <a:gd name="connsiteX2" fmla="*/ 311943 w 311943"/>
                <a:gd name="connsiteY2" fmla="*/ 4075574 h 4148938"/>
                <a:gd name="connsiteX3" fmla="*/ 0 w 311943"/>
                <a:gd name="connsiteY3" fmla="*/ 4147015 h 4148938"/>
                <a:gd name="connsiteX4" fmla="*/ 0 w 311943"/>
                <a:gd name="connsiteY4" fmla="*/ 6814 h 4148938"/>
                <a:gd name="connsiteX0" fmla="*/ 0 w 311943"/>
                <a:gd name="connsiteY0" fmla="*/ 6814 h 4148938"/>
                <a:gd name="connsiteX1" fmla="*/ 143667 w 311943"/>
                <a:gd name="connsiteY1" fmla="*/ 5239 h 4148938"/>
                <a:gd name="connsiteX2" fmla="*/ 294481 w 311943"/>
                <a:gd name="connsiteY2" fmla="*/ 149701 h 4148938"/>
                <a:gd name="connsiteX3" fmla="*/ 304799 w 311943"/>
                <a:gd name="connsiteY3" fmla="*/ 3501699 h 4148938"/>
                <a:gd name="connsiteX4" fmla="*/ 300862 w 311943"/>
                <a:gd name="connsiteY4" fmla="*/ 3988296 h 4148938"/>
                <a:gd name="connsiteX5" fmla="*/ 119861 w 311943"/>
                <a:gd name="connsiteY5" fmla="*/ 4147812 h 4148938"/>
                <a:gd name="connsiteX6" fmla="*/ 0 w 311943"/>
                <a:gd name="connsiteY6" fmla="*/ 4147015 h 4148938"/>
                <a:gd name="connsiteX0" fmla="*/ 0 w 311943"/>
                <a:gd name="connsiteY0" fmla="*/ 6814 h 4150317"/>
                <a:gd name="connsiteX1" fmla="*/ 300036 w 311943"/>
                <a:gd name="connsiteY1" fmla="*/ 39367 h 4150317"/>
                <a:gd name="connsiteX2" fmla="*/ 311943 w 311943"/>
                <a:gd name="connsiteY2" fmla="*/ 4075574 h 4150317"/>
                <a:gd name="connsiteX3" fmla="*/ 0 w 311943"/>
                <a:gd name="connsiteY3" fmla="*/ 4147015 h 4150317"/>
                <a:gd name="connsiteX4" fmla="*/ 0 w 311943"/>
                <a:gd name="connsiteY4" fmla="*/ 6814 h 4150317"/>
                <a:gd name="connsiteX0" fmla="*/ 0 w 311943"/>
                <a:gd name="connsiteY0" fmla="*/ 6814 h 4150317"/>
                <a:gd name="connsiteX1" fmla="*/ 143667 w 311943"/>
                <a:gd name="connsiteY1" fmla="*/ 5239 h 4150317"/>
                <a:gd name="connsiteX2" fmla="*/ 294481 w 311943"/>
                <a:gd name="connsiteY2" fmla="*/ 149701 h 4150317"/>
                <a:gd name="connsiteX3" fmla="*/ 304799 w 311943"/>
                <a:gd name="connsiteY3" fmla="*/ 3501699 h 4150317"/>
                <a:gd name="connsiteX4" fmla="*/ 300862 w 311943"/>
                <a:gd name="connsiteY4" fmla="*/ 3988296 h 4150317"/>
                <a:gd name="connsiteX5" fmla="*/ 119861 w 311943"/>
                <a:gd name="connsiteY5" fmla="*/ 4147812 h 4150317"/>
                <a:gd name="connsiteX6" fmla="*/ 0 w 311943"/>
                <a:gd name="connsiteY6" fmla="*/ 4147015 h 4150317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6"/>
                <a:gd name="connsiteX1" fmla="*/ 300036 w 311943"/>
                <a:gd name="connsiteY1" fmla="*/ 39367 h 4147836"/>
                <a:gd name="connsiteX2" fmla="*/ 311943 w 311943"/>
                <a:gd name="connsiteY2" fmla="*/ 4075574 h 4147836"/>
                <a:gd name="connsiteX3" fmla="*/ 0 w 311943"/>
                <a:gd name="connsiteY3" fmla="*/ 4147015 h 4147836"/>
                <a:gd name="connsiteX4" fmla="*/ 0 w 311943"/>
                <a:gd name="connsiteY4" fmla="*/ 6814 h 4147836"/>
                <a:gd name="connsiteX0" fmla="*/ 0 w 311943"/>
                <a:gd name="connsiteY0" fmla="*/ 6814 h 4147836"/>
                <a:gd name="connsiteX1" fmla="*/ 143667 w 311943"/>
                <a:gd name="connsiteY1" fmla="*/ 5239 h 4147836"/>
                <a:gd name="connsiteX2" fmla="*/ 294481 w 311943"/>
                <a:gd name="connsiteY2" fmla="*/ 149701 h 4147836"/>
                <a:gd name="connsiteX3" fmla="*/ 304799 w 311943"/>
                <a:gd name="connsiteY3" fmla="*/ 3501699 h 4147836"/>
                <a:gd name="connsiteX4" fmla="*/ 303243 w 311943"/>
                <a:gd name="connsiteY4" fmla="*/ 3904952 h 4147836"/>
                <a:gd name="connsiteX5" fmla="*/ 119861 w 311943"/>
                <a:gd name="connsiteY5" fmla="*/ 4147812 h 4147836"/>
                <a:gd name="connsiteX6" fmla="*/ 0 w 311943"/>
                <a:gd name="connsiteY6" fmla="*/ 4147015 h 4147836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3243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  <a:gd name="connsiteX0" fmla="*/ 0 w 311943"/>
                <a:gd name="connsiteY0" fmla="*/ 6814 h 4147837"/>
                <a:gd name="connsiteX1" fmla="*/ 300036 w 311943"/>
                <a:gd name="connsiteY1" fmla="*/ 39367 h 4147837"/>
                <a:gd name="connsiteX2" fmla="*/ 311943 w 311943"/>
                <a:gd name="connsiteY2" fmla="*/ 4075574 h 4147837"/>
                <a:gd name="connsiteX3" fmla="*/ 0 w 311943"/>
                <a:gd name="connsiteY3" fmla="*/ 4147015 h 4147837"/>
                <a:gd name="connsiteX4" fmla="*/ 0 w 311943"/>
                <a:gd name="connsiteY4" fmla="*/ 6814 h 4147837"/>
                <a:gd name="connsiteX0" fmla="*/ 0 w 311943"/>
                <a:gd name="connsiteY0" fmla="*/ 6814 h 4147837"/>
                <a:gd name="connsiteX1" fmla="*/ 143667 w 311943"/>
                <a:gd name="connsiteY1" fmla="*/ 5239 h 4147837"/>
                <a:gd name="connsiteX2" fmla="*/ 294481 w 311943"/>
                <a:gd name="connsiteY2" fmla="*/ 149701 h 4147837"/>
                <a:gd name="connsiteX3" fmla="*/ 304799 w 311943"/>
                <a:gd name="connsiteY3" fmla="*/ 3501699 h 4147837"/>
                <a:gd name="connsiteX4" fmla="*/ 305624 w 311943"/>
                <a:gd name="connsiteY4" fmla="*/ 3904952 h 4147837"/>
                <a:gd name="connsiteX5" fmla="*/ 119861 w 311943"/>
                <a:gd name="connsiteY5" fmla="*/ 4147812 h 4147837"/>
                <a:gd name="connsiteX6" fmla="*/ 0 w 311943"/>
                <a:gd name="connsiteY6" fmla="*/ 4147015 h 414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43" h="4147837" stroke="0" extrusionOk="0">
                  <a:moveTo>
                    <a:pt x="0" y="6814"/>
                  </a:moveTo>
                  <a:cubicBezTo>
                    <a:pt x="88900" y="18458"/>
                    <a:pt x="220661" y="-32602"/>
                    <a:pt x="300036" y="39367"/>
                  </a:cubicBezTo>
                  <a:cubicBezTo>
                    <a:pt x="305592" y="1407788"/>
                    <a:pt x="306387" y="2707153"/>
                    <a:pt x="311943" y="4075574"/>
                  </a:cubicBezTo>
                  <a:cubicBezTo>
                    <a:pt x="311943" y="4075576"/>
                    <a:pt x="163075" y="4147015"/>
                    <a:pt x="0" y="4147015"/>
                  </a:cubicBezTo>
                  <a:lnTo>
                    <a:pt x="0" y="6814"/>
                  </a:lnTo>
                  <a:close/>
                </a:path>
                <a:path w="311943" h="4147837" fill="none">
                  <a:moveTo>
                    <a:pt x="0" y="6814"/>
                  </a:moveTo>
                  <a:lnTo>
                    <a:pt x="143667" y="5239"/>
                  </a:lnTo>
                  <a:cubicBezTo>
                    <a:pt x="202670" y="4180"/>
                    <a:pt x="287867" y="57923"/>
                    <a:pt x="294481" y="149701"/>
                  </a:cubicBezTo>
                  <a:cubicBezTo>
                    <a:pt x="298714" y="1474734"/>
                    <a:pt x="300566" y="2176666"/>
                    <a:pt x="304799" y="3501699"/>
                  </a:cubicBezTo>
                  <a:cubicBezTo>
                    <a:pt x="307048" y="4062084"/>
                    <a:pt x="303109" y="3792516"/>
                    <a:pt x="305624" y="3904952"/>
                  </a:cubicBezTo>
                  <a:cubicBezTo>
                    <a:pt x="303399" y="4098386"/>
                    <a:pt x="211684" y="4149147"/>
                    <a:pt x="119861" y="4147812"/>
                  </a:cubicBezTo>
                  <a:lnTo>
                    <a:pt x="0" y="4147015"/>
                  </a:lnTo>
                </a:path>
              </a:pathLst>
            </a:custGeom>
            <a:grpFill/>
            <a:ln w="28575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177EC67-8550-4AED-A8AC-75E3315646C4}"/>
              </a:ext>
            </a:extLst>
          </p:cNvPr>
          <p:cNvSpPr txBox="1"/>
          <p:nvPr/>
        </p:nvSpPr>
        <p:spPr>
          <a:xfrm>
            <a:off x="1127125" y="1889112"/>
            <a:ext cx="3901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endParaRPr lang="ko-KR" altLang="en-US" b="1" dirty="0">
              <a:ln w="25400" cap="flat">
                <a:noFill/>
                <a:miter lim="800000"/>
              </a:ln>
              <a:solidFill>
                <a:srgbClr val="173F9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사각형: 둥근 모서리 2">
            <a:extLst>
              <a:ext uri="{FF2B5EF4-FFF2-40B4-BE49-F238E27FC236}">
                <a16:creationId xmlns:a16="http://schemas.microsoft.com/office/drawing/2014/main" xmlns="" id="{5A3E887E-8AEC-44D2-A628-0531BA3F64E4}"/>
              </a:ext>
            </a:extLst>
          </p:cNvPr>
          <p:cNvSpPr/>
          <p:nvPr/>
        </p:nvSpPr>
        <p:spPr>
          <a:xfrm>
            <a:off x="1650861" y="1903368"/>
            <a:ext cx="5909548" cy="367905"/>
          </a:xfrm>
          <a:prstGeom prst="roundRect">
            <a:avLst/>
          </a:prstGeom>
          <a:noFill/>
          <a:ln w="19050">
            <a:solidFill>
              <a:srgbClr val="5AA8C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E5ABF80-76E4-4E34-A9A6-17336D8CA946}"/>
              </a:ext>
            </a:extLst>
          </p:cNvPr>
          <p:cNvSpPr txBox="1"/>
          <p:nvPr/>
        </p:nvSpPr>
        <p:spPr>
          <a:xfrm>
            <a:off x="1833985" y="1949634"/>
            <a:ext cx="5505591" cy="276999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평가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821298" y="3717061"/>
            <a:ext cx="2261856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RMSE(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평균제곱오차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구하기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032255" y="4174261"/>
            <a:ext cx="1396128" cy="4374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 :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실제값</a:t>
            </a:r>
            <a:endParaRPr lang="en-US" altLang="ko-KR" sz="13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y_pred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예측값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9160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훈련 데이터와 테스트 데이터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5" y="1509373"/>
            <a:ext cx="12195046" cy="501300"/>
          </a:xfrm>
        </p:spPr>
        <p:txBody>
          <a:bodyPr anchor="ctr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iris </a:t>
            </a:r>
            <a:r>
              <a:rPr lang="ko-KR" altLang="en-US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CB97F446-B71C-47F5-BCB9-7B2B769ADDC6}"/>
              </a:ext>
            </a:extLst>
          </p:cNvPr>
          <p:cNvGrpSpPr/>
          <p:nvPr/>
        </p:nvGrpSpPr>
        <p:grpSpPr>
          <a:xfrm>
            <a:off x="1171753" y="2360886"/>
            <a:ext cx="9848494" cy="2966391"/>
            <a:chOff x="789159" y="2181777"/>
            <a:chExt cx="9848494" cy="2966391"/>
          </a:xfrm>
        </p:grpSpPr>
        <p:pic>
          <p:nvPicPr>
            <p:cNvPr id="28" name="Google Shape;216;p3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13374" y="2181778"/>
              <a:ext cx="2324279" cy="29663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xmlns="" id="{D6E3177C-8061-4B5D-ABEE-353D93BDBAEA}"/>
                </a:ext>
              </a:extLst>
            </p:cNvPr>
            <p:cNvGrpSpPr/>
            <p:nvPr/>
          </p:nvGrpSpPr>
          <p:grpSpPr>
            <a:xfrm>
              <a:off x="789159" y="2181777"/>
              <a:ext cx="7307092" cy="2966390"/>
              <a:chOff x="1554347" y="2773474"/>
              <a:chExt cx="6105816" cy="2363300"/>
            </a:xfrm>
          </p:grpSpPr>
          <p:pic>
            <p:nvPicPr>
              <p:cNvPr id="27" name="Google Shape;215;p3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554347" y="2773474"/>
                <a:ext cx="6105816" cy="19589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Google Shape;217;p36"/>
              <p:cNvSpPr txBox="1"/>
              <p:nvPr/>
            </p:nvSpPr>
            <p:spPr>
              <a:xfrm>
                <a:off x="1554348" y="4732379"/>
                <a:ext cx="6105815" cy="404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800" dirty="0">
                    <a:solidFill>
                      <a:schemeClr val="dk2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'setosa', 'versicolor', 'virginica</a:t>
                </a:r>
                <a:r>
                  <a:rPr lang="en-US" altLang="ko-KR" sz="1800" dirty="0">
                    <a:solidFill>
                      <a:schemeClr val="dk2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’</a:t>
                </a:r>
                <a:endParaRPr sz="1800" dirty="0">
                  <a:solidFill>
                    <a:schemeClr val="dk2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0888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훈련 데이터와 테스트 데이터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1" y="1529399"/>
            <a:ext cx="12192000" cy="375601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정확도가 정말 </a:t>
            </a:r>
            <a:r>
              <a:rPr lang="en-US" altLang="ko-KR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1.0 </a:t>
            </a:r>
            <a:r>
              <a:rPr lang="ko-KR" altLang="en-US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인가</a:t>
            </a:r>
            <a:r>
              <a:rPr lang="en-US" altLang="ko-KR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dirty="0">
              <a:effectLst>
                <a:glow>
                  <a:prstClr val="white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81A93A9C-F1C7-49AA-AA0C-EBAFB748AFC7}"/>
              </a:ext>
            </a:extLst>
          </p:cNvPr>
          <p:cNvGrpSpPr/>
          <p:nvPr/>
        </p:nvGrpSpPr>
        <p:grpSpPr>
          <a:xfrm>
            <a:off x="2170967" y="2096131"/>
            <a:ext cx="7850066" cy="4181792"/>
            <a:chOff x="2414942" y="2390458"/>
            <a:chExt cx="6430001" cy="3425312"/>
          </a:xfrm>
        </p:grpSpPr>
        <p:pic>
          <p:nvPicPr>
            <p:cNvPr id="7" name="Google Shape;224;p3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414942" y="2390458"/>
              <a:ext cx="6430000" cy="2000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25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14942" y="4433709"/>
              <a:ext cx="6430001" cy="13820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직사각형 8"/>
          <p:cNvSpPr/>
          <p:nvPr/>
        </p:nvSpPr>
        <p:spPr>
          <a:xfrm>
            <a:off x="9020080" y="3160469"/>
            <a:ext cx="2350285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분류 알고리즘 라이브러리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020080" y="5366957"/>
            <a:ext cx="2350285" cy="42755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실제값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예측값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y_pred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값을</a:t>
            </a:r>
            <a:endParaRPr lang="en-US" altLang="ko-KR" sz="13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비교하여 정확도 측정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020080" y="4094748"/>
            <a:ext cx="2350285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훈련데이터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모델 적합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020080" y="4765639"/>
            <a:ext cx="2350285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훈련데이터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</a:t>
            </a:r>
            <a:r>
              <a:rPr lang="en-US" altLang="ko-KR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y_pred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예측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710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훈련 데이터와 테스트 데이터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770E34-9B4D-465F-9AEE-5A146E4C0A03}"/>
              </a:ext>
            </a:extLst>
          </p:cNvPr>
          <p:cNvSpPr txBox="1"/>
          <p:nvPr/>
        </p:nvSpPr>
        <p:spPr>
          <a:xfrm>
            <a:off x="2428024" y="2554958"/>
            <a:ext cx="10839797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머신러닝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모델을 만들 때 사용한 데이터는 모델의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성능측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용으로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사용하지 않음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일반화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문제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머신러닝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모델을 만들 목적으로 사용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머신러닝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모델이 잘 작동하는지를 측정할 목적으로 사용  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scikit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-learn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train_test_split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함수를 주로 사용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기본적으로 훈련용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75%,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테스트용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25%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구성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C662B3EE-B88D-4548-BA26-7EAD03EB3E9A}"/>
              </a:ext>
            </a:extLst>
          </p:cNvPr>
          <p:cNvGrpSpPr/>
          <p:nvPr/>
        </p:nvGrpSpPr>
        <p:grpSpPr>
          <a:xfrm>
            <a:off x="3388540" y="1874859"/>
            <a:ext cx="5331254" cy="513261"/>
            <a:chOff x="6591542" y="2491579"/>
            <a:chExt cx="4311531" cy="62388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xmlns="" id="{53553AF3-D3F6-48AE-BE1E-27A36AAACACB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</p:grpSpPr>
          <p:sp>
            <p:nvSpPr>
              <p:cNvPr id="8" name="오른쪽 대괄호 8">
                <a:extLst>
                  <a:ext uri="{FF2B5EF4-FFF2-40B4-BE49-F238E27FC236}">
                    <a16:creationId xmlns:a16="http://schemas.microsoft.com/office/drawing/2014/main" xmlns="" id="{B5EC88CB-C3C6-4B80-8229-0D062B917CE9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" name="오른쪽 대괄호 8">
                <a:extLst>
                  <a:ext uri="{FF2B5EF4-FFF2-40B4-BE49-F238E27FC236}">
                    <a16:creationId xmlns:a16="http://schemas.microsoft.com/office/drawing/2014/main" xmlns="" id="{59022FD4-E5DB-47B1-AA2E-1F1B953BB8FF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55FFD393-6DFB-460E-B3AC-CFB9CBF9850E}"/>
                </a:ext>
              </a:extLst>
            </p:cNvPr>
            <p:cNvSpPr txBox="1"/>
            <p:nvPr/>
          </p:nvSpPr>
          <p:spPr>
            <a:xfrm>
              <a:off x="6591542" y="2543175"/>
              <a:ext cx="4311531" cy="561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훈련 데이터와 테스트 데이터의 분리</a:t>
              </a:r>
            </a:p>
          </p:txBody>
        </p:sp>
      </p:grpSp>
      <p:sp>
        <p:nvSpPr>
          <p:cNvPr id="10" name="오른쪽 화살표 9"/>
          <p:cNvSpPr/>
          <p:nvPr/>
        </p:nvSpPr>
        <p:spPr>
          <a:xfrm>
            <a:off x="2808136" y="3064591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6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훈련 데이터와 테스트 데이터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3A10EC46-719E-4817-9FC5-7E623889CCDC}"/>
              </a:ext>
            </a:extLst>
          </p:cNvPr>
          <p:cNvGrpSpPr/>
          <p:nvPr/>
        </p:nvGrpSpPr>
        <p:grpSpPr>
          <a:xfrm>
            <a:off x="1866129" y="1941189"/>
            <a:ext cx="8459742" cy="4316443"/>
            <a:chOff x="2223053" y="2026030"/>
            <a:chExt cx="7162800" cy="3654700"/>
          </a:xfrm>
        </p:grpSpPr>
        <p:pic>
          <p:nvPicPr>
            <p:cNvPr id="5" name="Google Shape;238;p3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242103" y="2026030"/>
              <a:ext cx="7124700" cy="2200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2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23053" y="4280555"/>
              <a:ext cx="7162800" cy="1400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직사각형 6"/>
          <p:cNvSpPr/>
          <p:nvPr/>
        </p:nvSpPr>
        <p:spPr>
          <a:xfrm>
            <a:off x="5675243" y="2981739"/>
            <a:ext cx="1958009" cy="3081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67749" y="3090895"/>
            <a:ext cx="2350285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재현을 </a:t>
            </a:r>
            <a:r>
              <a:rPr lang="ko-KR" altLang="en-US" sz="13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위한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seed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767749" y="5774461"/>
            <a:ext cx="2350285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훈련 데이터로 모델 적합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7633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훈련 데이터와 테스트 데이터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0" y="1520718"/>
            <a:ext cx="12192001" cy="422382"/>
          </a:xfrm>
        </p:spPr>
        <p:txBody>
          <a:bodyPr anchor="t"/>
          <a:lstStyle/>
          <a:p>
            <a:pPr marL="114300" lvl="0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ko-KR" altLang="en-US" dirty="0"/>
              <a:t>테스트 데이터를 이용한 모델의 성능 측정</a:t>
            </a:r>
          </a:p>
        </p:txBody>
      </p:sp>
      <p:pic>
        <p:nvPicPr>
          <p:cNvPr id="6" name="Google Shape;2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6569" y="2465280"/>
            <a:ext cx="9109635" cy="27100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8295919" y="2613817"/>
            <a:ext cx="2350285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 데이터로 예측 수행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295919" y="4293530"/>
            <a:ext cx="2350285" cy="44743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 데이터의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실제값과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예측값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비교를 통해 정확도 계산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5416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훈련 데이터와 테스트 데이터</a:t>
            </a:r>
            <a:endParaRPr lang="ko-KR" altLang="en-US" dirty="0"/>
          </a:p>
        </p:txBody>
      </p:sp>
      <p:pic>
        <p:nvPicPr>
          <p:cNvPr id="7" name="Google Shape;253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55423" y="2506184"/>
            <a:ext cx="9153426" cy="31827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8796130" y="2743026"/>
            <a:ext cx="1850074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 정확도 계산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96130" y="4671217"/>
            <a:ext cx="1850074" cy="28840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 정확도 계산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790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하이퍼파라미터의 선택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0" y="1550976"/>
            <a:ext cx="12192000" cy="354024"/>
          </a:xfrm>
        </p:spPr>
        <p:txBody>
          <a:bodyPr anchor="t"/>
          <a:lstStyle/>
          <a:p>
            <a:pPr marL="114300" lvl="0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ko-KR" altLang="en-US" dirty="0" err="1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하이퍼파라미터의</a:t>
            </a:r>
            <a:r>
              <a:rPr lang="ko-KR" altLang="en-US" dirty="0">
                <a:effectLst>
                  <a:glow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선택</a:t>
            </a:r>
          </a:p>
          <a:p>
            <a:pPr marL="914400" lvl="0" algn="l">
              <a:spcBef>
                <a:spcPts val="1600"/>
              </a:spcBef>
              <a:spcAft>
                <a:spcPts val="1600"/>
              </a:spcAft>
            </a:pPr>
            <a:endParaRPr lang="ko-KR" altLang="en-US" dirty="0">
              <a:effectLst>
                <a:glow>
                  <a:prstClr val="white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Google Shape;26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55424" y="2117708"/>
            <a:ext cx="9081154" cy="26371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직사각형 5"/>
          <p:cNvSpPr/>
          <p:nvPr/>
        </p:nvSpPr>
        <p:spPr>
          <a:xfrm>
            <a:off x="7772400" y="2971801"/>
            <a:ext cx="2714779" cy="4644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Neighbors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1~11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번갈아가며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설정해서 모델 적합 및 정확도 계산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0595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하이퍼파라미터의 선택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4B747FA1-CD59-414B-A445-5A5AE952CA30}"/>
              </a:ext>
            </a:extLst>
          </p:cNvPr>
          <p:cNvGrpSpPr/>
          <p:nvPr/>
        </p:nvGrpSpPr>
        <p:grpSpPr>
          <a:xfrm>
            <a:off x="1411853" y="2031883"/>
            <a:ext cx="9368294" cy="4136781"/>
            <a:chOff x="1827387" y="2237646"/>
            <a:chExt cx="8468965" cy="3739662"/>
          </a:xfrm>
        </p:grpSpPr>
        <p:pic>
          <p:nvPicPr>
            <p:cNvPr id="24" name="Google Shape;267;p4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387" y="2237646"/>
              <a:ext cx="7191375" cy="2238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6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38774" y="3738933"/>
              <a:ext cx="3357578" cy="2238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직사각형 5"/>
          <p:cNvSpPr/>
          <p:nvPr/>
        </p:nvSpPr>
        <p:spPr>
          <a:xfrm>
            <a:off x="6649278" y="6208420"/>
            <a:ext cx="3649059" cy="51043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파라미터를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변경해가면서 가장 높은 정확도를</a:t>
            </a:r>
            <a: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보이는 모델 생성을 위한 </a:t>
            </a:r>
            <a:r>
              <a:rPr lang="ko-KR" altLang="en-US" sz="13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하이퍼파라미터</a:t>
            </a:r>
            <a:r>
              <a:rPr lang="ko-KR" altLang="en-US" sz="13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선택 가능</a:t>
            </a:r>
            <a:endParaRPr lang="ko-KR" altLang="en-US" sz="13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462052" y="4393096"/>
            <a:ext cx="834888" cy="16697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992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31" name="그룹 30"/>
          <p:cNvGrpSpPr/>
          <p:nvPr/>
        </p:nvGrpSpPr>
        <p:grpSpPr>
          <a:xfrm>
            <a:off x="1609058" y="1789165"/>
            <a:ext cx="8930109" cy="830997"/>
            <a:chOff x="1609058" y="1848398"/>
            <a:chExt cx="8930109" cy="830997"/>
          </a:xfrm>
        </p:grpSpPr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1848398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400" spc="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scikit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-learn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은 데이터를 담고 있는 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차원 구조의 특징 행렬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(X)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와 레이블을 담고 있는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/>
              </a:r>
              <a:b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</a:b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차원 구조의 대상 벡터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(y)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사용하도록 설계되어 있습니다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5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4" name="그룹 33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6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7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8" name="그룹 37"/>
          <p:cNvGrpSpPr/>
          <p:nvPr/>
        </p:nvGrpSpPr>
        <p:grpSpPr>
          <a:xfrm>
            <a:off x="1609058" y="3055834"/>
            <a:ext cx="8930109" cy="539110"/>
            <a:chOff x="1609058" y="3086858"/>
            <a:chExt cx="8930109" cy="539110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3140647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scikit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-learn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의 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Estimator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는 공통 인터페이스로 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fit, predict, score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메서드를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제공합니다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1" name="그룹 4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1609058" y="4030616"/>
            <a:ext cx="8930109" cy="830997"/>
            <a:chOff x="1609058" y="4099951"/>
            <a:chExt cx="8930109" cy="830997"/>
          </a:xfrm>
        </p:grpSpPr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409995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회귀 문제는 선형 알고리즘이 구현되어 있는 </a:t>
              </a:r>
              <a:r>
                <a:rPr lang="en-US" altLang="ko-KR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LinearRegressor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사용할 수 있고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분류 문제는 분류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/>
              </a:r>
              <a:b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</a:b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알고리즘이 구현되어 있는 </a:t>
              </a:r>
              <a:r>
                <a:rPr lang="en-US" altLang="ko-KR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KNeighborsClassifier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사용할 수 있습니다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8" name="그룹 4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2" name="그룹 51"/>
          <p:cNvGrpSpPr/>
          <p:nvPr/>
        </p:nvGrpSpPr>
        <p:grpSpPr>
          <a:xfrm>
            <a:off x="1609544" y="5297284"/>
            <a:ext cx="8930109" cy="830997"/>
            <a:chOff x="1609058" y="5489046"/>
            <a:chExt cx="8930109" cy="830997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5489046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scikit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-learn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의 </a:t>
              </a:r>
              <a:r>
                <a:rPr lang="en-US" altLang="ko-KR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train_test_split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함수를 이용해 훈련 데이터와 테스트 데이터를 나누고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</a:t>
              </a:r>
              <a:b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</a:b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모델의 성능은 테스트 데이터를 이용해 측정합니다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5" name="그룹 54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7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8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991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1707</TotalTime>
  <Words>725</Words>
  <Application>Microsoft Office PowerPoint</Application>
  <PresentationFormat>와이드스크린</PresentationFormat>
  <Paragraphs>151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나눔바른고딕</vt:lpstr>
      <vt:lpstr>Impact</vt:lpstr>
      <vt:lpstr>나눔스퀘어 Bold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Scikit-Learn 라이브러리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Scikit-Learn의 데이터 표현 방식</vt:lpstr>
      <vt:lpstr>Scikit-Learn Estimator API 기본 활용 절차</vt:lpstr>
      <vt:lpstr>Scikit-Learn Estimator API 기본 활용 절차</vt:lpstr>
      <vt:lpstr>Scikit-Learn Estimator API 기본 활용 절차</vt:lpstr>
      <vt:lpstr>Scikit-Learn Estimator API 기본 활용 절차</vt:lpstr>
      <vt:lpstr>Scikit-Learn Estimator API 기본 활용 절차</vt:lpstr>
      <vt:lpstr>Scikit-Learn Estimator API 기본 활용 절차</vt:lpstr>
      <vt:lpstr>Scikit-Learn Estimator API 기본 활용 절차</vt:lpstr>
      <vt:lpstr>훈련 데이터와 테스트 데이터</vt:lpstr>
      <vt:lpstr>훈련 데이터와 테스트 데이터</vt:lpstr>
      <vt:lpstr>훈련 데이터와 테스트 데이터</vt:lpstr>
      <vt:lpstr>훈련 데이터와 테스트 데이터</vt:lpstr>
      <vt:lpstr>훈련 데이터와 테스트 데이터</vt:lpstr>
      <vt:lpstr>훈련 데이터와 테스트 데이터</vt:lpstr>
      <vt:lpstr>하이퍼파라미터의 선택</vt:lpstr>
      <vt:lpstr>하이퍼파라미터의 선택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533</cp:revision>
  <dcterms:created xsi:type="dcterms:W3CDTF">2019-01-19T08:23:23Z</dcterms:created>
  <dcterms:modified xsi:type="dcterms:W3CDTF">2020-03-10T06:44:27Z</dcterms:modified>
</cp:coreProperties>
</file>