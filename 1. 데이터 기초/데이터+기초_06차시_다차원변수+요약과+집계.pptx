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03" r:id="rId2"/>
    <p:sldId id="404" r:id="rId3"/>
    <p:sldId id="328" r:id="rId4"/>
    <p:sldId id="368" r:id="rId5"/>
    <p:sldId id="301" r:id="rId6"/>
    <p:sldId id="373" r:id="rId7"/>
    <p:sldId id="374" r:id="rId8"/>
    <p:sldId id="375" r:id="rId9"/>
    <p:sldId id="378" r:id="rId10"/>
    <p:sldId id="379" r:id="rId11"/>
    <p:sldId id="371" r:id="rId12"/>
    <p:sldId id="389" r:id="rId13"/>
    <p:sldId id="351" r:id="rId14"/>
    <p:sldId id="390" r:id="rId15"/>
    <p:sldId id="392" r:id="rId16"/>
    <p:sldId id="393" r:id="rId17"/>
    <p:sldId id="394" r:id="rId18"/>
    <p:sldId id="395" r:id="rId19"/>
    <p:sldId id="372" r:id="rId20"/>
    <p:sldId id="396" r:id="rId21"/>
    <p:sldId id="370" r:id="rId22"/>
    <p:sldId id="369" r:id="rId23"/>
    <p:sldId id="397" r:id="rId24"/>
    <p:sldId id="381" r:id="rId25"/>
    <p:sldId id="398" r:id="rId26"/>
    <p:sldId id="399" r:id="rId27"/>
    <p:sldId id="400" r:id="rId28"/>
    <p:sldId id="401" r:id="rId29"/>
    <p:sldId id="402" r:id="rId30"/>
  </p:sldIdLst>
  <p:sldSz cx="12192000" cy="6858000"/>
  <p:notesSz cx="6858000" cy="9144000"/>
  <p:embeddedFontLst>
    <p:embeddedFont>
      <p:font typeface="나눔바른고딕" panose="020B0603020101020101" pitchFamily="50" charset="-127"/>
      <p:regular r:id="rId33"/>
      <p:bold r:id="rId34"/>
    </p:embeddedFont>
    <p:embeddedFont>
      <p:font typeface="휴먼모음T" panose="02030504000101010101" pitchFamily="18" charset="-127"/>
      <p:regular r:id="rId35"/>
    </p:embeddedFont>
    <p:embeddedFont>
      <p:font typeface="Impact" panose="020B0806030902050204" pitchFamily="34" charset="0"/>
      <p:regular r:id="rId36"/>
    </p:embeddedFont>
    <p:embeddedFont>
      <p:font typeface="나눔스퀘어 Bold" panose="020B0600000101010101" pitchFamily="50" charset="-127"/>
      <p:bold r:id="rId37"/>
    </p:embeddedFont>
    <p:embeddedFont>
      <p:font typeface="스웨거 TTF" panose="020B0600000101010101" pitchFamily="50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D2Coding" panose="020B0600000101010101" charset="-127"/>
      <p:regular r:id="rId41"/>
      <p:bold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pos="325"/>
        <p:guide orient="horz" pos="981"/>
        <p:guide orient="horz" pos="14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3102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  <pc:sldChg chg="addSp delSp modSp add">
        <pc:chgData name="Choi Jeomki" userId="f1912f8b0928b9f1" providerId="LiveId" clId="{473EBD16-4E12-4E46-BB87-A007938A700F}" dt="2019-02-20T06:14:20.601" v="3794"/>
        <pc:sldMkLst>
          <pc:docMk/>
          <pc:sldMk cId="559297383" sldId="368"/>
        </pc:sldMkLst>
        <pc:spChg chg="mod">
          <ac:chgData name="Choi Jeomki" userId="f1912f8b0928b9f1" providerId="LiveId" clId="{473EBD16-4E12-4E46-BB87-A007938A700F}" dt="2019-02-20T06:00:20.967" v="3703"/>
          <ac:spMkLst>
            <pc:docMk/>
            <pc:sldMk cId="559297383" sldId="368"/>
            <ac:spMk id="2" creationId="{00000000-0000-0000-0000-000000000000}"/>
          </ac:spMkLst>
        </pc:spChg>
        <pc:spChg chg="mod">
          <ac:chgData name="Choi Jeomki" userId="f1912f8b0928b9f1" providerId="LiveId" clId="{473EBD16-4E12-4E46-BB87-A007938A700F}" dt="2019-02-20T06:14:20.601" v="3794"/>
          <ac:spMkLst>
            <pc:docMk/>
            <pc:sldMk cId="559297383" sldId="368"/>
            <ac:spMk id="3" creationId="{00000000-0000-0000-0000-000000000000}"/>
          </ac:spMkLst>
        </pc:spChg>
        <pc:spChg chg="add mod">
          <ac:chgData name="Choi Jeomki" userId="f1912f8b0928b9f1" providerId="LiveId" clId="{473EBD16-4E12-4E46-BB87-A007938A700F}" dt="2019-02-20T06:03:52.418" v="3738" actId="554"/>
          <ac:spMkLst>
            <pc:docMk/>
            <pc:sldMk cId="559297383" sldId="368"/>
            <ac:spMk id="4" creationId="{ADA03E13-0BBF-4FF1-A322-39BEFA579A6B}"/>
          </ac:spMkLst>
        </pc:spChg>
        <pc:spChg chg="add mod">
          <ac:chgData name="Choi Jeomki" userId="f1912f8b0928b9f1" providerId="LiveId" clId="{473EBD16-4E12-4E46-BB87-A007938A700F}" dt="2019-02-20T06:04:43.978" v="3752" actId="20577"/>
          <ac:spMkLst>
            <pc:docMk/>
            <pc:sldMk cId="559297383" sldId="368"/>
            <ac:spMk id="8" creationId="{82BD7C83-8C2B-4446-B6A1-0F059BAC3EB1}"/>
          </ac:spMkLst>
        </pc:spChg>
        <pc:picChg chg="add del mod">
          <ac:chgData name="Choi Jeomki" userId="f1912f8b0928b9f1" providerId="LiveId" clId="{473EBD16-4E12-4E46-BB87-A007938A700F}" dt="2019-02-20T06:02:34.518" v="3716" actId="478"/>
          <ac:picMkLst>
            <pc:docMk/>
            <pc:sldMk cId="559297383" sldId="368"/>
            <ac:picMk id="5" creationId="{0B72A2A7-E429-4F22-A837-C4106A61D93F}"/>
          </ac:picMkLst>
        </pc:picChg>
        <pc:picChg chg="add mod">
          <ac:chgData name="Choi Jeomki" userId="f1912f8b0928b9f1" providerId="LiveId" clId="{473EBD16-4E12-4E46-BB87-A007938A700F}" dt="2019-02-20T06:04:32.240" v="3746" actId="208"/>
          <ac:picMkLst>
            <pc:docMk/>
            <pc:sldMk cId="559297383" sldId="368"/>
            <ac:picMk id="6" creationId="{92B48D5C-0A6B-4948-B68F-F5A799A74D49}"/>
          </ac:picMkLst>
        </pc:picChg>
        <pc:picChg chg="add mod">
          <ac:chgData name="Choi Jeomki" userId="f1912f8b0928b9f1" providerId="LiveId" clId="{473EBD16-4E12-4E46-BB87-A007938A700F}" dt="2019-02-20T06:05:35.218" v="3766" actId="555"/>
          <ac:picMkLst>
            <pc:docMk/>
            <pc:sldMk cId="559297383" sldId="368"/>
            <ac:picMk id="7" creationId="{8535830E-80CA-4B39-A5EB-F84C8697F636}"/>
          </ac:picMkLst>
        </pc:picChg>
        <pc:picChg chg="add mod">
          <ac:chgData name="Choi Jeomki" userId="f1912f8b0928b9f1" providerId="LiveId" clId="{473EBD16-4E12-4E46-BB87-A007938A700F}" dt="2019-02-20T06:05:35.218" v="3766" actId="555"/>
          <ac:picMkLst>
            <pc:docMk/>
            <pc:sldMk cId="559297383" sldId="368"/>
            <ac:picMk id="9" creationId="{8779E177-EC73-41C1-A8FC-72BC2D12091E}"/>
          </ac:picMkLst>
        </pc:pic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 add del ord">
        <pc:chgData name="Choi Jeomki" userId="f1912f8b0928b9f1" providerId="LiveId" clId="{B2BCA8AB-E8F2-4DD2-A10D-D82BF7F41353}" dt="2019-02-19T04:08:05.534" v="2398"/>
        <pc:sldMkLst>
          <pc:docMk/>
          <pc:sldMk cId="3091683995" sldId="301"/>
        </pc:sldMkLst>
        <pc:spChg chg="mod">
          <ac:chgData name="Choi Jeomki" userId="f1912f8b0928b9f1" providerId="LiveId" clId="{B2BCA8AB-E8F2-4DD2-A10D-D82BF7F41353}" dt="2019-02-19T04:08:05.534" v="2398"/>
          <ac:spMkLst>
            <pc:docMk/>
            <pc:sldMk cId="3091683995" sldId="301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3:43:08.763" v="1005" actId="20577"/>
          <ac:spMkLst>
            <pc:docMk/>
            <pc:sldMk cId="3091683995" sldId="301"/>
            <ac:spMk id="3" creationId="{00000000-0000-0000-0000-000000000000}"/>
          </ac:spMkLst>
        </pc:spChg>
        <pc:spChg chg="add mod">
          <ac:chgData name="Choi Jeomki" userId="f1912f8b0928b9f1" providerId="LiveId" clId="{B2BCA8AB-E8F2-4DD2-A10D-D82BF7F41353}" dt="2019-02-19T03:41:24.168" v="576" actId="20577"/>
          <ac:spMkLst>
            <pc:docMk/>
            <pc:sldMk cId="3091683995" sldId="301"/>
            <ac:spMk id="4" creationId="{73CB8ADF-821B-475E-BA22-04C1A0358EC9}"/>
          </ac:spMkLst>
        </pc:spChg>
        <pc:spChg chg="add mod">
          <ac:chgData name="Choi Jeomki" userId="f1912f8b0928b9f1" providerId="LiveId" clId="{B2BCA8AB-E8F2-4DD2-A10D-D82BF7F41353}" dt="2019-02-19T03:41:28.057" v="577" actId="14100"/>
          <ac:spMkLst>
            <pc:docMk/>
            <pc:sldMk cId="3091683995" sldId="301"/>
            <ac:spMk id="5" creationId="{576A565C-CC34-452C-876B-3329D2A594C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0" creationId="{EC1BD01B-3E20-40BC-B80B-6B56D2457012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1" creationId="{AF8F4F65-6788-443D-8E01-F094C74E225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3" creationId="{048A3A4E-1D75-430B-A140-B61422A81F1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4" creationId="{03FAF353-51E3-49B7-BE18-D3D90B0227F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5" creationId="{F899C42A-B60B-4CB8-A453-90E69818D99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38" creationId="{8CEDA4A8-C3B6-43AE-A6AC-63E21ACE1EC3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4" creationId="{98EDB9A7-70F1-41B8-BFBA-ED7235EDCDB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5" creationId="{317E7B35-81BD-4066-9BCC-627AD209253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6" creationId="{AEA63388-7290-43AD-92F0-2148D6284FDF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7" creationId="{AB8E904A-3FFD-4A65-BBC8-88CA6E27A7D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8" creationId="{2F40AC3F-5633-4CB0-B21E-7A0E51716FE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49" creationId="{84EFC290-84FF-4FC5-AC27-DAB6CAF7EB6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0" creationId="{68FFEBA2-65FF-42CF-81CD-6C947A925D7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1" creationId="{528CAC72-B624-47A5-A828-B1510F0906D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2" creationId="{7F9A3159-B26A-4C0A-AD9E-18CE9C4F6C2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3" creationId="{F48CE33C-F76D-4384-9D6C-20433801C6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4" creationId="{BEB760B7-5B05-4F57-BF59-23498A1F04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5" creationId="{30720AB3-B159-427D-A528-F5EDDD77CD7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6" creationId="{986D403B-CDC0-45EC-828D-15B4C47BDBBC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7" creationId="{40A8CA31-49BC-46F3-A29E-B5144C77370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58" creationId="{9EB7C5BA-D912-46D1-8C3E-FAC6ABD8D55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0" creationId="{DE2133D6-6464-47A0-96CC-EF220A91F669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1" creationId="{703C0CA2-D2CE-4019-98A3-37B8E542B15D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2" creationId="{E7C900B9-ACF9-4E47-8542-2982DC5C5392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3" creationId="{27483BD7-B445-4F16-BDE1-DEE6A8067D0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4" creationId="{75C95CC4-A2AB-478C-8D86-C28069C6ED3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5" creationId="{F73EE2E2-BA53-430C-9A4D-E6809DD07FB5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6" creationId="{99C63CB4-9EAE-4DE1-9307-05D2F670F06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7" creationId="{DEF15B4F-86C3-4761-B9C6-AB6358C81B64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8" creationId="{E7A6A536-DC32-4A66-89CF-8BFBFBBEBD5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69" creationId="{89B935AA-7887-494A-A916-C8CB83DD370B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70" creationId="{4489AA2D-3C91-4C92-8878-5669906C3C15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01" creationId="{2104C3D0-F685-4791-B797-284CB48DED27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1" creationId="{8BAD50CF-5B86-4673-A67C-2D1B8F13BEFE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2" creationId="{39AB4350-2588-4653-972E-2230BCA1883A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3" creationId="{F3F4AC7D-6595-468C-AF31-D3705991E2C0}"/>
          </ac:spMkLst>
        </pc:spChg>
        <pc:spChg chg="del">
          <ac:chgData name="Choi Jeomki" userId="f1912f8b0928b9f1" providerId="LiveId" clId="{B2BCA8AB-E8F2-4DD2-A10D-D82BF7F41353}" dt="2019-02-19T00:36:31.918" v="234" actId="478"/>
          <ac:spMkLst>
            <pc:docMk/>
            <pc:sldMk cId="3091683995" sldId="301"/>
            <ac:spMk id="114" creationId="{0E52F466-28AE-4BD1-82F8-121A6E1497D1}"/>
          </ac:spMkLst>
        </pc:s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4" creationId="{892318E1-C4C2-4D7B-920C-8BEFD108F922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0" creationId="{E63A3024-0042-4834-ABFB-F2D59026966F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3" creationId="{0C6EC2AD-3818-4760-9471-98C3880DD894}"/>
          </ac:grpSpMkLst>
        </pc:grpChg>
        <pc:grpChg chg="del">
          <ac:chgData name="Choi Jeomki" userId="f1912f8b0928b9f1" providerId="LiveId" clId="{B2BCA8AB-E8F2-4DD2-A10D-D82BF7F41353}" dt="2019-02-19T00:36:31.918" v="234" actId="478"/>
          <ac:grpSpMkLst>
            <pc:docMk/>
            <pc:sldMk cId="3091683995" sldId="301"/>
            <ac:grpSpMk id="86" creationId="{4C709669-E648-4A18-B248-133B6048A5FB}"/>
          </ac:grpSpMkLst>
        </pc:grpChg>
        <pc:picChg chg="add del mod">
          <ac:chgData name="Choi Jeomki" userId="f1912f8b0928b9f1" providerId="LiveId" clId="{B2BCA8AB-E8F2-4DD2-A10D-D82BF7F41353}" dt="2019-02-19T03:40:39.874" v="570" actId="478"/>
          <ac:picMkLst>
            <pc:docMk/>
            <pc:sldMk cId="3091683995" sldId="301"/>
            <ac:picMk id="6" creationId="{6C01FA7B-A307-4A36-A2CB-16F0B5D2460E}"/>
          </ac:picMkLst>
        </pc:picChg>
        <pc:picChg chg="add mod">
          <ac:chgData name="Choi Jeomki" userId="f1912f8b0928b9f1" providerId="LiveId" clId="{B2BCA8AB-E8F2-4DD2-A10D-D82BF7F41353}" dt="2019-02-19T03:41:30.856" v="578" actId="1076"/>
          <ac:picMkLst>
            <pc:docMk/>
            <pc:sldMk cId="3091683995" sldId="301"/>
            <ac:picMk id="7" creationId="{F44ED903-961A-494B-8A18-5D8D329995CD}"/>
          </ac:picMkLst>
        </pc:picChg>
        <pc:picChg chg="add mod">
          <ac:chgData name="Choi Jeomki" userId="f1912f8b0928b9f1" providerId="LiveId" clId="{B2BCA8AB-E8F2-4DD2-A10D-D82BF7F41353}" dt="2019-02-19T03:41:35.358" v="583" actId="1038"/>
          <ac:picMkLst>
            <pc:docMk/>
            <pc:sldMk cId="3091683995" sldId="301"/>
            <ac:picMk id="8" creationId="{29F51D79-258D-45BA-B46C-FEF292AF53A5}"/>
          </ac:picMkLst>
        </pc:picChg>
        <pc:picChg chg="add mod">
          <ac:chgData name="Choi Jeomki" userId="f1912f8b0928b9f1" providerId="LiveId" clId="{B2BCA8AB-E8F2-4DD2-A10D-D82BF7F41353}" dt="2019-02-19T03:40:46.961" v="573" actId="208"/>
          <ac:picMkLst>
            <pc:docMk/>
            <pc:sldMk cId="3091683995" sldId="301"/>
            <ac:picMk id="9" creationId="{A74AE3D5-A4B7-4762-9723-0118524B45F4}"/>
          </ac:picMkLst>
        </pc:pic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2" creationId="{5266DF7B-A439-4789-9158-641B567E0072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6" creationId="{D0FC0F50-2F06-4ABD-BFD3-DCE6ABB970BD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37" creationId="{9A2790B3-C0F8-4CA4-8D77-0472281FC326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1" creationId="{13E2DDA2-0461-4B86-9ED0-116FE776DB8D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3" creationId="{B0650B19-C985-4C7F-B3B1-AF7341F070BE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4" creationId="{0B6968B8-CCE4-4EC9-A38E-A139A1183187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5" creationId="{1015C660-6DE4-432F-A810-94B9A6D0DF03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6" creationId="{284632E0-168E-473E-928C-5055CEE570B7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7" creationId="{5DBB89DB-40E2-460A-BFC8-79319E7BB136}"/>
          </ac:cxnSpMkLst>
        </pc:cxnChg>
        <pc:cxnChg chg="del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78" creationId="{2ADA9E54-29ED-4407-AA54-2E6A54CAB85D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105" creationId="{215D4E79-8ABC-4DF1-A74E-476344A25357}"/>
          </ac:cxnSpMkLst>
        </pc:cxnChg>
        <pc:cxnChg chg="del mod">
          <ac:chgData name="Choi Jeomki" userId="f1912f8b0928b9f1" providerId="LiveId" clId="{B2BCA8AB-E8F2-4DD2-A10D-D82BF7F41353}" dt="2019-02-19T00:36:31.918" v="234" actId="478"/>
          <ac:cxnSpMkLst>
            <pc:docMk/>
            <pc:sldMk cId="3091683995" sldId="301"/>
            <ac:cxnSpMk id="106" creationId="{5B401F46-8D04-4748-9391-0EEE533D726C}"/>
          </ac:cxnSpMkLst>
        </pc:cxnChg>
      </pc:sldChg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  <pc:sldChg chg="addSp delSp modSp add">
        <pc:chgData name="Choi Jeomki" userId="f1912f8b0928b9f1" providerId="LiveId" clId="{B2BCA8AB-E8F2-4DD2-A10D-D82BF7F41353}" dt="2019-02-19T05:46:11.619" v="4462" actId="14100"/>
        <pc:sldMkLst>
          <pc:docMk/>
          <pc:sldMk cId="473385122" sldId="351"/>
        </pc:sldMkLst>
        <pc:spChg chg="mod">
          <ac:chgData name="Choi Jeomki" userId="f1912f8b0928b9f1" providerId="LiveId" clId="{B2BCA8AB-E8F2-4DD2-A10D-D82BF7F41353}" dt="2019-02-19T05:32:55.834" v="4246"/>
          <ac:spMkLst>
            <pc:docMk/>
            <pc:sldMk cId="473385122" sldId="351"/>
            <ac:spMk id="2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34:18.591" v="4428"/>
          <ac:spMkLst>
            <pc:docMk/>
            <pc:sldMk cId="473385122" sldId="351"/>
            <ac:spMk id="3" creationId="{00000000-0000-0000-0000-000000000000}"/>
          </ac:spMkLst>
        </pc:spChg>
        <pc:spChg chg="mod">
          <ac:chgData name="Choi Jeomki" userId="f1912f8b0928b9f1" providerId="LiveId" clId="{B2BCA8AB-E8F2-4DD2-A10D-D82BF7F41353}" dt="2019-02-19T05:44:30.927" v="4440" actId="20577"/>
          <ac:spMkLst>
            <pc:docMk/>
            <pc:sldMk cId="473385122" sldId="351"/>
            <ac:spMk id="4" creationId="{73CB8ADF-821B-475E-BA22-04C1A0358EC9}"/>
          </ac:spMkLst>
        </pc:spChg>
        <pc:spChg chg="mod">
          <ac:chgData name="Choi Jeomki" userId="f1912f8b0928b9f1" providerId="LiveId" clId="{B2BCA8AB-E8F2-4DD2-A10D-D82BF7F41353}" dt="2019-02-19T05:45:57.499" v="4456" actId="20577"/>
          <ac:spMkLst>
            <pc:docMk/>
            <pc:sldMk cId="473385122" sldId="351"/>
            <ac:spMk id="5" creationId="{576A565C-CC34-452C-876B-3329D2A594C4}"/>
          </ac:spMkLst>
        </pc:spChg>
        <pc:picChg chg="add mod">
          <ac:chgData name="Choi Jeomki" userId="f1912f8b0928b9f1" providerId="LiveId" clId="{B2BCA8AB-E8F2-4DD2-A10D-D82BF7F41353}" dt="2019-02-19T05:44:50.762" v="4445" actId="14100"/>
          <ac:picMkLst>
            <pc:docMk/>
            <pc:sldMk cId="473385122" sldId="351"/>
            <ac:picMk id="6" creationId="{CA93814E-215A-4A41-9CE3-8B107F3BB7E2}"/>
          </ac:picMkLst>
        </pc:picChg>
        <pc:picChg chg="del">
          <ac:chgData name="Choi Jeomki" userId="f1912f8b0928b9f1" providerId="LiveId" clId="{B2BCA8AB-E8F2-4DD2-A10D-D82BF7F41353}" dt="2019-02-19T05:45:13.827" v="4446" actId="478"/>
          <ac:picMkLst>
            <pc:docMk/>
            <pc:sldMk cId="473385122" sldId="351"/>
            <ac:picMk id="7" creationId="{F44ED903-961A-494B-8A18-5D8D329995CD}"/>
          </ac:picMkLst>
        </pc:picChg>
        <pc:picChg chg="del">
          <ac:chgData name="Choi Jeomki" userId="f1912f8b0928b9f1" providerId="LiveId" clId="{B2BCA8AB-E8F2-4DD2-A10D-D82BF7F41353}" dt="2019-02-19T05:45:50.481" v="4450" actId="478"/>
          <ac:picMkLst>
            <pc:docMk/>
            <pc:sldMk cId="473385122" sldId="351"/>
            <ac:picMk id="8" creationId="{29F51D79-258D-45BA-B46C-FEF292AF53A5}"/>
          </ac:picMkLst>
        </pc:picChg>
        <pc:picChg chg="del">
          <ac:chgData name="Choi Jeomki" userId="f1912f8b0928b9f1" providerId="LiveId" clId="{B2BCA8AB-E8F2-4DD2-A10D-D82BF7F41353}" dt="2019-02-19T05:44:43.638" v="4441" actId="478"/>
          <ac:picMkLst>
            <pc:docMk/>
            <pc:sldMk cId="473385122" sldId="351"/>
            <ac:picMk id="9" creationId="{A74AE3D5-A4B7-4762-9723-0118524B45F4}"/>
          </ac:picMkLst>
        </pc:picChg>
        <pc:picChg chg="add mod">
          <ac:chgData name="Choi Jeomki" userId="f1912f8b0928b9f1" providerId="LiveId" clId="{B2BCA8AB-E8F2-4DD2-A10D-D82BF7F41353}" dt="2019-02-19T05:46:07.355" v="4460" actId="1076"/>
          <ac:picMkLst>
            <pc:docMk/>
            <pc:sldMk cId="473385122" sldId="351"/>
            <ac:picMk id="10" creationId="{31CE7123-743F-4497-93FE-157A6A6DA71C}"/>
          </ac:picMkLst>
        </pc:picChg>
        <pc:picChg chg="add mod">
          <ac:chgData name="Choi Jeomki" userId="f1912f8b0928b9f1" providerId="LiveId" clId="{B2BCA8AB-E8F2-4DD2-A10D-D82BF7F41353}" dt="2019-02-19T05:46:11.619" v="4462" actId="14100"/>
          <ac:picMkLst>
            <pc:docMk/>
            <pc:sldMk cId="473385122" sldId="351"/>
            <ac:picMk id="11" creationId="{67A39A2C-1B7B-4E3A-AF37-332826A97892}"/>
          </ac:picMkLst>
        </pc:pic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3-06T15:13:47.664" v="6913" actId="208"/>
      <pc:docMkLst>
        <pc:docMk/>
      </pc:docMkLst>
      <pc:sldChg chg="add del">
        <pc:chgData name="Choi Jeomki" userId="f1912f8b0928b9f1" providerId="LiveId" clId="{3125F63D-9B4B-464C-A171-C6D67B09C83B}" dt="2019-02-20T06:30:31.941" v="740"/>
        <pc:sldMkLst>
          <pc:docMk/>
          <pc:sldMk cId="3091683995" sldId="301"/>
        </pc:sldMkLst>
      </pc:sldChg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  <pc:sldChg chg="modSp add del">
        <pc:chgData name="Choi Jeomki" userId="f1912f8b0928b9f1" providerId="LiveId" clId="{3125F63D-9B4B-464C-A171-C6D67B09C83B}" dt="2019-03-06T14:25:09.928" v="6840" actId="20577"/>
        <pc:sldMkLst>
          <pc:docMk/>
          <pc:sldMk cId="473385122" sldId="351"/>
        </pc:sldMkLst>
        <pc:spChg chg="mod">
          <ac:chgData name="Choi Jeomki" userId="f1912f8b0928b9f1" providerId="LiveId" clId="{3125F63D-9B4B-464C-A171-C6D67B09C83B}" dt="2019-02-20T13:42:18.539" v="3233"/>
          <ac:spMkLst>
            <pc:docMk/>
            <pc:sldMk cId="473385122" sldId="351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25:09.928" v="6840" actId="20577"/>
          <ac:spMkLst>
            <pc:docMk/>
            <pc:sldMk cId="473385122" sldId="351"/>
            <ac:spMk id="5" creationId="{576A565C-CC34-452C-876B-3329D2A594C4}"/>
          </ac:spMkLst>
        </pc:spChg>
      </pc:sldChg>
      <pc:sldChg chg="addSp delSp modSp ord">
        <pc:chgData name="Choi Jeomki" userId="f1912f8b0928b9f1" providerId="LiveId" clId="{3125F63D-9B4B-464C-A171-C6D67B09C83B}" dt="2019-02-20T14:18:44.940" v="4770"/>
        <pc:sldMkLst>
          <pc:docMk/>
          <pc:sldMk cId="559297383" sldId="368"/>
        </pc:sldMkLst>
        <pc:spChg chg="mod">
          <ac:chgData name="Choi Jeomki" userId="f1912f8b0928b9f1" providerId="LiveId" clId="{3125F63D-9B4B-464C-A171-C6D67B09C83B}" dt="2019-02-20T06:21:29.538" v="208"/>
          <ac:spMkLst>
            <pc:docMk/>
            <pc:sldMk cId="559297383" sldId="368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9:11:15.424" v="2548"/>
          <ac:spMkLst>
            <pc:docMk/>
            <pc:sldMk cId="559297383" sldId="368"/>
            <ac:spMk id="3" creationId="{00000000-0000-0000-0000-000000000000}"/>
          </ac:spMkLst>
        </pc:spChg>
        <pc:spChg chg="del">
          <ac:chgData name="Choi Jeomki" userId="f1912f8b0928b9f1" providerId="LiveId" clId="{3125F63D-9B4B-464C-A171-C6D67B09C83B}" dt="2019-02-20T06:19:17.982" v="74" actId="478"/>
          <ac:spMkLst>
            <pc:docMk/>
            <pc:sldMk cId="559297383" sldId="368"/>
            <ac:spMk id="4" creationId="{ADA03E13-0BBF-4FF1-A322-39BEFA579A6B}"/>
          </ac:spMkLst>
        </pc:spChg>
        <pc:spChg chg="del">
          <ac:chgData name="Choi Jeomki" userId="f1912f8b0928b9f1" providerId="LiveId" clId="{3125F63D-9B4B-464C-A171-C6D67B09C83B}" dt="2019-02-20T06:19:17.982" v="74" actId="478"/>
          <ac:spMkLst>
            <pc:docMk/>
            <pc:sldMk cId="559297383" sldId="368"/>
            <ac:spMk id="8" creationId="{82BD7C83-8C2B-4446-B6A1-0F059BAC3EB1}"/>
          </ac:spMkLst>
        </pc:spChg>
        <pc:spChg chg="add del mod">
          <ac:chgData name="Choi Jeomki" userId="f1912f8b0928b9f1" providerId="LiveId" clId="{3125F63D-9B4B-464C-A171-C6D67B09C83B}" dt="2019-02-20T14:18:44.940" v="4770"/>
          <ac:spMkLst>
            <pc:docMk/>
            <pc:sldMk cId="559297383" sldId="368"/>
            <ac:spMk id="8" creationId="{BC90607B-9560-4E98-A8B4-6E8702FACCEA}"/>
          </ac:spMkLst>
        </pc:spChg>
        <pc:spChg chg="add del mod">
          <ac:chgData name="Choi Jeomki" userId="f1912f8b0928b9f1" providerId="LiveId" clId="{3125F63D-9B4B-464C-A171-C6D67B09C83B}" dt="2019-02-20T14:18:44.940" v="4770"/>
          <ac:spMkLst>
            <pc:docMk/>
            <pc:sldMk cId="559297383" sldId="368"/>
            <ac:spMk id="9" creationId="{C86BAF36-6D22-4B22-9C8F-38EF8C02F0EA}"/>
          </ac:spMkLst>
        </pc:spChg>
        <pc:spChg chg="add mod">
          <ac:chgData name="Choi Jeomki" userId="f1912f8b0928b9f1" providerId="LiveId" clId="{3125F63D-9B4B-464C-A171-C6D67B09C83B}" dt="2019-02-20T06:28:42.910" v="724" actId="1037"/>
          <ac:spMkLst>
            <pc:docMk/>
            <pc:sldMk cId="559297383" sldId="368"/>
            <ac:spMk id="11" creationId="{6AE67DA9-EF96-459C-BFA1-8AD76ECEA43A}"/>
          </ac:spMkLst>
        </pc:spChg>
        <pc:spChg chg="add mod">
          <ac:chgData name="Choi Jeomki" userId="f1912f8b0928b9f1" providerId="LiveId" clId="{3125F63D-9B4B-464C-A171-C6D67B09C83B}" dt="2019-02-20T06:29:42.799" v="739" actId="20577"/>
          <ac:spMkLst>
            <pc:docMk/>
            <pc:sldMk cId="559297383" sldId="368"/>
            <ac:spMk id="12" creationId="{CA199794-029C-4A9D-9578-192CD222780A}"/>
          </ac:spMkLst>
        </pc:spChg>
        <pc:spChg chg="add del mod">
          <ac:chgData name="Choi Jeomki" userId="f1912f8b0928b9f1" providerId="LiveId" clId="{3125F63D-9B4B-464C-A171-C6D67B09C83B}" dt="2019-02-20T14:18:44.940" v="4770"/>
          <ac:spMkLst>
            <pc:docMk/>
            <pc:sldMk cId="559297383" sldId="368"/>
            <ac:spMk id="13" creationId="{20886899-F6AD-49A2-969C-D838EEF870BC}"/>
          </ac:spMkLst>
        </pc:spChg>
        <pc:spChg chg="add del mod">
          <ac:chgData name="Choi Jeomki" userId="f1912f8b0928b9f1" providerId="LiveId" clId="{3125F63D-9B4B-464C-A171-C6D67B09C83B}" dt="2019-02-20T06:26:03.288" v="243" actId="478"/>
          <ac:spMkLst>
            <pc:docMk/>
            <pc:sldMk cId="559297383" sldId="368"/>
            <ac:spMk id="13" creationId="{A6ED9183-163E-428B-95DC-09C0B1BE323C}"/>
          </ac:spMkLst>
        </pc:spChg>
        <pc:spChg chg="add mod">
          <ac:chgData name="Choi Jeomki" userId="f1912f8b0928b9f1" providerId="LiveId" clId="{3125F63D-9B4B-464C-A171-C6D67B09C83B}" dt="2019-02-20T06:29:40.314" v="738" actId="1036"/>
          <ac:spMkLst>
            <pc:docMk/>
            <pc:sldMk cId="559297383" sldId="368"/>
            <ac:spMk id="14" creationId="{BF3EBA60-93FA-49D1-87A3-894D9E926393}"/>
          </ac:spMkLst>
        </pc:spChg>
        <pc:graphicFrameChg chg="add mod modGraphic">
          <ac:chgData name="Choi Jeomki" userId="f1912f8b0928b9f1" providerId="LiveId" clId="{3125F63D-9B4B-464C-A171-C6D67B09C83B}" dt="2019-02-20T06:28:38.470" v="716" actId="14100"/>
          <ac:graphicFrameMkLst>
            <pc:docMk/>
            <pc:sldMk cId="559297383" sldId="368"/>
            <ac:graphicFrameMk id="10" creationId="{BD07EE59-2299-4244-AD26-D2D69B49BE46}"/>
          </ac:graphicFrameMkLst>
        </pc:graphicFrameChg>
        <pc:picChg chg="del">
          <ac:chgData name="Choi Jeomki" userId="f1912f8b0928b9f1" providerId="LiveId" clId="{3125F63D-9B4B-464C-A171-C6D67B09C83B}" dt="2019-02-20T06:19:17.982" v="74" actId="478"/>
          <ac:picMkLst>
            <pc:docMk/>
            <pc:sldMk cId="559297383" sldId="368"/>
            <ac:picMk id="6" creationId="{92B48D5C-0A6B-4948-B68F-F5A799A74D49}"/>
          </ac:picMkLst>
        </pc:picChg>
        <pc:picChg chg="del">
          <ac:chgData name="Choi Jeomki" userId="f1912f8b0928b9f1" providerId="LiveId" clId="{3125F63D-9B4B-464C-A171-C6D67B09C83B}" dt="2019-02-20T06:19:17.982" v="74" actId="478"/>
          <ac:picMkLst>
            <pc:docMk/>
            <pc:sldMk cId="559297383" sldId="368"/>
            <ac:picMk id="7" creationId="{8535830E-80CA-4B39-A5EB-F84C8697F636}"/>
          </ac:picMkLst>
        </pc:picChg>
        <pc:picChg chg="del">
          <ac:chgData name="Choi Jeomki" userId="f1912f8b0928b9f1" providerId="LiveId" clId="{3125F63D-9B4B-464C-A171-C6D67B09C83B}" dt="2019-02-20T06:19:17.982" v="74" actId="478"/>
          <ac:picMkLst>
            <pc:docMk/>
            <pc:sldMk cId="559297383" sldId="368"/>
            <ac:picMk id="9" creationId="{8779E177-EC73-41C1-A8FC-72BC2D12091E}"/>
          </ac:picMkLst>
        </pc:picChg>
      </pc:sldChg>
      <pc:sldChg chg="addSp delSp modSp add">
        <pc:chgData name="Choi Jeomki" userId="f1912f8b0928b9f1" providerId="LiveId" clId="{3125F63D-9B4B-464C-A171-C6D67B09C83B}" dt="2019-03-06T14:42:05.094" v="6880" actId="1038"/>
        <pc:sldMkLst>
          <pc:docMk/>
          <pc:sldMk cId="2843717144" sldId="369"/>
        </pc:sldMkLst>
        <pc:spChg chg="mod">
          <ac:chgData name="Choi Jeomki" userId="f1912f8b0928b9f1" providerId="LiveId" clId="{3125F63D-9B4B-464C-A171-C6D67B09C83B}" dt="2019-02-20T23:32:52.981" v="6327" actId="20577"/>
          <ac:spMkLst>
            <pc:docMk/>
            <pc:sldMk cId="2843717144" sldId="369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00:45.800" v="6724" actId="20577"/>
          <ac:spMkLst>
            <pc:docMk/>
            <pc:sldMk cId="2843717144" sldId="369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3-06T14:40:36.778" v="6862" actId="207"/>
          <ac:spMkLst>
            <pc:docMk/>
            <pc:sldMk cId="2843717144" sldId="369"/>
            <ac:spMk id="4" creationId="{182E4F29-0217-4174-AC57-CA44A47E8D8A}"/>
          </ac:spMkLst>
        </pc:spChg>
        <pc:spChg chg="add mod">
          <ac:chgData name="Choi Jeomki" userId="f1912f8b0928b9f1" providerId="LiveId" clId="{3125F63D-9B4B-464C-A171-C6D67B09C83B}" dt="2019-03-06T14:42:02.239" v="6875" actId="14100"/>
          <ac:spMkLst>
            <pc:docMk/>
            <pc:sldMk cId="2843717144" sldId="369"/>
            <ac:spMk id="8" creationId="{DB7647B6-3D74-4780-AF86-E6C8B4BE86A3}"/>
          </ac:spMkLst>
        </pc:spChg>
        <pc:picChg chg="add mod">
          <ac:chgData name="Choi Jeomki" userId="f1912f8b0928b9f1" providerId="LiveId" clId="{3125F63D-9B4B-464C-A171-C6D67B09C83B}" dt="2019-02-20T23:13:07.009" v="5576" actId="208"/>
          <ac:picMkLst>
            <pc:docMk/>
            <pc:sldMk cId="2843717144" sldId="369"/>
            <ac:picMk id="5" creationId="{E907FE31-89C8-4472-ADCA-10EEA3621BF2}"/>
          </ac:picMkLst>
        </pc:picChg>
        <pc:picChg chg="add del mod">
          <ac:chgData name="Choi Jeomki" userId="f1912f8b0928b9f1" providerId="LiveId" clId="{3125F63D-9B4B-464C-A171-C6D67B09C83B}" dt="2019-02-20T19:52:22.460" v="5436" actId="478"/>
          <ac:picMkLst>
            <pc:docMk/>
            <pc:sldMk cId="2843717144" sldId="369"/>
            <ac:picMk id="6" creationId="{4A05AB01-EF95-4E38-A7A8-3DAF93C42904}"/>
          </ac:picMkLst>
        </pc:picChg>
        <pc:picChg chg="add del mod ord modCrop">
          <ac:chgData name="Choi Jeomki" userId="f1912f8b0928b9f1" providerId="LiveId" clId="{3125F63D-9B4B-464C-A171-C6D67B09C83B}" dt="2019-02-20T23:12:13.597" v="5566" actId="478"/>
          <ac:picMkLst>
            <pc:docMk/>
            <pc:sldMk cId="2843717144" sldId="369"/>
            <ac:picMk id="7" creationId="{754C5CEA-BB12-4AE5-A264-3AEAE0876285}"/>
          </ac:picMkLst>
        </pc:picChg>
        <pc:picChg chg="add mod">
          <ac:chgData name="Choi Jeomki" userId="f1912f8b0928b9f1" providerId="LiveId" clId="{3125F63D-9B4B-464C-A171-C6D67B09C83B}" dt="2019-02-20T23:13:07.009" v="5576" actId="208"/>
          <ac:picMkLst>
            <pc:docMk/>
            <pc:sldMk cId="2843717144" sldId="369"/>
            <ac:picMk id="9" creationId="{9CF550EE-49D8-4B71-9D80-A3D7577B797C}"/>
          </ac:picMkLst>
        </pc:picChg>
        <pc:picChg chg="add del mod modCrop">
          <ac:chgData name="Choi Jeomki" userId="f1912f8b0928b9f1" providerId="LiveId" clId="{3125F63D-9B4B-464C-A171-C6D67B09C83B}" dt="2019-02-20T23:12:48.869" v="5569" actId="478"/>
          <ac:picMkLst>
            <pc:docMk/>
            <pc:sldMk cId="2843717144" sldId="369"/>
            <ac:picMk id="10" creationId="{A6DA828A-5C63-4C02-9352-523CB9BCF7CE}"/>
          </ac:picMkLst>
        </pc:picChg>
        <pc:picChg chg="add del mod modCrop">
          <ac:chgData name="Choi Jeomki" userId="f1912f8b0928b9f1" providerId="LiveId" clId="{3125F63D-9B4B-464C-A171-C6D67B09C83B}" dt="2019-02-20T23:12:13.597" v="5566" actId="478"/>
          <ac:picMkLst>
            <pc:docMk/>
            <pc:sldMk cId="2843717144" sldId="369"/>
            <ac:picMk id="11" creationId="{93C560A0-1A46-4F91-B31E-B8FE424D8269}"/>
          </ac:picMkLst>
        </pc:picChg>
        <pc:picChg chg="add del mod modCrop">
          <ac:chgData name="Choi Jeomki" userId="f1912f8b0928b9f1" providerId="LiveId" clId="{3125F63D-9B4B-464C-A171-C6D67B09C83B}" dt="2019-02-20T23:12:13.597" v="5566" actId="478"/>
          <ac:picMkLst>
            <pc:docMk/>
            <pc:sldMk cId="2843717144" sldId="369"/>
            <ac:picMk id="12" creationId="{062CADEA-5552-425A-AC07-CFD45FE01B49}"/>
          </ac:picMkLst>
        </pc:picChg>
        <pc:picChg chg="add mod">
          <ac:chgData name="Choi Jeomki" userId="f1912f8b0928b9f1" providerId="LiveId" clId="{3125F63D-9B4B-464C-A171-C6D67B09C83B}" dt="2019-03-06T14:42:05.094" v="6880" actId="1038"/>
          <ac:picMkLst>
            <pc:docMk/>
            <pc:sldMk cId="2843717144" sldId="369"/>
            <ac:picMk id="13" creationId="{3A6CC4C8-0AA8-45B9-ACEB-FBC7FB22F2B0}"/>
          </ac:picMkLst>
        </pc:picChg>
        <pc:picChg chg="add mod">
          <ac:chgData name="Choi Jeomki" userId="f1912f8b0928b9f1" providerId="LiveId" clId="{3125F63D-9B4B-464C-A171-C6D67B09C83B}" dt="2019-03-06T14:42:05.094" v="6880" actId="1038"/>
          <ac:picMkLst>
            <pc:docMk/>
            <pc:sldMk cId="2843717144" sldId="369"/>
            <ac:picMk id="14" creationId="{E292FC1D-BEDA-4EEB-A9D1-E6A00B76F23C}"/>
          </ac:picMkLst>
        </pc:picChg>
      </pc:sldChg>
      <pc:sldChg chg="addSp delSp modSp add">
        <pc:chgData name="Choi Jeomki" userId="f1912f8b0928b9f1" providerId="LiveId" clId="{3125F63D-9B4B-464C-A171-C6D67B09C83B}" dt="2019-03-06T14:38:29.503" v="6861" actId="14100"/>
        <pc:sldMkLst>
          <pc:docMk/>
          <pc:sldMk cId="3368062862" sldId="370"/>
        </pc:sldMkLst>
        <pc:spChg chg="mod">
          <ac:chgData name="Choi Jeomki" userId="f1912f8b0928b9f1" providerId="LiveId" clId="{3125F63D-9B4B-464C-A171-C6D67B09C83B}" dt="2019-02-20T14:40:12.609" v="5280"/>
          <ac:spMkLst>
            <pc:docMk/>
            <pc:sldMk cId="3368062862" sldId="370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23:15:46.363" v="6066"/>
          <ac:spMkLst>
            <pc:docMk/>
            <pc:sldMk cId="3368062862" sldId="370"/>
            <ac:spMk id="3" creationId="{00000000-0000-0000-0000-000000000000}"/>
          </ac:spMkLst>
        </pc:spChg>
        <pc:spChg chg="mod topLvl">
          <ac:chgData name="Choi Jeomki" userId="f1912f8b0928b9f1" providerId="LiveId" clId="{3125F63D-9B4B-464C-A171-C6D67B09C83B}" dt="2019-02-20T14:32:12.606" v="5136" actId="20577"/>
          <ac:spMkLst>
            <pc:docMk/>
            <pc:sldMk cId="3368062862" sldId="370"/>
            <ac:spMk id="5" creationId="{A339D399-F722-4686-9D90-0D79D02B6F96}"/>
          </ac:spMkLst>
        </pc:spChg>
        <pc:spChg chg="del">
          <ac:chgData name="Choi Jeomki" userId="f1912f8b0928b9f1" providerId="LiveId" clId="{3125F63D-9B4B-464C-A171-C6D67B09C83B}" dt="2019-02-20T14:20:48.152" v="4898" actId="478"/>
          <ac:spMkLst>
            <pc:docMk/>
            <pc:sldMk cId="3368062862" sldId="370"/>
            <ac:spMk id="6" creationId="{9995CA2C-983A-4586-88F7-BF19DBBE47F7}"/>
          </ac:spMkLst>
        </pc:spChg>
        <pc:spChg chg="del topLvl">
          <ac:chgData name="Choi Jeomki" userId="f1912f8b0928b9f1" providerId="LiveId" clId="{3125F63D-9B4B-464C-A171-C6D67B09C83B}" dt="2019-02-20T14:20:48.152" v="4898" actId="478"/>
          <ac:spMkLst>
            <pc:docMk/>
            <pc:sldMk cId="3368062862" sldId="370"/>
            <ac:spMk id="7" creationId="{BC381F2D-E96D-45A2-9B95-13F2E8994282}"/>
          </ac:spMkLst>
        </pc:spChg>
        <pc:spChg chg="add mod">
          <ac:chgData name="Choi Jeomki" userId="f1912f8b0928b9f1" providerId="LiveId" clId="{3125F63D-9B4B-464C-A171-C6D67B09C83B}" dt="2019-03-06T14:38:29.503" v="6861" actId="14100"/>
          <ac:spMkLst>
            <pc:docMk/>
            <pc:sldMk cId="3368062862" sldId="370"/>
            <ac:spMk id="8" creationId="{D6004900-81E4-425F-9F1B-B8A115D9A8CE}"/>
          </ac:spMkLst>
        </pc:spChg>
        <pc:grpChg chg="add del">
          <ac:chgData name="Choi Jeomki" userId="f1912f8b0928b9f1" providerId="LiveId" clId="{3125F63D-9B4B-464C-A171-C6D67B09C83B}" dt="2019-02-20T14:20:48.152" v="4898" actId="478"/>
          <ac:grpSpMkLst>
            <pc:docMk/>
            <pc:sldMk cId="3368062862" sldId="370"/>
            <ac:grpSpMk id="4" creationId="{F511D37B-7CB5-408A-9BD6-4347942B1571}"/>
          </ac:grpSpMkLst>
        </pc:grpChg>
        <pc:picChg chg="add mod">
          <ac:chgData name="Choi Jeomki" userId="f1912f8b0928b9f1" providerId="LiveId" clId="{3125F63D-9B4B-464C-A171-C6D67B09C83B}" dt="2019-03-06T14:38:25.789" v="6860" actId="1035"/>
          <ac:picMkLst>
            <pc:docMk/>
            <pc:sldMk cId="3368062862" sldId="370"/>
            <ac:picMk id="4" creationId="{D2FAA367-8056-477C-AFB7-C865BAEA9BF6}"/>
          </ac:picMkLst>
        </pc:picChg>
        <pc:picChg chg="add mod">
          <ac:chgData name="Choi Jeomki" userId="f1912f8b0928b9f1" providerId="LiveId" clId="{3125F63D-9B4B-464C-A171-C6D67B09C83B}" dt="2019-02-20T14:36:09.538" v="5147" actId="1076"/>
          <ac:picMkLst>
            <pc:docMk/>
            <pc:sldMk cId="3368062862" sldId="370"/>
            <ac:picMk id="9" creationId="{77C4F66C-731D-407A-BBEC-7DD6051D7F9C}"/>
          </ac:picMkLst>
        </pc:picChg>
        <pc:picChg chg="add del mod">
          <ac:chgData name="Choi Jeomki" userId="f1912f8b0928b9f1" providerId="LiveId" clId="{3125F63D-9B4B-464C-A171-C6D67B09C83B}" dt="2019-02-20T14:35:56.675" v="5144" actId="478"/>
          <ac:picMkLst>
            <pc:docMk/>
            <pc:sldMk cId="3368062862" sldId="370"/>
            <ac:picMk id="10" creationId="{EB4574B5-1224-47D8-8CD7-080DB255F4E4}"/>
          </ac:picMkLst>
        </pc:picChg>
        <pc:picChg chg="add mod modCrop">
          <ac:chgData name="Choi Jeomki" userId="f1912f8b0928b9f1" providerId="LiveId" clId="{3125F63D-9B4B-464C-A171-C6D67B09C83B}" dt="2019-02-20T14:37:32.122" v="5168" actId="208"/>
          <ac:picMkLst>
            <pc:docMk/>
            <pc:sldMk cId="3368062862" sldId="370"/>
            <ac:picMk id="11" creationId="{AD857126-7C55-4753-A73E-DEBAD5AE4EA8}"/>
          </ac:picMkLst>
        </pc:picChg>
        <pc:picChg chg="add mod modCrop">
          <ac:chgData name="Choi Jeomki" userId="f1912f8b0928b9f1" providerId="LiveId" clId="{3125F63D-9B4B-464C-A171-C6D67B09C83B}" dt="2019-02-20T14:37:53.496" v="5188" actId="1035"/>
          <ac:picMkLst>
            <pc:docMk/>
            <pc:sldMk cId="3368062862" sldId="370"/>
            <ac:picMk id="12" creationId="{DF17DF21-5DE7-488E-AC1A-1B36B0EB006D}"/>
          </ac:picMkLst>
        </pc:picChg>
        <pc:picChg chg="add mod modCrop">
          <ac:chgData name="Choi Jeomki" userId="f1912f8b0928b9f1" providerId="LiveId" clId="{3125F63D-9B4B-464C-A171-C6D67B09C83B}" dt="2019-03-06T14:38:22.405" v="6857" actId="552"/>
          <ac:picMkLst>
            <pc:docMk/>
            <pc:sldMk cId="3368062862" sldId="370"/>
            <ac:picMk id="13" creationId="{26A44F23-1C5D-474A-B0DA-65B33EF8C6F6}"/>
          </ac:picMkLst>
        </pc:picChg>
        <pc:picChg chg="add del mod">
          <ac:chgData name="Choi Jeomki" userId="f1912f8b0928b9f1" providerId="LiveId" clId="{3125F63D-9B4B-464C-A171-C6D67B09C83B}" dt="2019-02-20T14:38:53.460" v="5213" actId="478"/>
          <ac:picMkLst>
            <pc:docMk/>
            <pc:sldMk cId="3368062862" sldId="370"/>
            <ac:picMk id="14" creationId="{83C943FF-7A07-479E-B6BF-861520F057B8}"/>
          </ac:picMkLst>
        </pc:picChg>
        <pc:picChg chg="add del mod">
          <ac:chgData name="Choi Jeomki" userId="f1912f8b0928b9f1" providerId="LiveId" clId="{3125F63D-9B4B-464C-A171-C6D67B09C83B}" dt="2019-02-20T14:39:13.121" v="5216" actId="478"/>
          <ac:picMkLst>
            <pc:docMk/>
            <pc:sldMk cId="3368062862" sldId="370"/>
            <ac:picMk id="15" creationId="{25CBF7DB-E90A-4259-ABEA-EC7688F5A569}"/>
          </ac:picMkLst>
        </pc:picChg>
        <pc:picChg chg="add del">
          <ac:chgData name="Choi Jeomki" userId="f1912f8b0928b9f1" providerId="LiveId" clId="{3125F63D-9B4B-464C-A171-C6D67B09C83B}" dt="2019-02-20T14:39:27.926" v="5218" actId="478"/>
          <ac:picMkLst>
            <pc:docMk/>
            <pc:sldMk cId="3368062862" sldId="370"/>
            <ac:picMk id="16" creationId="{7D861CB1-DB7E-41F2-AE6F-34230FF0F215}"/>
          </ac:picMkLst>
        </pc:picChg>
        <pc:picChg chg="add del mod">
          <ac:chgData name="Choi Jeomki" userId="f1912f8b0928b9f1" providerId="LiveId" clId="{3125F63D-9B4B-464C-A171-C6D67B09C83B}" dt="2019-03-06T14:38:13.006" v="6853" actId="478"/>
          <ac:picMkLst>
            <pc:docMk/>
            <pc:sldMk cId="3368062862" sldId="370"/>
            <ac:picMk id="17" creationId="{3BBAD8D6-8E8B-42DC-BA4E-DFE7C7C5BFBA}"/>
          </ac:picMkLst>
        </pc:picChg>
      </pc:sldChg>
      <pc:sldChg chg="addSp delSp modSp add">
        <pc:chgData name="Choi Jeomki" userId="f1912f8b0928b9f1" providerId="LiveId" clId="{3125F63D-9B4B-464C-A171-C6D67B09C83B}" dt="2019-02-20T06:19:54.988" v="127"/>
        <pc:sldMkLst>
          <pc:docMk/>
          <pc:sldMk cId="260841141" sldId="371"/>
        </pc:sldMkLst>
        <pc:spChg chg="del">
          <ac:chgData name="Choi Jeomki" userId="f1912f8b0928b9f1" providerId="LiveId" clId="{3125F63D-9B4B-464C-A171-C6D67B09C83B}" dt="2019-02-20T06:19:50.360" v="95"/>
          <ac:spMkLst>
            <pc:docMk/>
            <pc:sldMk cId="260841141" sldId="371"/>
            <ac:spMk id="22" creationId="{1A322131-E279-448F-9C8D-3FD113363A3D}"/>
          </ac:spMkLst>
        </pc:spChg>
        <pc:spChg chg="add">
          <ac:chgData name="Choi Jeomki" userId="f1912f8b0928b9f1" providerId="LiveId" clId="{3125F63D-9B4B-464C-A171-C6D67B09C83B}" dt="2019-02-20T06:19:54.988" v="127"/>
          <ac:spMkLst>
            <pc:docMk/>
            <pc:sldMk cId="260841141" sldId="371"/>
            <ac:spMk id="28" creationId="{EF6F0DC6-E4D5-45E1-AA3D-04FCABF9FAAF}"/>
          </ac:spMkLst>
        </pc:spChg>
        <pc:spChg chg="mod">
          <ac:chgData name="Choi Jeomki" userId="f1912f8b0928b9f1" providerId="LiveId" clId="{3125F63D-9B4B-464C-A171-C6D67B09C83B}" dt="2019-02-20T06:19:53.477" v="126" actId="1036"/>
          <ac:spMkLst>
            <pc:docMk/>
            <pc:sldMk cId="260841141" sldId="371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3125F63D-9B4B-464C-A171-C6D67B09C83B}" dt="2019-02-20T06:20:14.495" v="164" actId="14100"/>
        <pc:sldMkLst>
          <pc:docMk/>
          <pc:sldMk cId="3529785660" sldId="372"/>
        </pc:sldMkLst>
        <pc:spChg chg="del">
          <ac:chgData name="Choi Jeomki" userId="f1912f8b0928b9f1" providerId="LiveId" clId="{3125F63D-9B4B-464C-A171-C6D67B09C83B}" dt="2019-02-20T06:20:08.530" v="161"/>
          <ac:spMkLst>
            <pc:docMk/>
            <pc:sldMk cId="3529785660" sldId="372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20:04.573" v="160"/>
          <ac:spMkLst>
            <pc:docMk/>
            <pc:sldMk cId="3529785660" sldId="372"/>
            <ac:spMk id="22" creationId="{75AB9EC2-6794-4B74-BCB9-BF2F9D430689}"/>
          </ac:spMkLst>
        </pc:spChg>
        <pc:spChg chg="add">
          <ac:chgData name="Choi Jeomki" userId="f1912f8b0928b9f1" providerId="LiveId" clId="{3125F63D-9B4B-464C-A171-C6D67B09C83B}" dt="2019-02-20T06:20:10.679" v="163"/>
          <ac:spMkLst>
            <pc:docMk/>
            <pc:sldMk cId="3529785660" sldId="372"/>
            <ac:spMk id="29" creationId="{D74944CD-4C78-4864-BCD8-A775689BFAC2}"/>
          </ac:spMkLst>
        </pc:spChg>
        <pc:spChg chg="del">
          <ac:chgData name="Choi Jeomki" userId="f1912f8b0928b9f1" providerId="LiveId" clId="{3125F63D-9B4B-464C-A171-C6D67B09C83B}" dt="2019-02-20T06:20:00.785" v="129"/>
          <ac:spMkLst>
            <pc:docMk/>
            <pc:sldMk cId="3529785660" sldId="372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20:14.495" v="164" actId="14100"/>
          <ac:spMkLst>
            <pc:docMk/>
            <pc:sldMk cId="3529785660" sldId="372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3125F63D-9B4B-464C-A171-C6D67B09C83B}" dt="2019-03-06T14:01:13.716" v="6836" actId="14100"/>
        <pc:sldMkLst>
          <pc:docMk/>
          <pc:sldMk cId="1712980001" sldId="373"/>
        </pc:sldMkLst>
        <pc:spChg chg="mod">
          <ac:chgData name="Choi Jeomki" userId="f1912f8b0928b9f1" providerId="LiveId" clId="{3125F63D-9B4B-464C-A171-C6D67B09C83B}" dt="2019-02-20T08:13:04.192" v="815"/>
          <ac:spMkLst>
            <pc:docMk/>
            <pc:sldMk cId="1712980001" sldId="373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8:20:47.752" v="1082"/>
          <ac:spMkLst>
            <pc:docMk/>
            <pc:sldMk cId="1712980001" sldId="373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2-20T08:18:40.954" v="873" actId="20577"/>
          <ac:spMkLst>
            <pc:docMk/>
            <pc:sldMk cId="1712980001" sldId="373"/>
            <ac:spMk id="4" creationId="{04333402-BC39-450D-BF8C-514B1B4841CF}"/>
          </ac:spMkLst>
        </pc:spChg>
        <pc:spChg chg="add mod">
          <ac:chgData name="Choi Jeomki" userId="f1912f8b0928b9f1" providerId="LiveId" clId="{3125F63D-9B4B-464C-A171-C6D67B09C83B}" dt="2019-03-06T14:01:13.716" v="6836" actId="14100"/>
          <ac:spMkLst>
            <pc:docMk/>
            <pc:sldMk cId="1712980001" sldId="373"/>
            <ac:spMk id="5" creationId="{411D4AF9-7085-4A55-843D-EC0B795F9735}"/>
          </ac:spMkLst>
        </pc:spChg>
        <pc:picChg chg="add del mod">
          <ac:chgData name="Choi Jeomki" userId="f1912f8b0928b9f1" providerId="LiveId" clId="{3125F63D-9B4B-464C-A171-C6D67B09C83B}" dt="2019-02-20T08:18:33.324" v="861" actId="478"/>
          <ac:picMkLst>
            <pc:docMk/>
            <pc:sldMk cId="1712980001" sldId="373"/>
            <ac:picMk id="6" creationId="{EEBB7EC4-71D4-44B9-8313-9A9A3953FF16}"/>
          </ac:picMkLst>
        </pc:picChg>
        <pc:picChg chg="add mod">
          <ac:chgData name="Choi Jeomki" userId="f1912f8b0928b9f1" providerId="LiveId" clId="{3125F63D-9B4B-464C-A171-C6D67B09C83B}" dt="2019-02-20T08:28:03.031" v="1154" actId="208"/>
          <ac:picMkLst>
            <pc:docMk/>
            <pc:sldMk cId="1712980001" sldId="373"/>
            <ac:picMk id="7" creationId="{3C84717C-5867-4228-BAA3-5E180181055B}"/>
          </ac:picMkLst>
        </pc:picChg>
        <pc:picChg chg="add del mod">
          <ac:chgData name="Choi Jeomki" userId="f1912f8b0928b9f1" providerId="LiveId" clId="{3125F63D-9B4B-464C-A171-C6D67B09C83B}" dt="2019-02-20T08:18:33.324" v="861" actId="478"/>
          <ac:picMkLst>
            <pc:docMk/>
            <pc:sldMk cId="1712980001" sldId="373"/>
            <ac:picMk id="8" creationId="{220DBA39-03B7-4AEE-BFBE-9E213692821A}"/>
          </ac:picMkLst>
        </pc:picChg>
        <pc:picChg chg="add mod">
          <ac:chgData name="Choi Jeomki" userId="f1912f8b0928b9f1" providerId="LiveId" clId="{3125F63D-9B4B-464C-A171-C6D67B09C83B}" dt="2019-02-20T08:28:03.031" v="1154" actId="208"/>
          <ac:picMkLst>
            <pc:docMk/>
            <pc:sldMk cId="1712980001" sldId="373"/>
            <ac:picMk id="9" creationId="{5D76D3D6-72D6-4D11-9695-A0C95E79FA8B}"/>
          </ac:picMkLst>
        </pc:picChg>
        <pc:picChg chg="add mod modCrop">
          <ac:chgData name="Choi Jeomki" userId="f1912f8b0928b9f1" providerId="LiveId" clId="{3125F63D-9B4B-464C-A171-C6D67B09C83B}" dt="2019-02-20T08:28:03.031" v="1154" actId="208"/>
          <ac:picMkLst>
            <pc:docMk/>
            <pc:sldMk cId="1712980001" sldId="373"/>
            <ac:picMk id="10" creationId="{187713EB-884B-47F3-B531-C3FC83D16827}"/>
          </ac:picMkLst>
        </pc:picChg>
        <pc:picChg chg="add mod modCrop">
          <ac:chgData name="Choi Jeomki" userId="f1912f8b0928b9f1" providerId="LiveId" clId="{3125F63D-9B4B-464C-A171-C6D67B09C83B}" dt="2019-02-20T08:28:03.031" v="1154" actId="208"/>
          <ac:picMkLst>
            <pc:docMk/>
            <pc:sldMk cId="1712980001" sldId="373"/>
            <ac:picMk id="11" creationId="{008113C0-29D3-475B-B347-F298816F036A}"/>
          </ac:picMkLst>
        </pc:picChg>
        <pc:picChg chg="add del mod modCrop">
          <ac:chgData name="Choi Jeomki" userId="f1912f8b0928b9f1" providerId="LiveId" clId="{3125F63D-9B4B-464C-A171-C6D67B09C83B}" dt="2019-02-20T08:23:45.848" v="1109" actId="478"/>
          <ac:picMkLst>
            <pc:docMk/>
            <pc:sldMk cId="1712980001" sldId="373"/>
            <ac:picMk id="12" creationId="{7402054E-4B96-4424-B88C-F842DF4A9AB8}"/>
          </ac:picMkLst>
        </pc:picChg>
        <pc:picChg chg="add del mod modCrop">
          <ac:chgData name="Choi Jeomki" userId="f1912f8b0928b9f1" providerId="LiveId" clId="{3125F63D-9B4B-464C-A171-C6D67B09C83B}" dt="2019-02-20T08:23:46.341" v="1110" actId="478"/>
          <ac:picMkLst>
            <pc:docMk/>
            <pc:sldMk cId="1712980001" sldId="373"/>
            <ac:picMk id="13" creationId="{1D09FDCD-684D-4F22-8756-3F179A71CDD0}"/>
          </ac:picMkLst>
        </pc:picChg>
        <pc:picChg chg="add del mod">
          <ac:chgData name="Choi Jeomki" userId="f1912f8b0928b9f1" providerId="LiveId" clId="{3125F63D-9B4B-464C-A171-C6D67B09C83B}" dt="2019-02-20T08:24:05.757" v="1111" actId="478"/>
          <ac:picMkLst>
            <pc:docMk/>
            <pc:sldMk cId="1712980001" sldId="373"/>
            <ac:picMk id="14" creationId="{8AA9DE61-CEC1-4F76-94CC-B1263A644019}"/>
          </ac:picMkLst>
        </pc:picChg>
        <pc:picChg chg="add mod">
          <ac:chgData name="Choi Jeomki" userId="f1912f8b0928b9f1" providerId="LiveId" clId="{3125F63D-9B4B-464C-A171-C6D67B09C83B}" dt="2019-02-20T08:28:03.031" v="1154" actId="208"/>
          <ac:picMkLst>
            <pc:docMk/>
            <pc:sldMk cId="1712980001" sldId="373"/>
            <ac:picMk id="15" creationId="{2BB893B3-C6B1-4B91-B541-C344A4007A17}"/>
          </ac:picMkLst>
        </pc:picChg>
        <pc:picChg chg="add del mod">
          <ac:chgData name="Choi Jeomki" userId="f1912f8b0928b9f1" providerId="LiveId" clId="{3125F63D-9B4B-464C-A171-C6D67B09C83B}" dt="2019-02-20T08:27:12.585" v="1144" actId="478"/>
          <ac:picMkLst>
            <pc:docMk/>
            <pc:sldMk cId="1712980001" sldId="373"/>
            <ac:picMk id="16" creationId="{3736D807-2D7C-4172-AF1D-4609AB63E038}"/>
          </ac:picMkLst>
        </pc:picChg>
        <pc:picChg chg="add del mod">
          <ac:chgData name="Choi Jeomki" userId="f1912f8b0928b9f1" providerId="LiveId" clId="{3125F63D-9B4B-464C-A171-C6D67B09C83B}" dt="2019-02-20T08:27:12.585" v="1144" actId="478"/>
          <ac:picMkLst>
            <pc:docMk/>
            <pc:sldMk cId="1712980001" sldId="373"/>
            <ac:picMk id="17" creationId="{B757D6AC-50E7-4508-8C25-7EC8E87505FE}"/>
          </ac:picMkLst>
        </pc:picChg>
        <pc:picChg chg="add del mod">
          <ac:chgData name="Choi Jeomki" userId="f1912f8b0928b9f1" providerId="LiveId" clId="{3125F63D-9B4B-464C-A171-C6D67B09C83B}" dt="2019-02-20T08:27:12.585" v="1144" actId="478"/>
          <ac:picMkLst>
            <pc:docMk/>
            <pc:sldMk cId="1712980001" sldId="373"/>
            <ac:picMk id="18" creationId="{B9E60A99-3D72-488D-99C7-883C62B39751}"/>
          </ac:picMkLst>
        </pc:picChg>
        <pc:picChg chg="add mod">
          <ac:chgData name="Choi Jeomki" userId="f1912f8b0928b9f1" providerId="LiveId" clId="{3125F63D-9B4B-464C-A171-C6D67B09C83B}" dt="2019-03-06T14:01:07.648" v="6835" actId="408"/>
          <ac:picMkLst>
            <pc:docMk/>
            <pc:sldMk cId="1712980001" sldId="373"/>
            <ac:picMk id="19" creationId="{997DAD3A-9368-456D-8D69-551AE3A83B37}"/>
          </ac:picMkLst>
        </pc:picChg>
        <pc:picChg chg="add mod">
          <ac:chgData name="Choi Jeomki" userId="f1912f8b0928b9f1" providerId="LiveId" clId="{3125F63D-9B4B-464C-A171-C6D67B09C83B}" dt="2019-03-06T14:01:07.648" v="6835" actId="408"/>
          <ac:picMkLst>
            <pc:docMk/>
            <pc:sldMk cId="1712980001" sldId="373"/>
            <ac:picMk id="20" creationId="{D9B52825-D089-48D6-A0A0-D9AC728BD4B8}"/>
          </ac:picMkLst>
        </pc:picChg>
        <pc:picChg chg="add mod">
          <ac:chgData name="Choi Jeomki" userId="f1912f8b0928b9f1" providerId="LiveId" clId="{3125F63D-9B4B-464C-A171-C6D67B09C83B}" dt="2019-03-06T14:01:07.648" v="6835" actId="408"/>
          <ac:picMkLst>
            <pc:docMk/>
            <pc:sldMk cId="1712980001" sldId="373"/>
            <ac:picMk id="21" creationId="{51A84AE9-BD4F-4F09-BE78-72090F1A7858}"/>
          </ac:picMkLst>
        </pc:picChg>
      </pc:sldChg>
      <pc:sldChg chg="addSp delSp modSp add">
        <pc:chgData name="Choi Jeomki" userId="f1912f8b0928b9f1" providerId="LiveId" clId="{3125F63D-9B4B-464C-A171-C6D67B09C83B}" dt="2019-02-20T08:39:38.257" v="1559" actId="465"/>
        <pc:sldMkLst>
          <pc:docMk/>
          <pc:sldMk cId="1550956258" sldId="374"/>
        </pc:sldMkLst>
        <pc:spChg chg="mod">
          <ac:chgData name="Choi Jeomki" userId="f1912f8b0928b9f1" providerId="LiveId" clId="{3125F63D-9B4B-464C-A171-C6D67B09C83B}" dt="2019-02-20T08:28:41.497" v="1189"/>
          <ac:spMkLst>
            <pc:docMk/>
            <pc:sldMk cId="1550956258" sldId="374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8:34:31.801" v="1523"/>
          <ac:spMkLst>
            <pc:docMk/>
            <pc:sldMk cId="1550956258" sldId="374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2-20T08:35:53.049" v="1533" actId="14100"/>
          <ac:spMkLst>
            <pc:docMk/>
            <pc:sldMk cId="1550956258" sldId="374"/>
            <ac:spMk id="4" creationId="{DE8980F2-D6AE-48F2-B38C-149B46E2BBE8}"/>
          </ac:spMkLst>
        </pc:spChg>
        <pc:spChg chg="add del">
          <ac:chgData name="Choi Jeomki" userId="f1912f8b0928b9f1" providerId="LiveId" clId="{3125F63D-9B4B-464C-A171-C6D67B09C83B}" dt="2019-02-20T08:35:34.095" v="1528" actId="478"/>
          <ac:spMkLst>
            <pc:docMk/>
            <pc:sldMk cId="1550956258" sldId="374"/>
            <ac:spMk id="5" creationId="{C336B176-0BD4-4AF2-86B6-C7FD7E197BD2}"/>
          </ac:spMkLst>
        </pc:spChg>
        <pc:picChg chg="add del mod">
          <ac:chgData name="Choi Jeomki" userId="f1912f8b0928b9f1" providerId="LiveId" clId="{3125F63D-9B4B-464C-A171-C6D67B09C83B}" dt="2019-02-20T08:37:06.464" v="1536" actId="478"/>
          <ac:picMkLst>
            <pc:docMk/>
            <pc:sldMk cId="1550956258" sldId="374"/>
            <ac:picMk id="6" creationId="{C8D491C2-036C-4B83-8A2C-980E7847DC14}"/>
          </ac:picMkLst>
        </pc:picChg>
        <pc:picChg chg="add mod modCrop">
          <ac:chgData name="Choi Jeomki" userId="f1912f8b0928b9f1" providerId="LiveId" clId="{3125F63D-9B4B-464C-A171-C6D67B09C83B}" dt="2019-02-20T08:39:38.257" v="1559" actId="465"/>
          <ac:picMkLst>
            <pc:docMk/>
            <pc:sldMk cId="1550956258" sldId="374"/>
            <ac:picMk id="7" creationId="{19BEEE55-05FC-4D0B-9F37-6DA8CED3031F}"/>
          </ac:picMkLst>
        </pc:picChg>
        <pc:picChg chg="add mod">
          <ac:chgData name="Choi Jeomki" userId="f1912f8b0928b9f1" providerId="LiveId" clId="{3125F63D-9B4B-464C-A171-C6D67B09C83B}" dt="2019-02-20T08:39:38.257" v="1559" actId="465"/>
          <ac:picMkLst>
            <pc:docMk/>
            <pc:sldMk cId="1550956258" sldId="374"/>
            <ac:picMk id="8" creationId="{7EC92B9B-6691-4CC6-AFE7-656D0F8D19B4}"/>
          </ac:picMkLst>
        </pc:picChg>
        <pc:picChg chg="add mod">
          <ac:chgData name="Choi Jeomki" userId="f1912f8b0928b9f1" providerId="LiveId" clId="{3125F63D-9B4B-464C-A171-C6D67B09C83B}" dt="2019-02-20T08:39:38.257" v="1559" actId="465"/>
          <ac:picMkLst>
            <pc:docMk/>
            <pc:sldMk cId="1550956258" sldId="374"/>
            <ac:picMk id="9" creationId="{424094EB-8990-4D2C-A5B2-7B609C0F8192}"/>
          </ac:picMkLst>
        </pc:picChg>
        <pc:picChg chg="add mod">
          <ac:chgData name="Choi Jeomki" userId="f1912f8b0928b9f1" providerId="LiveId" clId="{3125F63D-9B4B-464C-A171-C6D67B09C83B}" dt="2019-02-20T08:39:38.257" v="1559" actId="465"/>
          <ac:picMkLst>
            <pc:docMk/>
            <pc:sldMk cId="1550956258" sldId="374"/>
            <ac:picMk id="10" creationId="{078C1272-4C39-42C6-8FB5-BDE24D9B986A}"/>
          </ac:picMkLst>
        </pc:picChg>
      </pc:sldChg>
      <pc:sldChg chg="addSp delSp modSp add">
        <pc:chgData name="Choi Jeomki" userId="f1912f8b0928b9f1" providerId="LiveId" clId="{3125F63D-9B4B-464C-A171-C6D67B09C83B}" dt="2019-02-20T08:48:16.479" v="1735" actId="478"/>
        <pc:sldMkLst>
          <pc:docMk/>
          <pc:sldMk cId="3400131044" sldId="375"/>
        </pc:sldMkLst>
        <pc:spChg chg="mod">
          <ac:chgData name="Choi Jeomki" userId="f1912f8b0928b9f1" providerId="LiveId" clId="{3125F63D-9B4B-464C-A171-C6D67B09C83B}" dt="2019-02-20T08:40:00.764" v="1575" actId="20577"/>
          <ac:spMkLst>
            <pc:docMk/>
            <pc:sldMk cId="3400131044" sldId="375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8:40:26.723" v="1676"/>
          <ac:spMkLst>
            <pc:docMk/>
            <pc:sldMk cId="3400131044" sldId="375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2-20T08:48:05.255" v="1732" actId="14100"/>
          <ac:spMkLst>
            <pc:docMk/>
            <pc:sldMk cId="3400131044" sldId="375"/>
            <ac:spMk id="4" creationId="{57D1958F-F6B8-4A32-917F-E01CB51943D0}"/>
          </ac:spMkLst>
        </pc:spChg>
        <pc:picChg chg="add del mod">
          <ac:chgData name="Choi Jeomki" userId="f1912f8b0928b9f1" providerId="LiveId" clId="{3125F63D-9B4B-464C-A171-C6D67B09C83B}" dt="2019-02-20T08:48:16.479" v="1735" actId="478"/>
          <ac:picMkLst>
            <pc:docMk/>
            <pc:sldMk cId="3400131044" sldId="375"/>
            <ac:picMk id="5" creationId="{A62F3B64-C8D5-4C10-BAB0-654C462FBF7A}"/>
          </ac:picMkLst>
        </pc:picChg>
        <pc:picChg chg="add mod">
          <ac:chgData name="Choi Jeomki" userId="f1912f8b0928b9f1" providerId="LiveId" clId="{3125F63D-9B4B-464C-A171-C6D67B09C83B}" dt="2019-02-20T08:48:12.104" v="1734" actId="14100"/>
          <ac:picMkLst>
            <pc:docMk/>
            <pc:sldMk cId="3400131044" sldId="375"/>
            <ac:picMk id="6" creationId="{E9F90CBD-DC06-409D-97D0-14AB0388F5E6}"/>
          </ac:picMkLst>
        </pc:picChg>
      </pc:sldChg>
      <pc:sldChg chg="addSp delSp modSp add">
        <pc:chgData name="Choi Jeomki" userId="f1912f8b0928b9f1" providerId="LiveId" clId="{3125F63D-9B4B-464C-A171-C6D67B09C83B}" dt="2019-02-20T08:51:25.822" v="1771"/>
        <pc:sldMkLst>
          <pc:docMk/>
          <pc:sldMk cId="2304873199" sldId="378"/>
        </pc:sldMkLst>
        <pc:spChg chg="mod">
          <ac:chgData name="Choi Jeomki" userId="f1912f8b0928b9f1" providerId="LiveId" clId="{3125F63D-9B4B-464C-A171-C6D67B09C83B}" dt="2019-02-20T08:48:36.384" v="1754" actId="20577"/>
          <ac:spMkLst>
            <pc:docMk/>
            <pc:sldMk cId="2304873199" sldId="378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8:48:35.130" v="1753"/>
          <ac:spMkLst>
            <pc:docMk/>
            <pc:sldMk cId="2304873199" sldId="378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08:49:54.082" v="1760" actId="20577"/>
          <ac:spMkLst>
            <pc:docMk/>
            <pc:sldMk cId="2304873199" sldId="378"/>
            <ac:spMk id="4" creationId="{57D1958F-F6B8-4A32-917F-E01CB51943D0}"/>
          </ac:spMkLst>
        </pc:spChg>
        <pc:picChg chg="add del mod">
          <ac:chgData name="Choi Jeomki" userId="f1912f8b0928b9f1" providerId="LiveId" clId="{3125F63D-9B4B-464C-A171-C6D67B09C83B}" dt="2019-02-20T08:51:24.571" v="1769"/>
          <ac:picMkLst>
            <pc:docMk/>
            <pc:sldMk cId="2304873199" sldId="378"/>
            <ac:picMk id="5" creationId="{369B2F85-2F39-4657-9707-F92A11B22A58}"/>
          </ac:picMkLst>
        </pc:picChg>
        <pc:picChg chg="del mod">
          <ac:chgData name="Choi Jeomki" userId="f1912f8b0928b9f1" providerId="LiveId" clId="{3125F63D-9B4B-464C-A171-C6D67B09C83B}" dt="2019-02-20T08:51:25.531" v="1770" actId="478"/>
          <ac:picMkLst>
            <pc:docMk/>
            <pc:sldMk cId="2304873199" sldId="378"/>
            <ac:picMk id="6" creationId="{E9F90CBD-DC06-409D-97D0-14AB0388F5E6}"/>
          </ac:picMkLst>
        </pc:picChg>
        <pc:picChg chg="add">
          <ac:chgData name="Choi Jeomki" userId="f1912f8b0928b9f1" providerId="LiveId" clId="{3125F63D-9B4B-464C-A171-C6D67B09C83B}" dt="2019-02-20T08:51:25.822" v="1771"/>
          <ac:picMkLst>
            <pc:docMk/>
            <pc:sldMk cId="2304873199" sldId="378"/>
            <ac:picMk id="7" creationId="{A17E56F8-19C9-49AD-84E3-8516DC0ED755}"/>
          </ac:picMkLst>
        </pc:picChg>
      </pc:sldChg>
      <pc:sldChg chg="addSp delSp modSp add">
        <pc:chgData name="Choi Jeomki" userId="f1912f8b0928b9f1" providerId="LiveId" clId="{3125F63D-9B4B-464C-A171-C6D67B09C83B}" dt="2019-03-06T14:06:34.045" v="6838" actId="20577"/>
        <pc:sldMkLst>
          <pc:docMk/>
          <pc:sldMk cId="2598875732" sldId="379"/>
        </pc:sldMkLst>
        <pc:spChg chg="mod">
          <ac:chgData name="Choi Jeomki" userId="f1912f8b0928b9f1" providerId="LiveId" clId="{3125F63D-9B4B-464C-A171-C6D67B09C83B}" dt="2019-02-20T08:52:13.125" v="1782" actId="20577"/>
          <ac:spMkLst>
            <pc:docMk/>
            <pc:sldMk cId="2598875732" sldId="379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09:06:21.717" v="2356" actId="20577"/>
          <ac:spMkLst>
            <pc:docMk/>
            <pc:sldMk cId="2598875732" sldId="379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3-06T14:06:34.045" v="6838" actId="20577"/>
          <ac:spMkLst>
            <pc:docMk/>
            <pc:sldMk cId="2598875732" sldId="379"/>
            <ac:spMk id="4" creationId="{712331C0-9E31-4A15-B697-C12B30A07799}"/>
          </ac:spMkLst>
        </pc:spChg>
        <pc:spChg chg="add del">
          <ac:chgData name="Choi Jeomki" userId="f1912f8b0928b9f1" providerId="LiveId" clId="{3125F63D-9B4B-464C-A171-C6D67B09C83B}" dt="2019-02-20T08:52:51.443" v="1788" actId="478"/>
          <ac:spMkLst>
            <pc:docMk/>
            <pc:sldMk cId="2598875732" sldId="379"/>
            <ac:spMk id="5" creationId="{FE13DBE2-A572-4782-BE42-860941B4072B}"/>
          </ac:spMkLst>
        </pc:spChg>
        <pc:spChg chg="add mod">
          <ac:chgData name="Choi Jeomki" userId="f1912f8b0928b9f1" providerId="LiveId" clId="{3125F63D-9B4B-464C-A171-C6D67B09C83B}" dt="2019-02-20T09:04:33.264" v="2318" actId="1035"/>
          <ac:spMkLst>
            <pc:docMk/>
            <pc:sldMk cId="2598875732" sldId="379"/>
            <ac:spMk id="12" creationId="{07B28C1C-31DE-4AA3-A4F5-8F91BBAB6C06}"/>
          </ac:spMkLst>
        </pc:spChg>
        <pc:grpChg chg="add mod">
          <ac:chgData name="Choi Jeomki" userId="f1912f8b0928b9f1" providerId="LiveId" clId="{3125F63D-9B4B-464C-A171-C6D67B09C83B}" dt="2019-02-20T09:06:15.951" v="2348" actId="14100"/>
          <ac:grpSpMkLst>
            <pc:docMk/>
            <pc:sldMk cId="2598875732" sldId="379"/>
            <ac:grpSpMk id="13" creationId="{6845797E-B516-41DF-B19F-C185D96D0D73}"/>
          </ac:grpSpMkLst>
        </pc:grpChg>
        <pc:picChg chg="add del mod">
          <ac:chgData name="Choi Jeomki" userId="f1912f8b0928b9f1" providerId="LiveId" clId="{3125F63D-9B4B-464C-A171-C6D67B09C83B}" dt="2019-02-20T09:02:04.312" v="1960" actId="478"/>
          <ac:picMkLst>
            <pc:docMk/>
            <pc:sldMk cId="2598875732" sldId="379"/>
            <ac:picMk id="6" creationId="{6BD97258-15A2-4F08-B68B-1BC830DDC525}"/>
          </ac:picMkLst>
        </pc:picChg>
        <pc:picChg chg="add del mod">
          <ac:chgData name="Choi Jeomki" userId="f1912f8b0928b9f1" providerId="LiveId" clId="{3125F63D-9B4B-464C-A171-C6D67B09C83B}" dt="2019-02-20T09:02:03.603" v="1959" actId="478"/>
          <ac:picMkLst>
            <pc:docMk/>
            <pc:sldMk cId="2598875732" sldId="379"/>
            <ac:picMk id="7" creationId="{7FC4E8A3-432E-4A18-B7AF-9ABD73A79167}"/>
          </ac:picMkLst>
        </pc:picChg>
        <pc:picChg chg="add mod">
          <ac:chgData name="Choi Jeomki" userId="f1912f8b0928b9f1" providerId="LiveId" clId="{3125F63D-9B4B-464C-A171-C6D67B09C83B}" dt="2019-02-20T09:04:36.475" v="2322" actId="1035"/>
          <ac:picMkLst>
            <pc:docMk/>
            <pc:sldMk cId="2598875732" sldId="379"/>
            <ac:picMk id="8" creationId="{CF822B2C-188C-4859-BCE7-E47DF31B137F}"/>
          </ac:picMkLst>
        </pc:picChg>
        <pc:picChg chg="add del mod">
          <ac:chgData name="Choi Jeomki" userId="f1912f8b0928b9f1" providerId="LiveId" clId="{3125F63D-9B4B-464C-A171-C6D67B09C83B}" dt="2019-02-20T08:58:21.407" v="1930" actId="478"/>
          <ac:picMkLst>
            <pc:docMk/>
            <pc:sldMk cId="2598875732" sldId="379"/>
            <ac:picMk id="9" creationId="{B66ACCB4-7A93-47CD-8C80-277F576A86EF}"/>
          </ac:picMkLst>
        </pc:picChg>
        <pc:picChg chg="add mod modCrop">
          <ac:chgData name="Choi Jeomki" userId="f1912f8b0928b9f1" providerId="LiveId" clId="{3125F63D-9B4B-464C-A171-C6D67B09C83B}" dt="2019-02-20T08:59:06.399" v="1944" actId="164"/>
          <ac:picMkLst>
            <pc:docMk/>
            <pc:sldMk cId="2598875732" sldId="379"/>
            <ac:picMk id="10" creationId="{AD4F727E-62C8-4EB6-AFD3-6116815D0989}"/>
          </ac:picMkLst>
        </pc:picChg>
        <pc:picChg chg="add mod modCrop">
          <ac:chgData name="Choi Jeomki" userId="f1912f8b0928b9f1" providerId="LiveId" clId="{3125F63D-9B4B-464C-A171-C6D67B09C83B}" dt="2019-02-20T09:04:29.067" v="2316" actId="1036"/>
          <ac:picMkLst>
            <pc:docMk/>
            <pc:sldMk cId="2598875732" sldId="379"/>
            <ac:picMk id="11" creationId="{5D04582B-318D-4AE5-8556-0F3C03CD2CA8}"/>
          </ac:picMkLst>
        </pc:picChg>
        <pc:picChg chg="add mod">
          <ac:chgData name="Choi Jeomki" userId="f1912f8b0928b9f1" providerId="LiveId" clId="{3125F63D-9B4B-464C-A171-C6D67B09C83B}" dt="2019-02-20T09:04:39.022" v="2325" actId="1035"/>
          <ac:picMkLst>
            <pc:docMk/>
            <pc:sldMk cId="2598875732" sldId="379"/>
            <ac:picMk id="14" creationId="{33582882-883A-4CB7-858C-C0C60324A516}"/>
          </ac:picMkLst>
        </pc:picChg>
        <pc:picChg chg="add mod">
          <ac:chgData name="Choi Jeomki" userId="f1912f8b0928b9f1" providerId="LiveId" clId="{3125F63D-9B4B-464C-A171-C6D67B09C83B}" dt="2019-02-20T09:04:44.503" v="2333" actId="1036"/>
          <ac:picMkLst>
            <pc:docMk/>
            <pc:sldMk cId="2598875732" sldId="379"/>
            <ac:picMk id="15" creationId="{A2D179AD-13A8-4CC4-B6D0-0AB630473514}"/>
          </ac:picMkLst>
        </pc:picChg>
        <pc:picChg chg="add del mod">
          <ac:chgData name="Choi Jeomki" userId="f1912f8b0928b9f1" providerId="LiveId" clId="{3125F63D-9B4B-464C-A171-C6D67B09C83B}" dt="2019-02-21T06:14:53.524" v="6832"/>
          <ac:picMkLst>
            <pc:docMk/>
            <pc:sldMk cId="2598875732" sldId="379"/>
            <ac:picMk id="16" creationId="{1B1FF44C-9978-4153-AC2C-E7AE6A3771D9}"/>
          </ac:picMkLst>
        </pc:picChg>
        <pc:picChg chg="add del mod">
          <ac:chgData name="Choi Jeomki" userId="f1912f8b0928b9f1" providerId="LiveId" clId="{3125F63D-9B4B-464C-A171-C6D67B09C83B}" dt="2019-02-21T06:14:53.524" v="6832"/>
          <ac:picMkLst>
            <pc:docMk/>
            <pc:sldMk cId="2598875732" sldId="379"/>
            <ac:picMk id="17" creationId="{548B5FA2-F920-4B57-94A9-3845D828ED55}"/>
          </ac:picMkLst>
        </pc:picChg>
        <pc:picChg chg="add del mod">
          <ac:chgData name="Choi Jeomki" userId="f1912f8b0928b9f1" providerId="LiveId" clId="{3125F63D-9B4B-464C-A171-C6D67B09C83B}" dt="2019-02-21T06:14:53.524" v="6832"/>
          <ac:picMkLst>
            <pc:docMk/>
            <pc:sldMk cId="2598875732" sldId="379"/>
            <ac:picMk id="18" creationId="{6793AE6B-B482-488C-AE01-E9525F81A5C2}"/>
          </ac:picMkLst>
        </pc:picChg>
        <pc:picChg chg="add del mod">
          <ac:chgData name="Choi Jeomki" userId="f1912f8b0928b9f1" providerId="LiveId" clId="{3125F63D-9B4B-464C-A171-C6D67B09C83B}" dt="2019-02-21T06:14:53.524" v="6832"/>
          <ac:picMkLst>
            <pc:docMk/>
            <pc:sldMk cId="2598875732" sldId="379"/>
            <ac:picMk id="19" creationId="{7EB8E4BE-DA00-44EC-80E4-2C3E5ECADC2E}"/>
          </ac:picMkLst>
        </pc:picChg>
      </pc:sldChg>
      <pc:sldChg chg="addSp delSp modSp add">
        <pc:chgData name="Choi Jeomki" userId="f1912f8b0928b9f1" providerId="LiveId" clId="{3125F63D-9B4B-464C-A171-C6D67B09C83B}" dt="2019-02-21T00:22:05.247" v="6818" actId="20577"/>
        <pc:sldMkLst>
          <pc:docMk/>
          <pc:sldMk cId="2050574225" sldId="381"/>
        </pc:sldMkLst>
        <pc:spChg chg="mod">
          <ac:chgData name="Choi Jeomki" userId="f1912f8b0928b9f1" providerId="LiveId" clId="{3125F63D-9B4B-464C-A171-C6D67B09C83B}" dt="2019-02-20T23:33:09.077" v="6333" actId="20577"/>
          <ac:spMkLst>
            <pc:docMk/>
            <pc:sldMk cId="2050574225" sldId="381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22:05.247" v="6818" actId="20577"/>
          <ac:spMkLst>
            <pc:docMk/>
            <pc:sldMk cId="2050574225" sldId="381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2-20T23:54:51.803" v="6613" actId="20577"/>
          <ac:spMkLst>
            <pc:docMk/>
            <pc:sldMk cId="2050574225" sldId="381"/>
            <ac:spMk id="4" creationId="{F6670CB1-946F-4E07-B2D4-B0B904EB0F28}"/>
          </ac:spMkLst>
        </pc:spChg>
        <pc:picChg chg="add del mod">
          <ac:chgData name="Choi Jeomki" userId="f1912f8b0928b9f1" providerId="LiveId" clId="{3125F63D-9B4B-464C-A171-C6D67B09C83B}" dt="2019-02-20T23:31:45.874" v="6312" actId="478"/>
          <ac:picMkLst>
            <pc:docMk/>
            <pc:sldMk cId="2050574225" sldId="381"/>
            <ac:picMk id="5" creationId="{3C633823-DFE0-43AB-95F8-39E7EC4C1841}"/>
          </ac:picMkLst>
        </pc:picChg>
        <pc:picChg chg="add mod">
          <ac:chgData name="Choi Jeomki" userId="f1912f8b0928b9f1" providerId="LiveId" clId="{3125F63D-9B4B-464C-A171-C6D67B09C83B}" dt="2019-02-20T23:31:58.198" v="6319" actId="1076"/>
          <ac:picMkLst>
            <pc:docMk/>
            <pc:sldMk cId="2050574225" sldId="381"/>
            <ac:picMk id="6" creationId="{0962AF4E-CB9F-487A-974A-7B835983550F}"/>
          </ac:picMkLst>
        </pc:picChg>
      </pc:sldChg>
      <pc:sldChg chg="addSp delSp modSp add">
        <pc:chgData name="Choi Jeomki" userId="f1912f8b0928b9f1" providerId="LiveId" clId="{3125F63D-9B4B-464C-A171-C6D67B09C83B}" dt="2019-02-22T07:54:46.292" v="6834" actId="1038"/>
        <pc:sldMkLst>
          <pc:docMk/>
          <pc:sldMk cId="2151855792" sldId="389"/>
        </pc:sldMkLst>
        <pc:spChg chg="mod">
          <ac:chgData name="Choi Jeomki" userId="f1912f8b0928b9f1" providerId="LiveId" clId="{3125F63D-9B4B-464C-A171-C6D67B09C83B}" dt="2019-02-20T09:09:47.715" v="2375"/>
          <ac:spMkLst>
            <pc:docMk/>
            <pc:sldMk cId="2151855792" sldId="389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2T07:54:46.292" v="6834" actId="1038"/>
          <ac:spMkLst>
            <pc:docMk/>
            <pc:sldMk cId="2151855792" sldId="389"/>
            <ac:spMk id="3" creationId="{00000000-0000-0000-0000-000000000000}"/>
          </ac:spMkLst>
        </pc:spChg>
        <pc:spChg chg="add mod">
          <ac:chgData name="Choi Jeomki" userId="f1912f8b0928b9f1" providerId="LiveId" clId="{3125F63D-9B4B-464C-A171-C6D67B09C83B}" dt="2019-02-20T09:31:21.024" v="2660" actId="20577"/>
          <ac:spMkLst>
            <pc:docMk/>
            <pc:sldMk cId="2151855792" sldId="389"/>
            <ac:spMk id="9" creationId="{B955B073-FD56-4758-AED6-AB1342EDDD10}"/>
          </ac:spMkLst>
        </pc:spChg>
        <pc:spChg chg="del">
          <ac:chgData name="Choi Jeomki" userId="f1912f8b0928b9f1" providerId="LiveId" clId="{3125F63D-9B4B-464C-A171-C6D67B09C83B}" dt="2019-02-20T09:30:56.704" v="2641" actId="478"/>
          <ac:spMkLst>
            <pc:docMk/>
            <pc:sldMk cId="2151855792" sldId="389"/>
            <ac:spMk id="11" creationId="{6AE67DA9-EF96-459C-BFA1-8AD76ECEA43A}"/>
          </ac:spMkLst>
        </pc:spChg>
        <pc:spChg chg="mod">
          <ac:chgData name="Choi Jeomki" userId="f1912f8b0928b9f1" providerId="LiveId" clId="{3125F63D-9B4B-464C-A171-C6D67B09C83B}" dt="2019-02-20T09:31:48.387" v="2666" actId="20577"/>
          <ac:spMkLst>
            <pc:docMk/>
            <pc:sldMk cId="2151855792" sldId="389"/>
            <ac:spMk id="12" creationId="{CA199794-029C-4A9D-9578-192CD222780A}"/>
          </ac:spMkLst>
        </pc:spChg>
        <pc:graphicFrameChg chg="add mod modGraphic">
          <ac:chgData name="Choi Jeomki" userId="f1912f8b0928b9f1" providerId="LiveId" clId="{3125F63D-9B4B-464C-A171-C6D67B09C83B}" dt="2019-02-20T09:33:28.851" v="2747" actId="20577"/>
          <ac:graphicFrameMkLst>
            <pc:docMk/>
            <pc:sldMk cId="2151855792" sldId="389"/>
            <ac:graphicFrameMk id="8" creationId="{8537863F-017A-428C-B382-E42621D13501}"/>
          </ac:graphicFrameMkLst>
        </pc:graphicFrameChg>
        <pc:graphicFrameChg chg="del mod ord">
          <ac:chgData name="Choi Jeomki" userId="f1912f8b0928b9f1" providerId="LiveId" clId="{3125F63D-9B4B-464C-A171-C6D67B09C83B}" dt="2019-02-20T09:30:05.577" v="2635" actId="478"/>
          <ac:graphicFrameMkLst>
            <pc:docMk/>
            <pc:sldMk cId="2151855792" sldId="389"/>
            <ac:graphicFrameMk id="10" creationId="{BD07EE59-2299-4244-AD26-D2D69B49BE46}"/>
          </ac:graphicFrameMkLst>
        </pc:graphicFrameChg>
      </pc:sldChg>
      <pc:sldChg chg="addSp delSp modSp add">
        <pc:chgData name="Choi Jeomki" userId="f1912f8b0928b9f1" providerId="LiveId" clId="{3125F63D-9B4B-464C-A171-C6D67B09C83B}" dt="2019-02-20T13:44:38.132" v="3463" actId="20577"/>
        <pc:sldMkLst>
          <pc:docMk/>
          <pc:sldMk cId="360597892" sldId="390"/>
        </pc:sldMkLst>
        <pc:spChg chg="mod">
          <ac:chgData name="Choi Jeomki" userId="f1912f8b0928b9f1" providerId="LiveId" clId="{3125F63D-9B4B-464C-A171-C6D67B09C83B}" dt="2019-02-20T13:42:25.957" v="3247"/>
          <ac:spMkLst>
            <pc:docMk/>
            <pc:sldMk cId="360597892" sldId="390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44:38.132" v="3463" actId="20577"/>
          <ac:spMkLst>
            <pc:docMk/>
            <pc:sldMk cId="360597892" sldId="390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35:08.177" v="2968" actId="20577"/>
          <ac:spMkLst>
            <pc:docMk/>
            <pc:sldMk cId="360597892" sldId="390"/>
            <ac:spMk id="4" creationId="{04333402-BC39-450D-BF8C-514B1B4841CF}"/>
          </ac:spMkLst>
        </pc:spChg>
        <pc:spChg chg="mod">
          <ac:chgData name="Choi Jeomki" userId="f1912f8b0928b9f1" providerId="LiveId" clId="{3125F63D-9B4B-464C-A171-C6D67B09C83B}" dt="2019-02-20T13:34:48.126" v="2937" actId="20577"/>
          <ac:spMkLst>
            <pc:docMk/>
            <pc:sldMk cId="360597892" sldId="390"/>
            <ac:spMk id="5" creationId="{411D4AF9-7085-4A55-843D-EC0B795F9735}"/>
          </ac:spMkLst>
        </pc:spChg>
        <pc:picChg chg="add mod modCrop">
          <ac:chgData name="Choi Jeomki" userId="f1912f8b0928b9f1" providerId="LiveId" clId="{3125F63D-9B4B-464C-A171-C6D67B09C83B}" dt="2019-02-20T13:35:22.186" v="2970" actId="553"/>
          <ac:picMkLst>
            <pc:docMk/>
            <pc:sldMk cId="360597892" sldId="390"/>
            <ac:picMk id="6" creationId="{32777E50-4B08-48E6-BB93-817DE983E617}"/>
          </ac:picMkLst>
        </pc:picChg>
        <pc:picChg chg="del">
          <ac:chgData name="Choi Jeomki" userId="f1912f8b0928b9f1" providerId="LiveId" clId="{3125F63D-9B4B-464C-A171-C6D67B09C83B}" dt="2019-02-20T13:28:01.758" v="2810" actId="478"/>
          <ac:picMkLst>
            <pc:docMk/>
            <pc:sldMk cId="360597892" sldId="390"/>
            <ac:picMk id="7" creationId="{3C84717C-5867-4228-BAA3-5E180181055B}"/>
          </ac:picMkLst>
        </pc:picChg>
        <pc:picChg chg="add del mod modCrop">
          <ac:chgData name="Choi Jeomki" userId="f1912f8b0928b9f1" providerId="LiveId" clId="{3125F63D-9B4B-464C-A171-C6D67B09C83B}" dt="2019-02-20T13:32:40.529" v="2846" actId="478"/>
          <ac:picMkLst>
            <pc:docMk/>
            <pc:sldMk cId="360597892" sldId="390"/>
            <ac:picMk id="8" creationId="{5AD12FFC-B374-44DD-825E-FF705C069983}"/>
          </ac:picMkLst>
        </pc:picChg>
        <pc:picChg chg="add del">
          <ac:chgData name="Choi Jeomki" userId="f1912f8b0928b9f1" providerId="LiveId" clId="{3125F63D-9B4B-464C-A171-C6D67B09C83B}" dt="2019-02-20T13:28:46.846" v="2823" actId="478"/>
          <ac:picMkLst>
            <pc:docMk/>
            <pc:sldMk cId="360597892" sldId="390"/>
            <ac:picMk id="9" creationId="{5D76D3D6-72D6-4D11-9695-A0C95E79FA8B}"/>
          </ac:picMkLst>
        </pc:picChg>
        <pc:picChg chg="del">
          <ac:chgData name="Choi Jeomki" userId="f1912f8b0928b9f1" providerId="LiveId" clId="{3125F63D-9B4B-464C-A171-C6D67B09C83B}" dt="2019-02-20T13:28:01.110" v="2809" actId="478"/>
          <ac:picMkLst>
            <pc:docMk/>
            <pc:sldMk cId="360597892" sldId="390"/>
            <ac:picMk id="10" creationId="{187713EB-884B-47F3-B531-C3FC83D16827}"/>
          </ac:picMkLst>
        </pc:picChg>
        <pc:picChg chg="del">
          <ac:chgData name="Choi Jeomki" userId="f1912f8b0928b9f1" providerId="LiveId" clId="{3125F63D-9B4B-464C-A171-C6D67B09C83B}" dt="2019-02-20T13:28:02.273" v="2811" actId="478"/>
          <ac:picMkLst>
            <pc:docMk/>
            <pc:sldMk cId="360597892" sldId="390"/>
            <ac:picMk id="11" creationId="{008113C0-29D3-475B-B347-F298816F036A}"/>
          </ac:picMkLst>
        </pc:picChg>
        <pc:picChg chg="add mod modCrop">
          <ac:chgData name="Choi Jeomki" userId="f1912f8b0928b9f1" providerId="LiveId" clId="{3125F63D-9B4B-464C-A171-C6D67B09C83B}" dt="2019-02-20T13:35:22.186" v="2970" actId="553"/>
          <ac:picMkLst>
            <pc:docMk/>
            <pc:sldMk cId="360597892" sldId="390"/>
            <ac:picMk id="12" creationId="{1130E325-287E-423E-BCDE-37B305AD5587}"/>
          </ac:picMkLst>
        </pc:picChg>
        <pc:picChg chg="add mod modCrop">
          <ac:chgData name="Choi Jeomki" userId="f1912f8b0928b9f1" providerId="LiveId" clId="{3125F63D-9B4B-464C-A171-C6D67B09C83B}" dt="2019-02-20T13:35:16.362" v="2969" actId="208"/>
          <ac:picMkLst>
            <pc:docMk/>
            <pc:sldMk cId="360597892" sldId="390"/>
            <ac:picMk id="13" creationId="{2661C238-FA57-44FD-AA90-8806E3560A4D}"/>
          </ac:picMkLst>
        </pc:picChg>
        <pc:picChg chg="del">
          <ac:chgData name="Choi Jeomki" userId="f1912f8b0928b9f1" providerId="LiveId" clId="{3125F63D-9B4B-464C-A171-C6D67B09C83B}" dt="2019-02-20T13:28:44.848" v="2819" actId="478"/>
          <ac:picMkLst>
            <pc:docMk/>
            <pc:sldMk cId="360597892" sldId="390"/>
            <ac:picMk id="15" creationId="{2BB893B3-C6B1-4B91-B541-C344A4007A17}"/>
          </ac:picMkLst>
        </pc:picChg>
        <pc:picChg chg="add mod modCrop">
          <ac:chgData name="Choi Jeomki" userId="f1912f8b0928b9f1" providerId="LiveId" clId="{3125F63D-9B4B-464C-A171-C6D67B09C83B}" dt="2019-02-20T13:35:22.186" v="2970" actId="553"/>
          <ac:picMkLst>
            <pc:docMk/>
            <pc:sldMk cId="360597892" sldId="390"/>
            <ac:picMk id="16" creationId="{4FB963E5-D1EC-483F-916B-A97A045D4632}"/>
          </ac:picMkLst>
        </pc:picChg>
        <pc:picChg chg="add del mod modCrop">
          <ac:chgData name="Choi Jeomki" userId="f1912f8b0928b9f1" providerId="LiveId" clId="{3125F63D-9B4B-464C-A171-C6D67B09C83B}" dt="2019-02-20T13:32:41.029" v="2847" actId="478"/>
          <ac:picMkLst>
            <pc:docMk/>
            <pc:sldMk cId="360597892" sldId="390"/>
            <ac:picMk id="17" creationId="{484D5B84-C40A-4D48-B048-C8E341FCAA4A}"/>
          </ac:picMkLst>
        </pc:picChg>
        <pc:picChg chg="del">
          <ac:chgData name="Choi Jeomki" userId="f1912f8b0928b9f1" providerId="LiveId" clId="{3125F63D-9B4B-464C-A171-C6D67B09C83B}" dt="2019-02-20T13:28:45.445" v="2820" actId="478"/>
          <ac:picMkLst>
            <pc:docMk/>
            <pc:sldMk cId="360597892" sldId="390"/>
            <ac:picMk id="19" creationId="{997DAD3A-9368-456D-8D69-551AE3A83B37}"/>
          </ac:picMkLst>
        </pc:picChg>
        <pc:picChg chg="del">
          <ac:chgData name="Choi Jeomki" userId="f1912f8b0928b9f1" providerId="LiveId" clId="{3125F63D-9B4B-464C-A171-C6D67B09C83B}" dt="2019-02-20T13:28:46.072" v="2822" actId="478"/>
          <ac:picMkLst>
            <pc:docMk/>
            <pc:sldMk cId="360597892" sldId="390"/>
            <ac:picMk id="20" creationId="{D9B52825-D089-48D6-A0A0-D9AC728BD4B8}"/>
          </ac:picMkLst>
        </pc:picChg>
        <pc:picChg chg="del">
          <ac:chgData name="Choi Jeomki" userId="f1912f8b0928b9f1" providerId="LiveId" clId="{3125F63D-9B4B-464C-A171-C6D67B09C83B}" dt="2019-02-20T13:28:45.781" v="2821" actId="478"/>
          <ac:picMkLst>
            <pc:docMk/>
            <pc:sldMk cId="360597892" sldId="390"/>
            <ac:picMk id="21" creationId="{51A84AE9-BD4F-4F09-BE78-72090F1A7858}"/>
          </ac:picMkLst>
        </pc:picChg>
        <pc:picChg chg="add mod modCrop">
          <ac:chgData name="Choi Jeomki" userId="f1912f8b0928b9f1" providerId="LiveId" clId="{3125F63D-9B4B-464C-A171-C6D67B09C83B}" dt="2019-02-20T13:35:22.186" v="2970" actId="553"/>
          <ac:picMkLst>
            <pc:docMk/>
            <pc:sldMk cId="360597892" sldId="390"/>
            <ac:picMk id="22" creationId="{50FE526E-BDFA-4226-A2B3-55B84EAE999C}"/>
          </ac:picMkLst>
        </pc:picChg>
        <pc:picChg chg="add mod modCrop">
          <ac:chgData name="Choi Jeomki" userId="f1912f8b0928b9f1" providerId="LiveId" clId="{3125F63D-9B4B-464C-A171-C6D67B09C83B}" dt="2019-02-20T13:35:16.362" v="2969" actId="208"/>
          <ac:picMkLst>
            <pc:docMk/>
            <pc:sldMk cId="360597892" sldId="390"/>
            <ac:picMk id="23" creationId="{B8A61D6B-F151-4286-86A8-315BE8391884}"/>
          </ac:picMkLst>
        </pc:picChg>
      </pc:sldChg>
      <pc:sldChg chg="addSp delSp modSp add">
        <pc:chgData name="Choi Jeomki" userId="f1912f8b0928b9f1" providerId="LiveId" clId="{3125F63D-9B4B-464C-A171-C6D67B09C83B}" dt="2019-03-06T14:29:16.873" v="6844" actId="207"/>
        <pc:sldMkLst>
          <pc:docMk/>
          <pc:sldMk cId="1998000236" sldId="392"/>
        </pc:sldMkLst>
        <pc:spChg chg="mod">
          <ac:chgData name="Choi Jeomki" userId="f1912f8b0928b9f1" providerId="LiveId" clId="{3125F63D-9B4B-464C-A171-C6D67B09C83B}" dt="2019-02-20T13:42:38.426" v="3259"/>
          <ac:spMkLst>
            <pc:docMk/>
            <pc:sldMk cId="1998000236" sldId="392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44:45.128" v="3473" actId="20577"/>
          <ac:spMkLst>
            <pc:docMk/>
            <pc:sldMk cId="1998000236" sldId="392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29:16.873" v="6844" actId="207"/>
          <ac:spMkLst>
            <pc:docMk/>
            <pc:sldMk cId="1998000236" sldId="392"/>
            <ac:spMk id="4" creationId="{57D1958F-F6B8-4A32-917F-E01CB51943D0}"/>
          </ac:spMkLst>
        </pc:spChg>
        <pc:picChg chg="add mod">
          <ac:chgData name="Choi Jeomki" userId="f1912f8b0928b9f1" providerId="LiveId" clId="{3125F63D-9B4B-464C-A171-C6D67B09C83B}" dt="2019-02-20T13:39:58.234" v="3069" actId="208"/>
          <ac:picMkLst>
            <pc:docMk/>
            <pc:sldMk cId="1998000236" sldId="392"/>
            <ac:picMk id="5" creationId="{98398D42-0373-49B6-A004-0B8978442896}"/>
          </ac:picMkLst>
        </pc:picChg>
        <pc:picChg chg="del">
          <ac:chgData name="Choi Jeomki" userId="f1912f8b0928b9f1" providerId="LiveId" clId="{3125F63D-9B4B-464C-A171-C6D67B09C83B}" dt="2019-02-20T13:39:50.898" v="3064" actId="478"/>
          <ac:picMkLst>
            <pc:docMk/>
            <pc:sldMk cId="1998000236" sldId="392"/>
            <ac:picMk id="6" creationId="{E9F90CBD-DC06-409D-97D0-14AB0388F5E6}"/>
          </ac:picMkLst>
        </pc:picChg>
      </pc:sldChg>
      <pc:sldChg chg="addSp delSp modSp add">
        <pc:chgData name="Choi Jeomki" userId="f1912f8b0928b9f1" providerId="LiveId" clId="{3125F63D-9B4B-464C-A171-C6D67B09C83B}" dt="2019-02-20T13:52:19.906" v="3781" actId="207"/>
        <pc:sldMkLst>
          <pc:docMk/>
          <pc:sldMk cId="509581004" sldId="393"/>
        </pc:sldMkLst>
        <pc:spChg chg="mod">
          <ac:chgData name="Choi Jeomki" userId="f1912f8b0928b9f1" providerId="LiveId" clId="{3125F63D-9B4B-464C-A171-C6D67B09C83B}" dt="2019-02-20T13:45:01.695" v="3491"/>
          <ac:spMkLst>
            <pc:docMk/>
            <pc:sldMk cId="509581004" sldId="393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45:35.403" v="3563" actId="20577"/>
          <ac:spMkLst>
            <pc:docMk/>
            <pc:sldMk cId="509581004" sldId="393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48:59.373" v="3696" actId="20577"/>
          <ac:spMkLst>
            <pc:docMk/>
            <pc:sldMk cId="509581004" sldId="393"/>
            <ac:spMk id="4" creationId="{04333402-BC39-450D-BF8C-514B1B4841CF}"/>
          </ac:spMkLst>
        </pc:spChg>
        <pc:spChg chg="mod">
          <ac:chgData name="Choi Jeomki" userId="f1912f8b0928b9f1" providerId="LiveId" clId="{3125F63D-9B4B-464C-A171-C6D67B09C83B}" dt="2019-02-20T13:52:19.906" v="3781" actId="207"/>
          <ac:spMkLst>
            <pc:docMk/>
            <pc:sldMk cId="509581004" sldId="393"/>
            <ac:spMk id="5" creationId="{411D4AF9-7085-4A55-843D-EC0B795F9735}"/>
          </ac:spMkLst>
        </pc:spChg>
        <pc:picChg chg="del">
          <ac:chgData name="Choi Jeomki" userId="f1912f8b0928b9f1" providerId="LiveId" clId="{3125F63D-9B4B-464C-A171-C6D67B09C83B}" dt="2019-02-20T13:46:27.148" v="3569" actId="478"/>
          <ac:picMkLst>
            <pc:docMk/>
            <pc:sldMk cId="509581004" sldId="393"/>
            <ac:picMk id="6" creationId="{32777E50-4B08-48E6-BB93-817DE983E617}"/>
          </ac:picMkLst>
        </pc:picChg>
        <pc:picChg chg="add mod modCrop">
          <ac:chgData name="Choi Jeomki" userId="f1912f8b0928b9f1" providerId="LiveId" clId="{3125F63D-9B4B-464C-A171-C6D67B09C83B}" dt="2019-02-20T13:50:32.577" v="3721" actId="208"/>
          <ac:picMkLst>
            <pc:docMk/>
            <pc:sldMk cId="509581004" sldId="393"/>
            <ac:picMk id="7" creationId="{25CED82C-E725-4BEF-8970-A760BD172AF1}"/>
          </ac:picMkLst>
        </pc:picChg>
        <pc:picChg chg="add mod modCrop">
          <ac:chgData name="Choi Jeomki" userId="f1912f8b0928b9f1" providerId="LiveId" clId="{3125F63D-9B4B-464C-A171-C6D67B09C83B}" dt="2019-02-20T13:50:32.577" v="3721" actId="208"/>
          <ac:picMkLst>
            <pc:docMk/>
            <pc:sldMk cId="509581004" sldId="393"/>
            <ac:picMk id="8" creationId="{5FA5D8DA-B65B-4D9F-B90E-21DF30177C1D}"/>
          </ac:picMkLst>
        </pc:picChg>
        <pc:picChg chg="add mod modCrop">
          <ac:chgData name="Choi Jeomki" userId="f1912f8b0928b9f1" providerId="LiveId" clId="{3125F63D-9B4B-464C-A171-C6D67B09C83B}" dt="2019-02-20T13:51:17.928" v="3754" actId="732"/>
          <ac:picMkLst>
            <pc:docMk/>
            <pc:sldMk cId="509581004" sldId="393"/>
            <ac:picMk id="9" creationId="{FA5211DD-0D18-4390-AE0E-F07B13699B17}"/>
          </ac:picMkLst>
        </pc:picChg>
        <pc:picChg chg="add mod">
          <ac:chgData name="Choi Jeomki" userId="f1912f8b0928b9f1" providerId="LiveId" clId="{3125F63D-9B4B-464C-A171-C6D67B09C83B}" dt="2019-02-20T13:51:38.050" v="3759" actId="552"/>
          <ac:picMkLst>
            <pc:docMk/>
            <pc:sldMk cId="509581004" sldId="393"/>
            <ac:picMk id="10" creationId="{1967C5E9-AF5B-437F-AB4D-FF7033779F4E}"/>
          </ac:picMkLst>
        </pc:picChg>
        <pc:picChg chg="add mod">
          <ac:chgData name="Choi Jeomki" userId="f1912f8b0928b9f1" providerId="LiveId" clId="{3125F63D-9B4B-464C-A171-C6D67B09C83B}" dt="2019-02-20T13:51:41.100" v="3765" actId="1035"/>
          <ac:picMkLst>
            <pc:docMk/>
            <pc:sldMk cId="509581004" sldId="393"/>
            <ac:picMk id="11" creationId="{71B04EA3-1B93-492B-9627-6182AC01F928}"/>
          </ac:picMkLst>
        </pc:picChg>
        <pc:picChg chg="del">
          <ac:chgData name="Choi Jeomki" userId="f1912f8b0928b9f1" providerId="LiveId" clId="{3125F63D-9B4B-464C-A171-C6D67B09C83B}" dt="2019-02-20T13:46:27.619" v="3570" actId="478"/>
          <ac:picMkLst>
            <pc:docMk/>
            <pc:sldMk cId="509581004" sldId="393"/>
            <ac:picMk id="12" creationId="{1130E325-287E-423E-BCDE-37B305AD5587}"/>
          </ac:picMkLst>
        </pc:picChg>
        <pc:picChg chg="del">
          <ac:chgData name="Choi Jeomki" userId="f1912f8b0928b9f1" providerId="LiveId" clId="{3125F63D-9B4B-464C-A171-C6D67B09C83B}" dt="2019-02-20T13:49:56.934" v="3715" actId="478"/>
          <ac:picMkLst>
            <pc:docMk/>
            <pc:sldMk cId="509581004" sldId="393"/>
            <ac:picMk id="13" creationId="{2661C238-FA57-44FD-AA90-8806E3560A4D}"/>
          </ac:picMkLst>
        </pc:picChg>
        <pc:picChg chg="add mod modCrop">
          <ac:chgData name="Choi Jeomki" userId="f1912f8b0928b9f1" providerId="LiveId" clId="{3125F63D-9B4B-464C-A171-C6D67B09C83B}" dt="2019-02-20T13:50:32.577" v="3721" actId="208"/>
          <ac:picMkLst>
            <pc:docMk/>
            <pc:sldMk cId="509581004" sldId="393"/>
            <ac:picMk id="15" creationId="{1C77668E-BD43-4618-A2BC-01EF916F4BA9}"/>
          </ac:picMkLst>
        </pc:picChg>
        <pc:picChg chg="del">
          <ac:chgData name="Choi Jeomki" userId="f1912f8b0928b9f1" providerId="LiveId" clId="{3125F63D-9B4B-464C-A171-C6D67B09C83B}" dt="2019-02-20T13:46:28.246" v="3571" actId="478"/>
          <ac:picMkLst>
            <pc:docMk/>
            <pc:sldMk cId="509581004" sldId="393"/>
            <ac:picMk id="16" creationId="{4FB963E5-D1EC-483F-916B-A97A045D4632}"/>
          </ac:picMkLst>
        </pc:picChg>
        <pc:picChg chg="add del mod modCrop">
          <ac:chgData name="Choi Jeomki" userId="f1912f8b0928b9f1" providerId="LiveId" clId="{3125F63D-9B4B-464C-A171-C6D67B09C83B}" dt="2019-02-20T13:51:21.090" v="3756"/>
          <ac:picMkLst>
            <pc:docMk/>
            <pc:sldMk cId="509581004" sldId="393"/>
            <ac:picMk id="18" creationId="{6BD4E9FE-CB6B-4384-9715-297352BEC35D}"/>
          </ac:picMkLst>
        </pc:picChg>
        <pc:picChg chg="del">
          <ac:chgData name="Choi Jeomki" userId="f1912f8b0928b9f1" providerId="LiveId" clId="{3125F63D-9B4B-464C-A171-C6D67B09C83B}" dt="2019-02-20T13:46:29.894" v="3572" actId="478"/>
          <ac:picMkLst>
            <pc:docMk/>
            <pc:sldMk cId="509581004" sldId="393"/>
            <ac:picMk id="22" creationId="{50FE526E-BDFA-4226-A2B3-55B84EAE999C}"/>
          </ac:picMkLst>
        </pc:picChg>
        <pc:picChg chg="del">
          <ac:chgData name="Choi Jeomki" userId="f1912f8b0928b9f1" providerId="LiveId" clId="{3125F63D-9B4B-464C-A171-C6D67B09C83B}" dt="2019-02-20T13:50:24.033" v="3718" actId="478"/>
          <ac:picMkLst>
            <pc:docMk/>
            <pc:sldMk cId="509581004" sldId="393"/>
            <ac:picMk id="23" creationId="{B8A61D6B-F151-4286-86A8-315BE8391884}"/>
          </ac:picMkLst>
        </pc:picChg>
      </pc:sldChg>
      <pc:sldChg chg="addSp delSp modSp add">
        <pc:chgData name="Choi Jeomki" userId="f1912f8b0928b9f1" providerId="LiveId" clId="{3125F63D-9B4B-464C-A171-C6D67B09C83B}" dt="2019-02-20T13:55:06.923" v="3824" actId="20577"/>
        <pc:sldMkLst>
          <pc:docMk/>
          <pc:sldMk cId="2740713381" sldId="394"/>
        </pc:sldMkLst>
        <pc:spChg chg="mod">
          <ac:chgData name="Choi Jeomki" userId="f1912f8b0928b9f1" providerId="LiveId" clId="{3125F63D-9B4B-464C-A171-C6D67B09C83B}" dt="2019-02-20T13:55:06.923" v="3824" actId="20577"/>
          <ac:spMkLst>
            <pc:docMk/>
            <pc:sldMk cId="2740713381" sldId="394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45:49.643" v="3564"/>
          <ac:spMkLst>
            <pc:docMk/>
            <pc:sldMk cId="2740713381" sldId="394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13:53:48.225" v="3801" actId="207"/>
          <ac:spMkLst>
            <pc:docMk/>
            <pc:sldMk cId="2740713381" sldId="394"/>
            <ac:spMk id="4" creationId="{57D1958F-F6B8-4A32-917F-E01CB51943D0}"/>
          </ac:spMkLst>
        </pc:spChg>
        <pc:picChg chg="add del mod">
          <ac:chgData name="Choi Jeomki" userId="f1912f8b0928b9f1" providerId="LiveId" clId="{3125F63D-9B4B-464C-A171-C6D67B09C83B}" dt="2019-02-20T13:54:37.559" v="3817" actId="478"/>
          <ac:picMkLst>
            <pc:docMk/>
            <pc:sldMk cId="2740713381" sldId="394"/>
            <ac:picMk id="5" creationId="{98398D42-0373-49B6-A004-0B8978442896}"/>
          </ac:picMkLst>
        </pc:picChg>
        <pc:picChg chg="add del mod">
          <ac:chgData name="Choi Jeomki" userId="f1912f8b0928b9f1" providerId="LiveId" clId="{3125F63D-9B4B-464C-A171-C6D67B09C83B}" dt="2019-02-20T13:54:05.907" v="3806"/>
          <ac:picMkLst>
            <pc:docMk/>
            <pc:sldMk cId="2740713381" sldId="394"/>
            <ac:picMk id="6" creationId="{68E93FBC-2339-478D-AEBB-0F59EA25F0C6}"/>
          </ac:picMkLst>
        </pc:picChg>
        <pc:picChg chg="add del mod">
          <ac:chgData name="Choi Jeomki" userId="f1912f8b0928b9f1" providerId="LiveId" clId="{3125F63D-9B4B-464C-A171-C6D67B09C83B}" dt="2019-02-20T13:54:36.503" v="3816"/>
          <ac:picMkLst>
            <pc:docMk/>
            <pc:sldMk cId="2740713381" sldId="394"/>
            <ac:picMk id="7" creationId="{F1568E21-903A-419F-A0B6-627FB93035C9}"/>
          </ac:picMkLst>
        </pc:picChg>
        <pc:picChg chg="add mod">
          <ac:chgData name="Choi Jeomki" userId="f1912f8b0928b9f1" providerId="LiveId" clId="{3125F63D-9B4B-464C-A171-C6D67B09C83B}" dt="2019-02-20T13:54:44.209" v="3819" actId="208"/>
          <ac:picMkLst>
            <pc:docMk/>
            <pc:sldMk cId="2740713381" sldId="394"/>
            <ac:picMk id="8" creationId="{6178E1C4-AAC6-47C5-9B36-9C3016C8A936}"/>
          </ac:picMkLst>
        </pc:picChg>
      </pc:sldChg>
      <pc:sldChg chg="addSp delSp modSp add">
        <pc:chgData name="Choi Jeomki" userId="f1912f8b0928b9f1" providerId="LiveId" clId="{3125F63D-9B4B-464C-A171-C6D67B09C83B}" dt="2019-03-06T14:35:17.162" v="6848" actId="1076"/>
        <pc:sldMkLst>
          <pc:docMk/>
          <pc:sldMk cId="3572667221" sldId="395"/>
        </pc:sldMkLst>
        <pc:spChg chg="mod">
          <ac:chgData name="Choi Jeomki" userId="f1912f8b0928b9f1" providerId="LiveId" clId="{3125F63D-9B4B-464C-A171-C6D67B09C83B}" dt="2019-02-20T13:55:11.370" v="3826" actId="20577"/>
          <ac:spMkLst>
            <pc:docMk/>
            <pc:sldMk cId="3572667221" sldId="395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35:17.162" v="6848" actId="1076"/>
          <ac:spMkLst>
            <pc:docMk/>
            <pc:sldMk cId="3572667221" sldId="395"/>
            <ac:spMk id="4" creationId="{57D1958F-F6B8-4A32-917F-E01CB51943D0}"/>
          </ac:spMkLst>
        </pc:spChg>
        <pc:grpChg chg="add mod">
          <ac:chgData name="Choi Jeomki" userId="f1912f8b0928b9f1" providerId="LiveId" clId="{3125F63D-9B4B-464C-A171-C6D67B09C83B}" dt="2019-02-20T13:58:44.440" v="3910" actId="1076"/>
          <ac:grpSpMkLst>
            <pc:docMk/>
            <pc:sldMk cId="3572667221" sldId="395"/>
            <ac:grpSpMk id="7" creationId="{25A43334-C580-404A-BDDD-A10F5749AC5F}"/>
          </ac:grpSpMkLst>
        </pc:grpChg>
        <pc:picChg chg="add mod">
          <ac:chgData name="Choi Jeomki" userId="f1912f8b0928b9f1" providerId="LiveId" clId="{3125F63D-9B4B-464C-A171-C6D67B09C83B}" dt="2019-02-20T13:58:40.205" v="3908" actId="164"/>
          <ac:picMkLst>
            <pc:docMk/>
            <pc:sldMk cId="3572667221" sldId="395"/>
            <ac:picMk id="5" creationId="{C888BEF4-FF3E-4CB6-8926-1C4BCFDB2F71}"/>
          </ac:picMkLst>
        </pc:picChg>
        <pc:picChg chg="add mod">
          <ac:chgData name="Choi Jeomki" userId="f1912f8b0928b9f1" providerId="LiveId" clId="{3125F63D-9B4B-464C-A171-C6D67B09C83B}" dt="2019-02-20T13:58:40.205" v="3908" actId="164"/>
          <ac:picMkLst>
            <pc:docMk/>
            <pc:sldMk cId="3572667221" sldId="395"/>
            <ac:picMk id="6" creationId="{8146226C-F20B-4C0E-BBC7-E57089764BAE}"/>
          </ac:picMkLst>
        </pc:picChg>
        <pc:picChg chg="del">
          <ac:chgData name="Choi Jeomki" userId="f1912f8b0928b9f1" providerId="LiveId" clId="{3125F63D-9B4B-464C-A171-C6D67B09C83B}" dt="2019-02-20T13:56:20.252" v="3898" actId="478"/>
          <ac:picMkLst>
            <pc:docMk/>
            <pc:sldMk cId="3572667221" sldId="395"/>
            <ac:picMk id="8" creationId="{6178E1C4-AAC6-47C5-9B36-9C3016C8A936}"/>
          </ac:picMkLst>
        </pc:picChg>
      </pc:sldChg>
      <pc:sldChg chg="addSp delSp modSp add">
        <pc:chgData name="Choi Jeomki" userId="f1912f8b0928b9f1" providerId="LiveId" clId="{3125F63D-9B4B-464C-A171-C6D67B09C83B}" dt="2019-02-20T14:44:17.546" v="5354" actId="1038"/>
        <pc:sldMkLst>
          <pc:docMk/>
          <pc:sldMk cId="1420864742" sldId="396"/>
        </pc:sldMkLst>
        <pc:spChg chg="mod">
          <ac:chgData name="Choi Jeomki" userId="f1912f8b0928b9f1" providerId="LiveId" clId="{3125F63D-9B4B-464C-A171-C6D67B09C83B}" dt="2019-02-20T14:14:04.455" v="4176"/>
          <ac:spMkLst>
            <pc:docMk/>
            <pc:sldMk cId="1420864742" sldId="396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0T14:16:53.041" v="4737"/>
          <ac:spMkLst>
            <pc:docMk/>
            <pc:sldMk cId="1420864742" sldId="396"/>
            <ac:spMk id="3" creationId="{00000000-0000-0000-0000-000000000000}"/>
          </ac:spMkLst>
        </pc:spChg>
        <pc:spChg chg="del">
          <ac:chgData name="Choi Jeomki" userId="f1912f8b0928b9f1" providerId="LiveId" clId="{3125F63D-9B4B-464C-A171-C6D67B09C83B}" dt="2019-02-20T14:16:59.520" v="4738" actId="478"/>
          <ac:spMkLst>
            <pc:docMk/>
            <pc:sldMk cId="1420864742" sldId="396"/>
            <ac:spMk id="11" creationId="{6AE67DA9-EF96-459C-BFA1-8AD76ECEA43A}"/>
          </ac:spMkLst>
        </pc:spChg>
        <pc:spChg chg="del">
          <ac:chgData name="Choi Jeomki" userId="f1912f8b0928b9f1" providerId="LiveId" clId="{3125F63D-9B4B-464C-A171-C6D67B09C83B}" dt="2019-02-20T14:17:03.617" v="4739" actId="478"/>
          <ac:spMkLst>
            <pc:docMk/>
            <pc:sldMk cId="1420864742" sldId="396"/>
            <ac:spMk id="12" creationId="{CA199794-029C-4A9D-9578-192CD222780A}"/>
          </ac:spMkLst>
        </pc:spChg>
        <pc:spChg chg="add mod ord">
          <ac:chgData name="Choi Jeomki" userId="f1912f8b0928b9f1" providerId="LiveId" clId="{3125F63D-9B4B-464C-A171-C6D67B09C83B}" dt="2019-02-20T14:19:36.076" v="4895" actId="12789"/>
          <ac:spMkLst>
            <pc:docMk/>
            <pc:sldMk cId="1420864742" sldId="396"/>
            <ac:spMk id="13" creationId="{8CD0267C-0C79-4418-842A-9B6CC0C5D475}"/>
          </ac:spMkLst>
        </pc:spChg>
        <pc:spChg chg="del">
          <ac:chgData name="Choi Jeomki" userId="f1912f8b0928b9f1" providerId="LiveId" clId="{3125F63D-9B4B-464C-A171-C6D67B09C83B}" dt="2019-02-20T14:17:03.617" v="4739" actId="478"/>
          <ac:spMkLst>
            <pc:docMk/>
            <pc:sldMk cId="1420864742" sldId="396"/>
            <ac:spMk id="14" creationId="{BF3EBA60-93FA-49D1-87A3-894D9E926393}"/>
          </ac:spMkLst>
        </pc:spChg>
        <pc:spChg chg="add mod">
          <ac:chgData name="Choi Jeomki" userId="f1912f8b0928b9f1" providerId="LiveId" clId="{3125F63D-9B4B-464C-A171-C6D67B09C83B}" dt="2019-02-20T14:44:09.020" v="5344" actId="20577"/>
          <ac:spMkLst>
            <pc:docMk/>
            <pc:sldMk cId="1420864742" sldId="396"/>
            <ac:spMk id="15" creationId="{93B99048-DE72-49BC-A530-4DDBCAB7CA29}"/>
          </ac:spMkLst>
        </pc:spChg>
        <pc:spChg chg="add mod">
          <ac:chgData name="Choi Jeomki" userId="f1912f8b0928b9f1" providerId="LiveId" clId="{3125F63D-9B4B-464C-A171-C6D67B09C83B}" dt="2019-02-20T14:44:17.546" v="5354" actId="1038"/>
          <ac:spMkLst>
            <pc:docMk/>
            <pc:sldMk cId="1420864742" sldId="396"/>
            <ac:spMk id="16" creationId="{D8641B95-8EF2-4E69-B645-8B57939714B7}"/>
          </ac:spMkLst>
        </pc:spChg>
        <pc:graphicFrameChg chg="add del mod">
          <ac:chgData name="Choi Jeomki" userId="f1912f8b0928b9f1" providerId="LiveId" clId="{3125F63D-9B4B-464C-A171-C6D67B09C83B}" dt="2019-02-20T14:17:21.885" v="4742" actId="478"/>
          <ac:graphicFrameMkLst>
            <pc:docMk/>
            <pc:sldMk cId="1420864742" sldId="396"/>
            <ac:graphicFrameMk id="4" creationId="{AE245EEF-6DC4-4DBF-B20B-7E496BB3F367}"/>
          </ac:graphicFrameMkLst>
        </pc:graphicFrameChg>
        <pc:graphicFrameChg chg="add mod modGraphic">
          <ac:chgData name="Choi Jeomki" userId="f1912f8b0928b9f1" providerId="LiveId" clId="{3125F63D-9B4B-464C-A171-C6D67B09C83B}" dt="2019-02-20T14:18:00.548" v="4767" actId="1038"/>
          <ac:graphicFrameMkLst>
            <pc:docMk/>
            <pc:sldMk cId="1420864742" sldId="396"/>
            <ac:graphicFrameMk id="9" creationId="{7AA9BEA4-F971-4AA5-BE3A-2B0E8C088E9A}"/>
          </ac:graphicFrameMkLst>
        </pc:graphicFrameChg>
        <pc:graphicFrameChg chg="mod">
          <ac:chgData name="Choi Jeomki" userId="f1912f8b0928b9f1" providerId="LiveId" clId="{3125F63D-9B4B-464C-A171-C6D67B09C83B}" dt="2019-02-20T14:17:37.053" v="4746" actId="554"/>
          <ac:graphicFrameMkLst>
            <pc:docMk/>
            <pc:sldMk cId="1420864742" sldId="396"/>
            <ac:graphicFrameMk id="10" creationId="{BD07EE59-2299-4244-AD26-D2D69B49BE46}"/>
          </ac:graphicFrameMkLst>
        </pc:graphicFrameChg>
      </pc:sldChg>
      <pc:sldChg chg="addSp delSp modSp add">
        <pc:chgData name="Choi Jeomki" userId="f1912f8b0928b9f1" providerId="LiveId" clId="{3125F63D-9B4B-464C-A171-C6D67B09C83B}" dt="2019-03-06T14:43:58.381" v="6883"/>
        <pc:sldMkLst>
          <pc:docMk/>
          <pc:sldMk cId="57072899" sldId="397"/>
        </pc:sldMkLst>
        <pc:spChg chg="mod">
          <ac:chgData name="Choi Jeomki" userId="f1912f8b0928b9f1" providerId="LiveId" clId="{3125F63D-9B4B-464C-A171-C6D67B09C83B}" dt="2019-02-20T23:32:59.362" v="6330" actId="20577"/>
          <ac:spMkLst>
            <pc:docMk/>
            <pc:sldMk cId="57072899" sldId="397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22:20.953" v="6821" actId="20577"/>
          <ac:spMkLst>
            <pc:docMk/>
            <pc:sldMk cId="57072899" sldId="397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43:17.330" v="6881" actId="207"/>
          <ac:spMkLst>
            <pc:docMk/>
            <pc:sldMk cId="57072899" sldId="397"/>
            <ac:spMk id="4" creationId="{182E4F29-0217-4174-AC57-CA44A47E8D8A}"/>
          </ac:spMkLst>
        </pc:spChg>
        <pc:spChg chg="del">
          <ac:chgData name="Choi Jeomki" userId="f1912f8b0928b9f1" providerId="LiveId" clId="{3125F63D-9B4B-464C-A171-C6D67B09C83B}" dt="2019-02-20T23:20:52.978" v="6180" actId="478"/>
          <ac:spMkLst>
            <pc:docMk/>
            <pc:sldMk cId="57072899" sldId="397"/>
            <ac:spMk id="8" creationId="{DB7647B6-3D74-4780-AF86-E6C8B4BE86A3}"/>
          </ac:spMkLst>
        </pc:spChg>
        <pc:picChg chg="del">
          <ac:chgData name="Choi Jeomki" userId="f1912f8b0928b9f1" providerId="LiveId" clId="{3125F63D-9B4B-464C-A171-C6D67B09C83B}" dt="2019-02-20T23:20:49.390" v="6179" actId="478"/>
          <ac:picMkLst>
            <pc:docMk/>
            <pc:sldMk cId="57072899" sldId="397"/>
            <ac:picMk id="5" creationId="{E907FE31-89C8-4472-ADCA-10EEA3621BF2}"/>
          </ac:picMkLst>
        </pc:picChg>
        <pc:picChg chg="add">
          <ac:chgData name="Choi Jeomki" userId="f1912f8b0928b9f1" providerId="LiveId" clId="{3125F63D-9B4B-464C-A171-C6D67B09C83B}" dt="2019-03-06T14:43:58.381" v="6883"/>
          <ac:picMkLst>
            <pc:docMk/>
            <pc:sldMk cId="57072899" sldId="397"/>
            <ac:picMk id="6" creationId="{88159B82-8B4D-4DD8-8F61-9424AEE14D0C}"/>
          </ac:picMkLst>
        </pc:picChg>
        <pc:picChg chg="add del mod">
          <ac:chgData name="Choi Jeomki" userId="f1912f8b0928b9f1" providerId="LiveId" clId="{3125F63D-9B4B-464C-A171-C6D67B09C83B}" dt="2019-02-20T23:49:09.916" v="6579" actId="478"/>
          <ac:picMkLst>
            <pc:docMk/>
            <pc:sldMk cId="57072899" sldId="397"/>
            <ac:picMk id="6" creationId="{DC9850E1-E634-4E7F-AD40-0E032168C42E}"/>
          </ac:picMkLst>
        </pc:picChg>
        <pc:picChg chg="add del mod">
          <ac:chgData name="Choi Jeomki" userId="f1912f8b0928b9f1" providerId="LiveId" clId="{3125F63D-9B4B-464C-A171-C6D67B09C83B}" dt="2019-03-06T14:43:57.397" v="6882"/>
          <ac:picMkLst>
            <pc:docMk/>
            <pc:sldMk cId="57072899" sldId="397"/>
            <ac:picMk id="7" creationId="{130BB8A3-F6F5-4314-A6A6-6C6B737F8113}"/>
          </ac:picMkLst>
        </pc:picChg>
        <pc:picChg chg="del">
          <ac:chgData name="Choi Jeomki" userId="f1912f8b0928b9f1" providerId="LiveId" clId="{3125F63D-9B4B-464C-A171-C6D67B09C83B}" dt="2019-02-20T23:20:49.390" v="6179" actId="478"/>
          <ac:picMkLst>
            <pc:docMk/>
            <pc:sldMk cId="57072899" sldId="397"/>
            <ac:picMk id="9" creationId="{9CF550EE-49D8-4B71-9D80-A3D7577B797C}"/>
          </ac:picMkLst>
        </pc:picChg>
        <pc:picChg chg="del">
          <ac:chgData name="Choi Jeomki" userId="f1912f8b0928b9f1" providerId="LiveId" clId="{3125F63D-9B4B-464C-A171-C6D67B09C83B}" dt="2019-02-20T23:20:49.390" v="6179" actId="478"/>
          <ac:picMkLst>
            <pc:docMk/>
            <pc:sldMk cId="57072899" sldId="397"/>
            <ac:picMk id="13" creationId="{3A6CC4C8-0AA8-45B9-ACEB-FBC7FB22F2B0}"/>
          </ac:picMkLst>
        </pc:picChg>
        <pc:picChg chg="del">
          <ac:chgData name="Choi Jeomki" userId="f1912f8b0928b9f1" providerId="LiveId" clId="{3125F63D-9B4B-464C-A171-C6D67B09C83B}" dt="2019-02-20T23:20:49.390" v="6179" actId="478"/>
          <ac:picMkLst>
            <pc:docMk/>
            <pc:sldMk cId="57072899" sldId="397"/>
            <ac:picMk id="14" creationId="{E292FC1D-BEDA-4EEB-A9D1-E6A00B76F23C}"/>
          </ac:picMkLst>
        </pc:picChg>
      </pc:sldChg>
      <pc:sldChg chg="addSp delSp modSp add">
        <pc:chgData name="Choi Jeomki" userId="f1912f8b0928b9f1" providerId="LiveId" clId="{3125F63D-9B4B-464C-A171-C6D67B09C83B}" dt="2019-03-06T14:47:27.215" v="6902"/>
        <pc:sldMkLst>
          <pc:docMk/>
          <pc:sldMk cId="810689148" sldId="398"/>
        </pc:sldMkLst>
        <pc:spChg chg="mod">
          <ac:chgData name="Choi Jeomki" userId="f1912f8b0928b9f1" providerId="LiveId" clId="{3125F63D-9B4B-464C-A171-C6D67B09C83B}" dt="2019-02-20T23:33:13.267" v="6336" actId="20577"/>
          <ac:spMkLst>
            <pc:docMk/>
            <pc:sldMk cId="810689148" sldId="398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00:57.362" v="6727" actId="20577"/>
          <ac:spMkLst>
            <pc:docMk/>
            <pc:sldMk cId="810689148" sldId="398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46:20.373" v="6884" actId="207"/>
          <ac:spMkLst>
            <pc:docMk/>
            <pc:sldMk cId="810689148" sldId="398"/>
            <ac:spMk id="4" creationId="{182E4F29-0217-4174-AC57-CA44A47E8D8A}"/>
          </ac:spMkLst>
        </pc:spChg>
        <pc:spChg chg="mod">
          <ac:chgData name="Choi Jeomki" userId="f1912f8b0928b9f1" providerId="LiveId" clId="{3125F63D-9B4B-464C-A171-C6D67B09C83B}" dt="2019-03-06T14:47:27.215" v="6902"/>
          <ac:spMkLst>
            <pc:docMk/>
            <pc:sldMk cId="810689148" sldId="398"/>
            <ac:spMk id="8" creationId="{DB7647B6-3D74-4780-AF86-E6C8B4BE86A3}"/>
          </ac:spMkLst>
        </pc:spChg>
        <pc:grpChg chg="add mod">
          <ac:chgData name="Choi Jeomki" userId="f1912f8b0928b9f1" providerId="LiveId" clId="{3125F63D-9B4B-464C-A171-C6D67B09C83B}" dt="2019-02-20T23:44:59.262" v="6516" actId="553"/>
          <ac:grpSpMkLst>
            <pc:docMk/>
            <pc:sldMk cId="810689148" sldId="398"/>
            <ac:grpSpMk id="18" creationId="{DA76F599-107D-4DA7-9711-C46BBB5BD31A}"/>
          </ac:grpSpMkLst>
        </pc:grpChg>
        <pc:picChg chg="del">
          <ac:chgData name="Choi Jeomki" userId="f1912f8b0928b9f1" providerId="LiveId" clId="{3125F63D-9B4B-464C-A171-C6D67B09C83B}" dt="2019-02-20T23:33:58.211" v="6356" actId="478"/>
          <ac:picMkLst>
            <pc:docMk/>
            <pc:sldMk cId="810689148" sldId="398"/>
            <ac:picMk id="5" creationId="{E907FE31-89C8-4472-ADCA-10EEA3621BF2}"/>
          </ac:picMkLst>
        </pc:picChg>
        <pc:picChg chg="add mod">
          <ac:chgData name="Choi Jeomki" userId="f1912f8b0928b9f1" providerId="LiveId" clId="{3125F63D-9B4B-464C-A171-C6D67B09C83B}" dt="2019-02-20T23:37:00.166" v="6419" actId="208"/>
          <ac:picMkLst>
            <pc:docMk/>
            <pc:sldMk cId="810689148" sldId="398"/>
            <ac:picMk id="6" creationId="{780549E3-B3F2-476D-A4BA-EE337A72ED51}"/>
          </ac:picMkLst>
        </pc:picChg>
        <pc:picChg chg="add mod">
          <ac:chgData name="Choi Jeomki" userId="f1912f8b0928b9f1" providerId="LiveId" clId="{3125F63D-9B4B-464C-A171-C6D67B09C83B}" dt="2019-02-20T23:37:00.166" v="6419" actId="208"/>
          <ac:picMkLst>
            <pc:docMk/>
            <pc:sldMk cId="810689148" sldId="398"/>
            <ac:picMk id="7" creationId="{32C4A18E-B2D1-4E65-B062-1478A4B811BB}"/>
          </ac:picMkLst>
        </pc:picChg>
        <pc:picChg chg="del">
          <ac:chgData name="Choi Jeomki" userId="f1912f8b0928b9f1" providerId="LiveId" clId="{3125F63D-9B4B-464C-A171-C6D67B09C83B}" dt="2019-02-20T23:33:58.696" v="6357" actId="478"/>
          <ac:picMkLst>
            <pc:docMk/>
            <pc:sldMk cId="810689148" sldId="398"/>
            <ac:picMk id="9" creationId="{9CF550EE-49D8-4B71-9D80-A3D7577B797C}"/>
          </ac:picMkLst>
        </pc:picChg>
        <pc:picChg chg="add del mod">
          <ac:chgData name="Choi Jeomki" userId="f1912f8b0928b9f1" providerId="LiveId" clId="{3125F63D-9B4B-464C-A171-C6D67B09C83B}" dt="2019-02-20T23:43:43.639" v="6505" actId="478"/>
          <ac:picMkLst>
            <pc:docMk/>
            <pc:sldMk cId="810689148" sldId="398"/>
            <ac:picMk id="10" creationId="{E7DDEA4F-0929-41C8-8D7B-E9E8B36047B8}"/>
          </ac:picMkLst>
        </pc:picChg>
        <pc:picChg chg="add mod modCrop">
          <ac:chgData name="Choi Jeomki" userId="f1912f8b0928b9f1" providerId="LiveId" clId="{3125F63D-9B4B-464C-A171-C6D67B09C83B}" dt="2019-02-20T23:45:12.494" v="6542" actId="408"/>
          <ac:picMkLst>
            <pc:docMk/>
            <pc:sldMk cId="810689148" sldId="398"/>
            <ac:picMk id="11" creationId="{54F07A6D-E321-4708-B79A-E8ED04AA8B4F}"/>
          </ac:picMkLst>
        </pc:picChg>
        <pc:picChg chg="add mod modCrop">
          <ac:chgData name="Choi Jeomki" userId="f1912f8b0928b9f1" providerId="LiveId" clId="{3125F63D-9B4B-464C-A171-C6D67B09C83B}" dt="2019-02-20T23:45:12.494" v="6542" actId="408"/>
          <ac:picMkLst>
            <pc:docMk/>
            <pc:sldMk cId="810689148" sldId="398"/>
            <ac:picMk id="12" creationId="{414EB2C3-933C-4476-9837-D9763A625985}"/>
          </ac:picMkLst>
        </pc:picChg>
        <pc:picChg chg="del">
          <ac:chgData name="Choi Jeomki" userId="f1912f8b0928b9f1" providerId="LiveId" clId="{3125F63D-9B4B-464C-A171-C6D67B09C83B}" dt="2019-02-20T23:34:35.100" v="6360" actId="478"/>
          <ac:picMkLst>
            <pc:docMk/>
            <pc:sldMk cId="810689148" sldId="398"/>
            <ac:picMk id="13" creationId="{3A6CC4C8-0AA8-45B9-ACEB-FBC7FB22F2B0}"/>
          </ac:picMkLst>
        </pc:picChg>
        <pc:picChg chg="del">
          <ac:chgData name="Choi Jeomki" userId="f1912f8b0928b9f1" providerId="LiveId" clId="{3125F63D-9B4B-464C-A171-C6D67B09C83B}" dt="2019-02-20T23:34:35.847" v="6361" actId="478"/>
          <ac:picMkLst>
            <pc:docMk/>
            <pc:sldMk cId="810689148" sldId="398"/>
            <ac:picMk id="14" creationId="{E292FC1D-BEDA-4EEB-A9D1-E6A00B76F23C}"/>
          </ac:picMkLst>
        </pc:picChg>
        <pc:picChg chg="add mod modCrop">
          <ac:chgData name="Choi Jeomki" userId="f1912f8b0928b9f1" providerId="LiveId" clId="{3125F63D-9B4B-464C-A171-C6D67B09C83B}" dt="2019-02-20T23:45:12.494" v="6542" actId="408"/>
          <ac:picMkLst>
            <pc:docMk/>
            <pc:sldMk cId="810689148" sldId="398"/>
            <ac:picMk id="15" creationId="{3DA3D99B-181A-40C3-B818-99DE1C74064F}"/>
          </ac:picMkLst>
        </pc:picChg>
        <pc:picChg chg="add mod modCrop">
          <ac:chgData name="Choi Jeomki" userId="f1912f8b0928b9f1" providerId="LiveId" clId="{3125F63D-9B4B-464C-A171-C6D67B09C83B}" dt="2019-02-20T23:44:44.855" v="6513" actId="164"/>
          <ac:picMkLst>
            <pc:docMk/>
            <pc:sldMk cId="810689148" sldId="398"/>
            <ac:picMk id="16" creationId="{BB41F475-8B59-4C09-95E4-3D18B72857F9}"/>
          </ac:picMkLst>
        </pc:picChg>
        <pc:picChg chg="add mod modCrop">
          <ac:chgData name="Choi Jeomki" userId="f1912f8b0928b9f1" providerId="LiveId" clId="{3125F63D-9B4B-464C-A171-C6D67B09C83B}" dt="2019-02-20T23:44:44.855" v="6513" actId="164"/>
          <ac:picMkLst>
            <pc:docMk/>
            <pc:sldMk cId="810689148" sldId="398"/>
            <ac:picMk id="17" creationId="{96E835E6-EB8A-4A16-BB48-5A1B4187DC0A}"/>
          </ac:picMkLst>
        </pc:picChg>
      </pc:sldChg>
      <pc:sldChg chg="addSp delSp modSp add">
        <pc:chgData name="Choi Jeomki" userId="f1912f8b0928b9f1" providerId="LiveId" clId="{3125F63D-9B4B-464C-A171-C6D67B09C83B}" dt="2019-03-06T14:50:34.551" v="6912" actId="1076"/>
        <pc:sldMkLst>
          <pc:docMk/>
          <pc:sldMk cId="181410476" sldId="399"/>
        </pc:sldMkLst>
        <pc:spChg chg="mod">
          <ac:chgData name="Choi Jeomki" userId="f1912f8b0928b9f1" providerId="LiveId" clId="{3125F63D-9B4B-464C-A171-C6D67B09C83B}" dt="2019-02-20T23:33:18.599" v="6339" actId="20577"/>
          <ac:spMkLst>
            <pc:docMk/>
            <pc:sldMk cId="181410476" sldId="399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21:47.179" v="6815" actId="20577"/>
          <ac:spMkLst>
            <pc:docMk/>
            <pc:sldMk cId="181410476" sldId="399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3-06T14:49:42.994" v="6904" actId="207"/>
          <ac:spMkLst>
            <pc:docMk/>
            <pc:sldMk cId="181410476" sldId="399"/>
            <ac:spMk id="4" creationId="{182E4F29-0217-4174-AC57-CA44A47E8D8A}"/>
          </ac:spMkLst>
        </pc:spChg>
        <pc:picChg chg="add mod">
          <ac:chgData name="Choi Jeomki" userId="f1912f8b0928b9f1" providerId="LiveId" clId="{3125F63D-9B4B-464C-A171-C6D67B09C83B}" dt="2019-03-06T14:50:34.551" v="6912" actId="1076"/>
          <ac:picMkLst>
            <pc:docMk/>
            <pc:sldMk cId="181410476" sldId="399"/>
            <ac:picMk id="5" creationId="{8DB8C367-7EF6-465E-A9BE-29CBD6CA7DC9}"/>
          </ac:picMkLst>
        </pc:picChg>
        <pc:picChg chg="add del mod">
          <ac:chgData name="Choi Jeomki" userId="f1912f8b0928b9f1" providerId="LiveId" clId="{3125F63D-9B4B-464C-A171-C6D67B09C83B}" dt="2019-02-20T23:49:58.848" v="6588" actId="478"/>
          <ac:picMkLst>
            <pc:docMk/>
            <pc:sldMk cId="181410476" sldId="399"/>
            <ac:picMk id="5" creationId="{B459D210-0030-4ABF-8D98-5AA4AA0AA36F}"/>
          </ac:picMkLst>
        </pc:picChg>
        <pc:picChg chg="del">
          <ac:chgData name="Choi Jeomki" userId="f1912f8b0928b9f1" providerId="LiveId" clId="{3125F63D-9B4B-464C-A171-C6D67B09C83B}" dt="2019-02-20T23:46:56.336" v="6563" actId="478"/>
          <ac:picMkLst>
            <pc:docMk/>
            <pc:sldMk cId="181410476" sldId="399"/>
            <ac:picMk id="6" creationId="{DC9850E1-E634-4E7F-AD40-0E032168C42E}"/>
          </ac:picMkLst>
        </pc:picChg>
        <pc:picChg chg="add del mod">
          <ac:chgData name="Choi Jeomki" userId="f1912f8b0928b9f1" providerId="LiveId" clId="{3125F63D-9B4B-464C-A171-C6D67B09C83B}" dt="2019-03-06T14:50:25.994" v="6906" actId="478"/>
          <ac:picMkLst>
            <pc:docMk/>
            <pc:sldMk cId="181410476" sldId="399"/>
            <ac:picMk id="7" creationId="{53141582-CF93-479B-BBF1-5BEB194E0360}"/>
          </ac:picMkLst>
        </pc:picChg>
      </pc:sldChg>
      <pc:sldChg chg="addSp delSp modSp add">
        <pc:chgData name="Choi Jeomki" userId="f1912f8b0928b9f1" providerId="LiveId" clId="{3125F63D-9B4B-464C-A171-C6D67B09C83B}" dt="2019-03-06T15:13:47.664" v="6913" actId="208"/>
        <pc:sldMkLst>
          <pc:docMk/>
          <pc:sldMk cId="1908111466" sldId="400"/>
        </pc:sldMkLst>
        <pc:spChg chg="mod">
          <ac:chgData name="Choi Jeomki" userId="f1912f8b0928b9f1" providerId="LiveId" clId="{3125F63D-9B4B-464C-A171-C6D67B09C83B}" dt="2019-02-20T23:33:22.819" v="6342" actId="20577"/>
          <ac:spMkLst>
            <pc:docMk/>
            <pc:sldMk cId="1908111466" sldId="400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21:34.923" v="6813" actId="20577"/>
          <ac:spMkLst>
            <pc:docMk/>
            <pc:sldMk cId="1908111466" sldId="400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23:54:46.162" v="6612" actId="20577"/>
          <ac:spMkLst>
            <pc:docMk/>
            <pc:sldMk cId="1908111466" sldId="400"/>
            <ac:spMk id="4" creationId="{F6670CB1-946F-4E07-B2D4-B0B904EB0F28}"/>
          </ac:spMkLst>
        </pc:spChg>
        <pc:picChg chg="add del mod">
          <ac:chgData name="Choi Jeomki" userId="f1912f8b0928b9f1" providerId="LiveId" clId="{3125F63D-9B4B-464C-A171-C6D67B09C83B}" dt="2019-02-20T23:53:49.264" v="6599"/>
          <ac:picMkLst>
            <pc:docMk/>
            <pc:sldMk cId="1908111466" sldId="400"/>
            <ac:picMk id="5" creationId="{4F626468-3C51-4E6C-8125-536AFC8216B4}"/>
          </ac:picMkLst>
        </pc:picChg>
        <pc:picChg chg="del mod">
          <ac:chgData name="Choi Jeomki" userId="f1912f8b0928b9f1" providerId="LiveId" clId="{3125F63D-9B4B-464C-A171-C6D67B09C83B}" dt="2019-02-20T23:53:51.439" v="6600" actId="478"/>
          <ac:picMkLst>
            <pc:docMk/>
            <pc:sldMk cId="1908111466" sldId="400"/>
            <ac:picMk id="6" creationId="{0962AF4E-CB9F-487A-974A-7B835983550F}"/>
          </ac:picMkLst>
        </pc:picChg>
        <pc:picChg chg="add mod">
          <ac:chgData name="Choi Jeomki" userId="f1912f8b0928b9f1" providerId="LiveId" clId="{3125F63D-9B4B-464C-A171-C6D67B09C83B}" dt="2019-03-06T15:13:47.664" v="6913" actId="208"/>
          <ac:picMkLst>
            <pc:docMk/>
            <pc:sldMk cId="1908111466" sldId="400"/>
            <ac:picMk id="7" creationId="{9A3AE19C-AB58-4D78-97E8-9997C2189B90}"/>
          </ac:picMkLst>
        </pc:picChg>
      </pc:sldChg>
      <pc:sldChg chg="addSp delSp modSp add">
        <pc:chgData name="Choi Jeomki" userId="f1912f8b0928b9f1" providerId="LiveId" clId="{3125F63D-9B4B-464C-A171-C6D67B09C83B}" dt="2019-02-21T00:00:18.604" v="6723" actId="20577"/>
        <pc:sldMkLst>
          <pc:docMk/>
          <pc:sldMk cId="728236059" sldId="401"/>
        </pc:sldMkLst>
        <pc:spChg chg="mod">
          <ac:chgData name="Choi Jeomki" userId="f1912f8b0928b9f1" providerId="LiveId" clId="{3125F63D-9B4B-464C-A171-C6D67B09C83B}" dt="2019-02-20T23:55:18.532" v="6616" actId="20577"/>
          <ac:spMkLst>
            <pc:docMk/>
            <pc:sldMk cId="728236059" sldId="401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00:18.604" v="6723" actId="20577"/>
          <ac:spMkLst>
            <pc:docMk/>
            <pc:sldMk cId="728236059" sldId="401"/>
            <ac:spMk id="3" creationId="{00000000-0000-0000-0000-000000000000}"/>
          </ac:spMkLst>
        </pc:spChg>
        <pc:spChg chg="mod">
          <ac:chgData name="Choi Jeomki" userId="f1912f8b0928b9f1" providerId="LiveId" clId="{3125F63D-9B4B-464C-A171-C6D67B09C83B}" dt="2019-02-20T23:58:03.641" v="6646" actId="164"/>
          <ac:spMkLst>
            <pc:docMk/>
            <pc:sldMk cId="728236059" sldId="401"/>
            <ac:spMk id="4" creationId="{182E4F29-0217-4174-AC57-CA44A47E8D8A}"/>
          </ac:spMkLst>
        </pc:spChg>
        <pc:spChg chg="add del">
          <ac:chgData name="Choi Jeomki" userId="f1912f8b0928b9f1" providerId="LiveId" clId="{3125F63D-9B4B-464C-A171-C6D67B09C83B}" dt="2019-02-20T23:55:46.287" v="6626" actId="478"/>
          <ac:spMkLst>
            <pc:docMk/>
            <pc:sldMk cId="728236059" sldId="401"/>
            <ac:spMk id="8" creationId="{DB7647B6-3D74-4780-AF86-E6C8B4BE86A3}"/>
          </ac:spMkLst>
        </pc:spChg>
        <pc:spChg chg="add del">
          <ac:chgData name="Choi Jeomki" userId="f1912f8b0928b9f1" providerId="LiveId" clId="{3125F63D-9B4B-464C-A171-C6D67B09C83B}" dt="2019-02-20T23:58:09.225" v="6649"/>
          <ac:spMkLst>
            <pc:docMk/>
            <pc:sldMk cId="728236059" sldId="401"/>
            <ac:spMk id="9" creationId="{7E302D43-0585-4DD0-8A18-4EF1254551F1}"/>
          </ac:spMkLst>
        </pc:spChg>
        <pc:spChg chg="add mod">
          <ac:chgData name="Choi Jeomki" userId="f1912f8b0928b9f1" providerId="LiveId" clId="{3125F63D-9B4B-464C-A171-C6D67B09C83B}" dt="2019-02-20T23:58:03.641" v="6646" actId="164"/>
          <ac:spMkLst>
            <pc:docMk/>
            <pc:sldMk cId="728236059" sldId="401"/>
            <ac:spMk id="14" creationId="{B5ED5B76-2C7F-4D6E-88D6-57325500B50A}"/>
          </ac:spMkLst>
        </pc:spChg>
        <pc:grpChg chg="add mod">
          <ac:chgData name="Choi Jeomki" userId="f1912f8b0928b9f1" providerId="LiveId" clId="{3125F63D-9B4B-464C-A171-C6D67B09C83B}" dt="2019-02-20T23:58:06.597" v="6647" actId="14100"/>
          <ac:grpSpMkLst>
            <pc:docMk/>
            <pc:sldMk cId="728236059" sldId="401"/>
            <ac:grpSpMk id="5" creationId="{1BC2D612-D5AC-4E45-8A92-7265E2E8FA61}"/>
          </ac:grpSpMkLst>
        </pc:grpChg>
        <pc:grpChg chg="del">
          <ac:chgData name="Choi Jeomki" userId="f1912f8b0928b9f1" providerId="LiveId" clId="{3125F63D-9B4B-464C-A171-C6D67B09C83B}" dt="2019-02-20T23:55:31.328" v="6623" actId="478"/>
          <ac:grpSpMkLst>
            <pc:docMk/>
            <pc:sldMk cId="728236059" sldId="401"/>
            <ac:grpSpMk id="18" creationId="{DA76F599-107D-4DA7-9711-C46BBB5BD31A}"/>
          </ac:grpSpMkLst>
        </pc:grpChg>
        <pc:picChg chg="del">
          <ac:chgData name="Choi Jeomki" userId="f1912f8b0928b9f1" providerId="LiveId" clId="{3125F63D-9B4B-464C-A171-C6D67B09C83B}" dt="2019-02-20T23:55:28.982" v="6618" actId="478"/>
          <ac:picMkLst>
            <pc:docMk/>
            <pc:sldMk cId="728236059" sldId="401"/>
            <ac:picMk id="6" creationId="{780549E3-B3F2-476D-A4BA-EE337A72ED51}"/>
          </ac:picMkLst>
        </pc:picChg>
        <pc:picChg chg="del">
          <ac:chgData name="Choi Jeomki" userId="f1912f8b0928b9f1" providerId="LiveId" clId="{3125F63D-9B4B-464C-A171-C6D67B09C83B}" dt="2019-02-20T23:55:29.672" v="6619" actId="478"/>
          <ac:picMkLst>
            <pc:docMk/>
            <pc:sldMk cId="728236059" sldId="401"/>
            <ac:picMk id="7" creationId="{32C4A18E-B2D1-4E65-B062-1478A4B811BB}"/>
          </ac:picMkLst>
        </pc:picChg>
        <pc:picChg chg="add mod modCrop">
          <ac:chgData name="Choi Jeomki" userId="f1912f8b0928b9f1" providerId="LiveId" clId="{3125F63D-9B4B-464C-A171-C6D67B09C83B}" dt="2019-02-20T23:59:24.741" v="6665" actId="208"/>
          <ac:picMkLst>
            <pc:docMk/>
            <pc:sldMk cId="728236059" sldId="401"/>
            <ac:picMk id="10" creationId="{FF264836-B940-4ADF-9182-6DC85310113B}"/>
          </ac:picMkLst>
        </pc:picChg>
        <pc:picChg chg="del">
          <ac:chgData name="Choi Jeomki" userId="f1912f8b0928b9f1" providerId="LiveId" clId="{3125F63D-9B4B-464C-A171-C6D67B09C83B}" dt="2019-02-20T23:55:30.160" v="6620" actId="478"/>
          <ac:picMkLst>
            <pc:docMk/>
            <pc:sldMk cId="728236059" sldId="401"/>
            <ac:picMk id="11" creationId="{54F07A6D-E321-4708-B79A-E8ED04AA8B4F}"/>
          </ac:picMkLst>
        </pc:picChg>
        <pc:picChg chg="del">
          <ac:chgData name="Choi Jeomki" userId="f1912f8b0928b9f1" providerId="LiveId" clId="{3125F63D-9B4B-464C-A171-C6D67B09C83B}" dt="2019-02-20T23:55:30.561" v="6621" actId="478"/>
          <ac:picMkLst>
            <pc:docMk/>
            <pc:sldMk cId="728236059" sldId="401"/>
            <ac:picMk id="12" creationId="{414EB2C3-933C-4476-9837-D9763A625985}"/>
          </ac:picMkLst>
        </pc:picChg>
        <pc:picChg chg="del">
          <ac:chgData name="Choi Jeomki" userId="f1912f8b0928b9f1" providerId="LiveId" clId="{3125F63D-9B4B-464C-A171-C6D67B09C83B}" dt="2019-02-20T23:55:30.968" v="6622" actId="478"/>
          <ac:picMkLst>
            <pc:docMk/>
            <pc:sldMk cId="728236059" sldId="401"/>
            <ac:picMk id="15" creationId="{3DA3D99B-181A-40C3-B818-99DE1C74064F}"/>
          </ac:picMkLst>
        </pc:picChg>
        <pc:picChg chg="add mod modCrop">
          <ac:chgData name="Choi Jeomki" userId="f1912f8b0928b9f1" providerId="LiveId" clId="{3125F63D-9B4B-464C-A171-C6D67B09C83B}" dt="2019-02-20T23:59:24.741" v="6665" actId="208"/>
          <ac:picMkLst>
            <pc:docMk/>
            <pc:sldMk cId="728236059" sldId="401"/>
            <ac:picMk id="19" creationId="{7490EA13-CFC8-4DF1-BB38-92DA7F780A8E}"/>
          </ac:picMkLst>
        </pc:picChg>
      </pc:sldChg>
      <pc:sldChg chg="addSp delSp modSp add">
        <pc:chgData name="Choi Jeomki" userId="f1912f8b0928b9f1" providerId="LiveId" clId="{3125F63D-9B4B-464C-A171-C6D67B09C83B}" dt="2019-02-21T00:21:02.132" v="6810" actId="20577"/>
        <pc:sldMkLst>
          <pc:docMk/>
          <pc:sldMk cId="1153013825" sldId="402"/>
        </pc:sldMkLst>
        <pc:spChg chg="mod">
          <ac:chgData name="Choi Jeomki" userId="f1912f8b0928b9f1" providerId="LiveId" clId="{3125F63D-9B4B-464C-A171-C6D67B09C83B}" dt="2019-02-21T00:13:50.100" v="6739"/>
          <ac:spMkLst>
            <pc:docMk/>
            <pc:sldMk cId="1153013825" sldId="402"/>
            <ac:spMk id="2" creationId="{00000000-0000-0000-0000-000000000000}"/>
          </ac:spMkLst>
        </pc:spChg>
        <pc:spChg chg="mod">
          <ac:chgData name="Choi Jeomki" userId="f1912f8b0928b9f1" providerId="LiveId" clId="{3125F63D-9B4B-464C-A171-C6D67B09C83B}" dt="2019-02-21T00:21:02.132" v="6810" actId="20577"/>
          <ac:spMkLst>
            <pc:docMk/>
            <pc:sldMk cId="1153013825" sldId="402"/>
            <ac:spMk id="3" creationId="{00000000-0000-0000-0000-000000000000}"/>
          </ac:spMkLst>
        </pc:spChg>
        <pc:spChg chg="mod topLvl">
          <ac:chgData name="Choi Jeomki" userId="f1912f8b0928b9f1" providerId="LiveId" clId="{3125F63D-9B4B-464C-A171-C6D67B09C83B}" dt="2019-02-21T00:18:07.727" v="6782" actId="14100"/>
          <ac:spMkLst>
            <pc:docMk/>
            <pc:sldMk cId="1153013825" sldId="402"/>
            <ac:spMk id="4" creationId="{182E4F29-0217-4174-AC57-CA44A47E8D8A}"/>
          </ac:spMkLst>
        </pc:spChg>
        <pc:spChg chg="del topLvl">
          <ac:chgData name="Choi Jeomki" userId="f1912f8b0928b9f1" providerId="LiveId" clId="{3125F63D-9B4B-464C-A171-C6D67B09C83B}" dt="2019-02-21T00:16:39.500" v="6774" actId="478"/>
          <ac:spMkLst>
            <pc:docMk/>
            <pc:sldMk cId="1153013825" sldId="402"/>
            <ac:spMk id="14" creationId="{B5ED5B76-2C7F-4D6E-88D6-57325500B50A}"/>
          </ac:spMkLst>
        </pc:spChg>
        <pc:grpChg chg="del">
          <ac:chgData name="Choi Jeomki" userId="f1912f8b0928b9f1" providerId="LiveId" clId="{3125F63D-9B4B-464C-A171-C6D67B09C83B}" dt="2019-02-21T00:16:39.500" v="6774" actId="478"/>
          <ac:grpSpMkLst>
            <pc:docMk/>
            <pc:sldMk cId="1153013825" sldId="402"/>
            <ac:grpSpMk id="5" creationId="{1BC2D612-D5AC-4E45-8A92-7265E2E8FA61}"/>
          </ac:grpSpMkLst>
        </pc:grpChg>
        <pc:picChg chg="add del mod">
          <ac:chgData name="Choi Jeomki" userId="f1912f8b0928b9f1" providerId="LiveId" clId="{3125F63D-9B4B-464C-A171-C6D67B09C83B}" dt="2019-02-21T00:19:17.530" v="6785" actId="478"/>
          <ac:picMkLst>
            <pc:docMk/>
            <pc:sldMk cId="1153013825" sldId="402"/>
            <ac:picMk id="6" creationId="{E044EFB4-B1C9-4802-8961-57A48213BEF8}"/>
          </ac:picMkLst>
        </pc:picChg>
        <pc:picChg chg="add del mod">
          <ac:chgData name="Choi Jeomki" userId="f1912f8b0928b9f1" providerId="LiveId" clId="{3125F63D-9B4B-464C-A171-C6D67B09C83B}" dt="2019-02-21T00:19:23.840" v="6789" actId="478"/>
          <ac:picMkLst>
            <pc:docMk/>
            <pc:sldMk cId="1153013825" sldId="402"/>
            <ac:picMk id="7" creationId="{E32BDCE8-0562-407A-AF46-E031AFF233C7}"/>
          </ac:picMkLst>
        </pc:picChg>
        <pc:picChg chg="add mod">
          <ac:chgData name="Choi Jeomki" userId="f1912f8b0928b9f1" providerId="LiveId" clId="{3125F63D-9B4B-464C-A171-C6D67B09C83B}" dt="2019-02-21T00:20:17.732" v="6795" actId="208"/>
          <ac:picMkLst>
            <pc:docMk/>
            <pc:sldMk cId="1153013825" sldId="402"/>
            <ac:picMk id="8" creationId="{5D88F157-9518-44AD-83AD-E4BFCFD15A85}"/>
          </ac:picMkLst>
        </pc:picChg>
        <pc:picChg chg="del">
          <ac:chgData name="Choi Jeomki" userId="f1912f8b0928b9f1" providerId="LiveId" clId="{3125F63D-9B4B-464C-A171-C6D67B09C83B}" dt="2019-02-21T00:14:13.275" v="6772" actId="478"/>
          <ac:picMkLst>
            <pc:docMk/>
            <pc:sldMk cId="1153013825" sldId="402"/>
            <ac:picMk id="10" creationId="{FF264836-B940-4ADF-9182-6DC85310113B}"/>
          </ac:picMkLst>
        </pc:picChg>
        <pc:picChg chg="del">
          <ac:chgData name="Choi Jeomki" userId="f1912f8b0928b9f1" providerId="LiveId" clId="{3125F63D-9B4B-464C-A171-C6D67B09C83B}" dt="2019-02-21T00:14:13.275" v="6772" actId="478"/>
          <ac:picMkLst>
            <pc:docMk/>
            <pc:sldMk cId="1153013825" sldId="402"/>
            <ac:picMk id="19" creationId="{7490EA13-CFC8-4DF1-BB38-92DA7F780A8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6.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다차원 변수 요약과 집계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204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11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·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변수간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특성요약과 시각화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4" y="4339639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19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42394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09" y="2144146"/>
            <a:ext cx="5225469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807910" y="3246480"/>
            <a:ext cx="5225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807909" y="4344615"/>
            <a:ext cx="6643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·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A322131-E279-448F-9C8D-3FD113363A3D}"/>
              </a:ext>
            </a:extLst>
          </p:cNvPr>
          <p:cNvSpPr txBox="1"/>
          <p:nvPr/>
        </p:nvSpPr>
        <p:spPr>
          <a:xfrm>
            <a:off x="3807910" y="2148345"/>
            <a:ext cx="5161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변수간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분석방향성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분석대상 객체의 속성을 항목을 구별하는 방식으로 데이터를 수집</a:t>
            </a:r>
            <a:r>
              <a:rPr lang="en-US" altLang="ko-KR" dirty="0"/>
              <a:t>·</a:t>
            </a:r>
            <a:r>
              <a:rPr lang="ko-KR" altLang="en-US" dirty="0"/>
              <a:t>분석하는 범주형 변수 간에는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빈도와 비율을 활용한 교차 빈도</a:t>
            </a:r>
            <a:r>
              <a:rPr lang="en-US" altLang="ko-KR" dirty="0"/>
              <a:t>·</a:t>
            </a:r>
            <a:r>
              <a:rPr lang="ko-KR" altLang="en-US" dirty="0"/>
              <a:t>비율</a:t>
            </a:r>
            <a:r>
              <a:rPr lang="en-US" altLang="ko-KR" dirty="0"/>
              <a:t>·</a:t>
            </a:r>
            <a:r>
              <a:rPr lang="ko-KR" altLang="en-US" dirty="0"/>
              <a:t>백분율분석을 활용해  다차원적으로 여러 범주변수 간의 관련성</a:t>
            </a:r>
            <a:r>
              <a:rPr lang="en-US" altLang="ko-KR" dirty="0"/>
              <a:t>(</a:t>
            </a:r>
            <a:r>
              <a:rPr lang="ko-KR" altLang="en-US" dirty="0"/>
              <a:t>연관성</a:t>
            </a:r>
            <a:r>
              <a:rPr lang="en-US" altLang="ko-KR" dirty="0"/>
              <a:t>)</a:t>
            </a:r>
            <a:r>
              <a:rPr lang="ko-KR" altLang="en-US" dirty="0"/>
              <a:t>을 파악함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xmlns="" id="{BD07EE59-2299-4244-AD26-D2D69B49B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960824"/>
              </p:ext>
            </p:extLst>
          </p:nvPr>
        </p:nvGraphicFramePr>
        <p:xfrm>
          <a:off x="517340" y="2174789"/>
          <a:ext cx="6154724" cy="4530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194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month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조사시점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~ 12: 12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982464859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gender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성별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남성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여성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436757167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edu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학력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고졸이하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대학원이상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128793303"/>
                  </a:ext>
                </a:extLst>
              </a:tr>
              <a:tr h="5387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job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직업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공무원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기업인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경영직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기술직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판매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서비스직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노무직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자영업자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은퇴자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438249"/>
                  </a:ext>
                </a:extLst>
              </a:tr>
              <a:tr h="357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age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연령대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0: 15~20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1: 21~30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31~40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41~50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4: 51~60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5: 61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이상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685273866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거주국가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홍콩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싱가포르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태국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말레이시아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캐나다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영국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독일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프랑스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러시아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필리핀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인도네시아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베트남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38710528"/>
                  </a:ext>
                </a:extLst>
              </a:tr>
              <a:tr h="3964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other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검토국가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249783"/>
                  </a:ext>
                </a:extLst>
              </a:tr>
              <a:tr h="3577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object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방한목적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개별휴가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건강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치료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3.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종교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순례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 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 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81767362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member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동반형태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혼자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직장동료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41024092"/>
                  </a:ext>
                </a:extLst>
              </a:tr>
              <a:tr h="5387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숙박장소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유스호스텔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게스트하우스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콘도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펜션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레지던스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회사   기숙사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홈스테이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46943581"/>
                  </a:ext>
                </a:extLst>
              </a:tr>
              <a:tr h="12625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activity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만족활동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식도락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온천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의료관광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오락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카지노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테마파크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직업적스포츠활동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산업시설등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학술대회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박람회참가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업무수행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역사유적지방문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자연경관감상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민속행사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축제참가관람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박물관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전시관방문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시티투어버스이용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전통문화체험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347067213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6AE67DA9-EF96-459C-BFA1-8AD76ECEA43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91365" y="2220604"/>
            <a:ext cx="4608385" cy="309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4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정해진 몇 개 유형으로 분석대상을 구별하기 위한 측정방법으로 명목척도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이항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다항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서열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순위척도가 있음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명목척도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(nominal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성별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 등 각각의 유형에 숫자를 임의대로 붙여서 측정하는 방식으로 성별의 경우 남자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=1,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=2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남자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=2,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처럼 순서는 상관이 없으며 각각의 유형을 구별해 주는게 초점임</a:t>
            </a: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순위척도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(ordinal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측정대상을 구별하면서 순서적으로 나열해 주는 특성을 가진 측정방식으로 학년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등이 있는데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직급의 경우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부장 처럼 숫자가 커질수록 권한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책임 범위가 커지는데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 각 직급간 권한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책임범위 크기가 서로 일정하지 않다는 특징을 가짐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데이터는 빈도수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백분율 등을 통해  데이터의 분포특성을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 측면에서 파악함</a:t>
            </a:r>
          </a:p>
        </p:txBody>
      </p:sp>
      <p:sp>
        <p:nvSpPr>
          <p:cNvPr id="12" name="모서리가 둥근 직사각형 154">
            <a:extLst>
              <a:ext uri="{FF2B5EF4-FFF2-40B4-BE49-F238E27FC236}">
                <a16:creationId xmlns:a16="http://schemas.microsoft.com/office/drawing/2014/main" xmlns="" id="{CA199794-029C-4A9D-9578-192CD222780A}"/>
              </a:ext>
            </a:extLst>
          </p:cNvPr>
          <p:cNvSpPr/>
          <p:nvPr/>
        </p:nvSpPr>
        <p:spPr>
          <a:xfrm>
            <a:off x="6791365" y="5319914"/>
            <a:ext cx="4716754" cy="1385686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변수 간에 한쪽 변수의 </a:t>
            </a: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항목빈도수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변화에 따라 </a:t>
            </a: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다른쪽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변수의 </a:t>
            </a: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항목빈도수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변화가 나타난다면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연관성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(association)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eaLnBrk="0" latinLnBrk="0" hangingPunct="0">
              <a:defRPr/>
            </a:pP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eaLnBrk="0" latinLnBrk="0" hangingPunct="0">
              <a:defRPr/>
            </a:pP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한쪽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변수가 시간적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논리적으로 먼저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적어도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동시에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앞서서 변화하고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쪽 변수가 그 영향을 받아 변화되는 결과변수로 논리적추론으로 판단된다면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인과성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(causation)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xmlns="" id="{BF3EBA60-93FA-49D1-87A3-894D9E92639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08528" y="5872357"/>
            <a:ext cx="3240000" cy="148638"/>
          </a:xfrm>
          <a:prstGeom prst="flowChartMerge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59297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 추출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전체 데이터셋 </a:t>
            </a:r>
            <a:r>
              <a:rPr lang="ko-KR" altLang="en-US" dirty="0" err="1"/>
              <a:t>변수컬럼</a:t>
            </a:r>
            <a:r>
              <a:rPr lang="ko-KR" altLang="en-US" dirty="0"/>
              <a:t> 중에서 항목을 구별해주는 역할을 하는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이항</a:t>
            </a:r>
            <a:r>
              <a:rPr lang="en-US" altLang="ko-KR" dirty="0"/>
              <a:t>·</a:t>
            </a:r>
            <a:r>
              <a:rPr lang="ko-KR" altLang="en-US" dirty="0"/>
              <a:t>다항 명목척도</a:t>
            </a:r>
            <a:r>
              <a:rPr lang="en-US" altLang="ko-KR" dirty="0"/>
              <a:t>, </a:t>
            </a:r>
            <a:r>
              <a:rPr lang="ko-KR" altLang="en-US" dirty="0"/>
              <a:t>서열</a:t>
            </a:r>
            <a:r>
              <a:rPr lang="en-US" altLang="ko-KR" dirty="0"/>
              <a:t>·</a:t>
            </a:r>
            <a:r>
              <a:rPr lang="ko-KR" altLang="en-US" dirty="0"/>
              <a:t>순서척도로 측정된 범주형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서브데이터셋을 별도로 추출함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3CB8ADF-821B-475E-BA22-04C1A0358EC9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전체데이터셋 로딩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데이터셋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데이터셋 간단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6A565C-CC34-452C-876B-3329D2A594C4}"/>
              </a:ext>
            </a:extLst>
          </p:cNvPr>
          <p:cNvSpPr/>
          <p:nvPr/>
        </p:nvSpPr>
        <p:spPr>
          <a:xfrm>
            <a:off x="5224369" y="2166027"/>
            <a:ext cx="37519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F44ED903-961A-494B-8A18-5D8D3299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57" y="2251669"/>
            <a:ext cx="3362325" cy="1866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9F51D79-258D-45BA-B46C-FEF292AF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007" y="4212449"/>
            <a:ext cx="6553200" cy="2400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A74AE3D5-A4B7-4762-9723-0118524B4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15" y="5841268"/>
            <a:ext cx="441960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91683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특성분석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성별</a:t>
            </a:r>
            <a:r>
              <a:rPr lang="en-US" altLang="ko-KR" dirty="0"/>
              <a:t>(gender)</a:t>
            </a:r>
            <a:r>
              <a:rPr lang="ko-KR" altLang="en-US" dirty="0"/>
              <a:t>변수와 연령대</a:t>
            </a:r>
            <a:r>
              <a:rPr lang="en-US" altLang="ko-KR" dirty="0"/>
              <a:t>(age) </a:t>
            </a:r>
            <a:r>
              <a:rPr lang="ko-KR" altLang="en-US" dirty="0"/>
              <a:t>변수간 관련성을 파악하기 위하여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개별변수별 기술통계 특성을 살펴보고</a:t>
            </a:r>
            <a:r>
              <a:rPr lang="en-US" altLang="ko-KR" dirty="0"/>
              <a:t>, </a:t>
            </a:r>
            <a:r>
              <a:rPr lang="ko-KR" altLang="en-US" dirty="0"/>
              <a:t>두 </a:t>
            </a:r>
            <a:r>
              <a:rPr lang="ko-KR" altLang="en-US" dirty="0" err="1"/>
              <a:t>변수간의</a:t>
            </a:r>
            <a:r>
              <a:rPr lang="ko-KR" altLang="en-US" dirty="0"/>
              <a:t> </a:t>
            </a:r>
            <a:r>
              <a:rPr lang="ko-KR" altLang="en-US" dirty="0" err="1"/>
              <a:t>교차빈도분석을</a:t>
            </a:r>
            <a:r>
              <a:rPr lang="ko-KR" altLang="en-US" dirty="0"/>
              <a:t>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04333402-BC39-450D-BF8C-514B1B4841CF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간단조회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팩터형으로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c(1, 2),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labels = c('M', 'F'))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간단조회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팩터형으로 변환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levels = c(0, 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labels = c('5~20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'21~30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'31~40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'41~50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'51~60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'61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세이상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411D4AF9-7085-4A55-843D-EC0B795F9735}"/>
              </a:ext>
            </a:extLst>
          </p:cNvPr>
          <p:cNvSpPr/>
          <p:nvPr/>
        </p:nvSpPr>
        <p:spPr>
          <a:xfrm>
            <a:off x="5195900" y="2176936"/>
            <a:ext cx="669674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 차이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교차분석내용 객체저장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 차이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교차분석내용 객체저장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C84717C-5867-4228-BAA3-5E180181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71" y="3245659"/>
            <a:ext cx="163830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D76D3D6-72D6-4D11-9695-A0C95E79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21" y="6100028"/>
            <a:ext cx="4210050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87713EB-884B-47F3-B531-C3FC83D168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1599"/>
          <a:stretch/>
        </p:blipFill>
        <p:spPr>
          <a:xfrm>
            <a:off x="2243571" y="2285241"/>
            <a:ext cx="2566099" cy="2840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008113C0-29D3-475B-B347-F298816F03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600"/>
          <a:stretch/>
        </p:blipFill>
        <p:spPr>
          <a:xfrm>
            <a:off x="2243571" y="4050615"/>
            <a:ext cx="2566099" cy="2840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2BB893B3-C6B1-4B91-B541-C344A4007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863" y="2276475"/>
            <a:ext cx="3810000" cy="2152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997DAD3A-9368-456D-8D69-551AE3A83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670" y="4912592"/>
            <a:ext cx="923925" cy="10287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D9B52825-D089-48D6-A0A0-D9AC728BD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938" y="4912592"/>
            <a:ext cx="1304925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51A84AE9-BD4F-4F09-BE78-72090F1A78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4516" y="4912592"/>
            <a:ext cx="1333500" cy="1038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12980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요약집계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성별</a:t>
            </a:r>
            <a:r>
              <a:rPr lang="en-US" altLang="ko-KR" dirty="0"/>
              <a:t>(gender)</a:t>
            </a:r>
            <a:r>
              <a:rPr lang="ko-KR" altLang="en-US" dirty="0"/>
              <a:t>변수와 연령대</a:t>
            </a:r>
            <a:r>
              <a:rPr lang="en-US" altLang="ko-KR" dirty="0"/>
              <a:t>(age) </a:t>
            </a:r>
            <a:r>
              <a:rPr lang="ko-KR" altLang="en-US" dirty="0"/>
              <a:t>변수간 </a:t>
            </a:r>
            <a:r>
              <a:rPr lang="ko-KR" altLang="en-US" dirty="0" err="1"/>
              <a:t>교차빈도분석</a:t>
            </a:r>
            <a:r>
              <a:rPr lang="ko-KR" altLang="en-US" dirty="0"/>
              <a:t> 결과를 활용해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교차비율과 </a:t>
            </a:r>
            <a:r>
              <a:rPr lang="ko-KR" altLang="en-US" dirty="0" err="1"/>
              <a:t>교차백분율</a:t>
            </a:r>
            <a:r>
              <a:rPr lang="ko-KR" altLang="en-US" dirty="0"/>
              <a:t> 분석을 실시해 두 </a:t>
            </a:r>
            <a:r>
              <a:rPr lang="ko-KR" altLang="en-US" dirty="0" err="1"/>
              <a:t>변수간에</a:t>
            </a:r>
            <a:r>
              <a:rPr lang="ko-KR" altLang="en-US" dirty="0"/>
              <a:t> 관련성이 있는지를 파악함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E8980F2-D6AE-48F2-B38C-149B46E2BBE8}"/>
              </a:ext>
            </a:extLst>
          </p:cNvPr>
          <p:cNvSpPr/>
          <p:nvPr/>
        </p:nvSpPr>
        <p:spPr>
          <a:xfrm>
            <a:off x="515937" y="2176936"/>
            <a:ext cx="485998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부분합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(margin)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계산하기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gd_ag_freq_sum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gd_ag_freq_sum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비율분석으로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성별에서 연령대 분포비율 비교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연령대에서 성별 분포비율 비교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3), 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교차비율분석을 백분율분석으로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gd_ag_result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* 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gd_ag_result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gd_ag_result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19BEEE55-05FC-4D0B-9F37-6DA8CED30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366"/>
          <a:stretch/>
        </p:blipFill>
        <p:spPr>
          <a:xfrm>
            <a:off x="5530019" y="2224437"/>
            <a:ext cx="4029075" cy="8445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EC92B9B-6691-4CC6-AFE7-656D0F8D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019" y="3279760"/>
            <a:ext cx="4686300" cy="1419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424094EB-8990-4D2C-A5B2-7B609C0F8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019" y="4909785"/>
            <a:ext cx="3905250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078C1272-4C39-42C6-8FB5-BDE24D9B9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019" y="5854009"/>
            <a:ext cx="388620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0956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시각화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성별</a:t>
            </a:r>
            <a:r>
              <a:rPr lang="en-US" altLang="ko-KR" dirty="0"/>
              <a:t>(gender)</a:t>
            </a:r>
            <a:r>
              <a:rPr lang="ko-KR" altLang="en-US" dirty="0"/>
              <a:t>변수와 연령대</a:t>
            </a:r>
            <a:r>
              <a:rPr lang="en-US" altLang="ko-KR" dirty="0"/>
              <a:t>(age) </a:t>
            </a:r>
            <a:r>
              <a:rPr lang="ko-KR" altLang="en-US" dirty="0"/>
              <a:t>변수간 </a:t>
            </a:r>
            <a:r>
              <a:rPr lang="ko-KR" altLang="en-US" dirty="0" err="1"/>
              <a:t>교차빈도분석</a:t>
            </a:r>
            <a:r>
              <a:rPr lang="ko-KR" altLang="en-US" dirty="0"/>
              <a:t> 결과를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시각화를 통해 </a:t>
            </a:r>
            <a:r>
              <a:rPr lang="ko-KR" altLang="en-US" dirty="0" err="1"/>
              <a:t>비교분석하여</a:t>
            </a:r>
            <a:r>
              <a:rPr lang="ko-KR" altLang="en-US" dirty="0"/>
              <a:t> 두 </a:t>
            </a:r>
            <a:r>
              <a:rPr lang="ko-KR" altLang="en-US" dirty="0" err="1"/>
              <a:t>변수간에</a:t>
            </a:r>
            <a:r>
              <a:rPr lang="ko-KR" altLang="en-US" dirty="0"/>
              <a:t> 관련성 여부를 판단함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7D1958F-F6B8-4A32-917F-E01CB51943D0}"/>
              </a:ext>
            </a:extLst>
          </p:cNvPr>
          <p:cNvSpPr/>
          <p:nvPr/>
        </p:nvSpPr>
        <p:spPr>
          <a:xfrm>
            <a:off x="515937" y="2176936"/>
            <a:ext cx="716423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연령대에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Stacked",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응답자수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col=c("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"pink"),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연령대에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Grouped",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응답자수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beside=TRUE,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col=c("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"pink"),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gd_ag_freq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성별에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Stacked",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="Frequency",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col=rainbow(6),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성별에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Grouped",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="Treatment",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="Frequency",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col=rainbow(6), legend=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ag_gd_freq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beside=TRUE)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E9F90CBD-DC06-409D-97D0-14AB0388F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980" y="2276476"/>
            <a:ext cx="5544616" cy="43281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0131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변수간 시각화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성별</a:t>
            </a:r>
            <a:r>
              <a:rPr lang="en-US" altLang="ko-KR" dirty="0"/>
              <a:t>(gender)</a:t>
            </a:r>
            <a:r>
              <a:rPr lang="ko-KR" altLang="en-US" dirty="0"/>
              <a:t>변수와 연령대</a:t>
            </a:r>
            <a:r>
              <a:rPr lang="en-US" altLang="ko-KR" dirty="0"/>
              <a:t>(age) </a:t>
            </a:r>
            <a:r>
              <a:rPr lang="ko-KR" altLang="en-US" dirty="0"/>
              <a:t>변수간 교차비율분석 결과를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시각화를 통해 </a:t>
            </a:r>
            <a:r>
              <a:rPr lang="ko-KR" altLang="en-US" dirty="0" err="1"/>
              <a:t>비교분석하여</a:t>
            </a:r>
            <a:r>
              <a:rPr lang="ko-KR" altLang="en-US" dirty="0"/>
              <a:t> 두 </a:t>
            </a:r>
            <a:r>
              <a:rPr lang="ko-KR" altLang="en-US" dirty="0" err="1"/>
              <a:t>변수간에</a:t>
            </a:r>
            <a:r>
              <a:rPr lang="ko-KR" altLang="en-US" dirty="0"/>
              <a:t> 관련성 여부를 판단함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7D1958F-F6B8-4A32-917F-E01CB51943D0}"/>
              </a:ext>
            </a:extLst>
          </p:cNvPr>
          <p:cNvSpPr/>
          <p:nvPr/>
        </p:nvSpPr>
        <p:spPr>
          <a:xfrm>
            <a:off x="515937" y="2176936"/>
            <a:ext cx="716423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연령대에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col = rainbow(length(unique(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성별에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col = rainbow(length(levels(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mosaicplot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연령대에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col = rainbow(length(unique(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mosaicplot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성별에 따른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\n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col = rainbow(length(levels(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 #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 캔버스 프레임 리셋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A17E56F8-19C9-49AD-84E3-8516DC0ED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980" y="2276476"/>
            <a:ext cx="5544616" cy="43281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4873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다른 범주형 변수간 특성분석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pPr algn="l"/>
            <a:r>
              <a:rPr lang="ko-KR" altLang="en-US" dirty="0"/>
              <a:t>              성별</a:t>
            </a:r>
            <a:r>
              <a:rPr lang="en-US" altLang="ko-KR" dirty="0"/>
              <a:t>(gender)</a:t>
            </a:r>
            <a:r>
              <a:rPr lang="ko-KR" altLang="en-US" dirty="0"/>
              <a:t>에 따른 다른 </a:t>
            </a:r>
            <a:r>
              <a:rPr lang="ko-KR" altLang="en-US" dirty="0" smtClean="0"/>
              <a:t>범주형 변수 </a:t>
            </a:r>
            <a:r>
              <a:rPr lang="ko-KR" altLang="en-US" dirty="0"/>
              <a:t>간에</a:t>
            </a:r>
            <a:r>
              <a:rPr lang="en-US" altLang="ko-KR" dirty="0"/>
              <a:t>, </a:t>
            </a:r>
            <a:r>
              <a:rPr lang="ko-KR" altLang="en-US" dirty="0"/>
              <a:t>나아가 모든 범주형 </a:t>
            </a:r>
            <a:r>
              <a:rPr lang="ko-KR" altLang="en-US" dirty="0" err="1"/>
              <a:t>변수간에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  </a:t>
            </a:r>
            <a:r>
              <a:rPr lang="ko-KR" altLang="en-US" dirty="0"/>
              <a:t>교차빈도</a:t>
            </a:r>
            <a:r>
              <a:rPr lang="en-US" altLang="ko-KR" dirty="0"/>
              <a:t>·</a:t>
            </a:r>
            <a:r>
              <a:rPr lang="ko-KR" altLang="en-US" dirty="0"/>
              <a:t>비율</a:t>
            </a:r>
            <a:r>
              <a:rPr lang="en-US" altLang="ko-KR" dirty="0"/>
              <a:t>·</a:t>
            </a:r>
            <a:r>
              <a:rPr lang="ko-KR" altLang="en-US" dirty="0"/>
              <a:t>백분율 분석을 통해서 두 </a:t>
            </a:r>
            <a:r>
              <a:rPr lang="ko-KR" altLang="en-US" dirty="0" err="1"/>
              <a:t>변수간의</a:t>
            </a:r>
            <a:r>
              <a:rPr lang="ko-KR" altLang="en-US" dirty="0"/>
              <a:t> 관련성</a:t>
            </a:r>
            <a:r>
              <a:rPr lang="en-US" altLang="ko-KR" dirty="0"/>
              <a:t>(</a:t>
            </a:r>
            <a:r>
              <a:rPr lang="ko-KR" altLang="en-US" dirty="0"/>
              <a:t>연관성</a:t>
            </a:r>
            <a:r>
              <a:rPr lang="en-US" altLang="ko-KR" dirty="0"/>
              <a:t>)</a:t>
            </a:r>
            <a:r>
              <a:rPr lang="ko-KR" altLang="en-US" dirty="0"/>
              <a:t>을 파악할 수 있음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12331C0-9E31-4A15-B697-C12B30A07799}"/>
              </a:ext>
            </a:extLst>
          </p:cNvPr>
          <p:cNvSpPr/>
          <p:nvPr/>
        </p:nvSpPr>
        <p:spPr>
          <a:xfrm>
            <a:off x="515937" y="2176936"/>
            <a:ext cx="72722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변수와 만족활동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(activity)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(activity)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팩터화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ctg$activity_f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ctg$activity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c(1:23),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labels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식도락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뷰티관광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의료관광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카지노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테마파크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직업적스포츠활동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산업시설등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미팅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학술대회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박람회참가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업무수행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역사유적지방문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자연경관감상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민속행사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축제참가관람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박물관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전시관방문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시티투어버스이용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전통문화체험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성별과 만족활동 변수간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ctg$activity_f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변수와 동반자유형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변수간 관련성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팩터화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c(1:5),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labels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혼자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직장동료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성별과 동반자유형 변수간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gd_mb_freq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ctg$member_f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gd_mb_freq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gd_mb_freq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F822B2C-188C-4859-BCE7-E47DF31B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652" y="3013906"/>
            <a:ext cx="3048000" cy="36248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6845797E-B516-41DF-B19F-C185D96D0D73}"/>
              </a:ext>
            </a:extLst>
          </p:cNvPr>
          <p:cNvGrpSpPr/>
          <p:nvPr/>
        </p:nvGrpSpPr>
        <p:grpSpPr>
          <a:xfrm>
            <a:off x="8400256" y="1557360"/>
            <a:ext cx="3564396" cy="1367584"/>
            <a:chOff x="4566580" y="2781403"/>
            <a:chExt cx="3762375" cy="145008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AD4F727E-62C8-4EB6-AFD3-6116815D09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0938"/>
            <a:stretch/>
          </p:blipFill>
          <p:spPr>
            <a:xfrm>
              <a:off x="4566580" y="2781403"/>
              <a:ext cx="3762375" cy="79161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5D04582B-318D-4AE5-8556-0F3C03CD2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7839"/>
            <a:stretch/>
          </p:blipFill>
          <p:spPr>
            <a:xfrm>
              <a:off x="4566580" y="3726445"/>
              <a:ext cx="3762375" cy="50504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07B28C1C-31DE-4AA3-A4F5-8F91BBAB6C06}"/>
                </a:ext>
              </a:extLst>
            </p:cNvPr>
            <p:cNvSpPr/>
            <p:nvPr/>
          </p:nvSpPr>
          <p:spPr>
            <a:xfrm>
              <a:off x="6159227" y="3497723"/>
              <a:ext cx="577081" cy="276999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r>
                <a:rPr kumimoji="1" lang="en-US" altLang="ko-KR" b="1" dirty="0">
                  <a:latin typeface="D2Coding" panose="020B0609020101020101" pitchFamily="49" charset="-127"/>
                  <a:ea typeface="D2Coding" panose="020B0609020101020101" pitchFamily="49" charset="-127"/>
                </a:rPr>
                <a:t>·····</a:t>
              </a:r>
              <a:endParaRPr lang="ko-KR" altLang="en-US" dirty="0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33582882-883A-4CB7-858C-C0C60324A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5049180"/>
            <a:ext cx="2914650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A2D179AD-13A8-4CC4-B6D0-0AB630473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569" y="5636865"/>
            <a:ext cx="1404156" cy="10041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8875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09" y="3246075"/>
            <a:ext cx="5225469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807910" y="3246480"/>
            <a:ext cx="5225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807909" y="4344615"/>
            <a:ext cx="6643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·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F6F0DC6-E4D5-45E1-AA3D-04FCABF9FAAF}"/>
              </a:ext>
            </a:extLst>
          </p:cNvPr>
          <p:cNvSpPr txBox="1"/>
          <p:nvPr/>
        </p:nvSpPr>
        <p:spPr>
          <a:xfrm>
            <a:off x="3807910" y="2148345"/>
            <a:ext cx="5161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변수간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260841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변수간 분석방향성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분석대상 객체의 속성을 양적인 크기로 데이터를 수집</a:t>
            </a:r>
            <a:r>
              <a:rPr lang="en-US" altLang="ko-KR" dirty="0"/>
              <a:t>·</a:t>
            </a:r>
            <a:r>
              <a:rPr lang="ko-KR" altLang="en-US" dirty="0"/>
              <a:t>분석하는 연속형 변수 간에는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산점도와</a:t>
            </a:r>
            <a:r>
              <a:rPr lang="ko-KR" altLang="en-US" dirty="0"/>
              <a:t> 기울기를 통해서 다차원적으로 여러 연속변수 간의 관련성</a:t>
            </a:r>
            <a:r>
              <a:rPr lang="en-US" altLang="ko-KR" dirty="0"/>
              <a:t>(</a:t>
            </a:r>
            <a:r>
              <a:rPr lang="ko-KR" altLang="en-US" dirty="0"/>
              <a:t>상관성</a:t>
            </a:r>
            <a:r>
              <a:rPr lang="en-US" altLang="ko-KR" dirty="0"/>
              <a:t>)</a:t>
            </a:r>
            <a:r>
              <a:rPr lang="ko-KR" altLang="en-US" dirty="0"/>
              <a:t>을 파악함</a:t>
            </a:r>
            <a:endParaRPr lang="en-US" altLang="ko-KR" dirty="0"/>
          </a:p>
        </p:txBody>
      </p:sp>
      <p:sp>
        <p:nvSpPr>
          <p:cNvPr id="12" name="모서리가 둥근 직사각형 154">
            <a:extLst>
              <a:ext uri="{FF2B5EF4-FFF2-40B4-BE49-F238E27FC236}">
                <a16:creationId xmlns:a16="http://schemas.microsoft.com/office/drawing/2014/main" xmlns="" id="{CA199794-029C-4A9D-9578-192CD222780A}"/>
              </a:ext>
            </a:extLst>
          </p:cNvPr>
          <p:cNvSpPr/>
          <p:nvPr/>
        </p:nvSpPr>
        <p:spPr>
          <a:xfrm>
            <a:off x="6791365" y="5319914"/>
            <a:ext cx="4716754" cy="1385686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변수 간에 한쪽 변수의 수치 변화에 따라 </a:t>
            </a:r>
            <a:r>
              <a:rPr lang="ko-KR" altLang="en-US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다른쪽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변수의 수치변화가 나타난다면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상관성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(correlation)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eaLnBrk="0" latinLnBrk="0" hangingPunct="0">
              <a:defRPr/>
            </a:pP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eaLnBrk="0" latinLnBrk="0" hangingPunct="0">
              <a:defRPr/>
            </a:pPr>
            <a:endParaRPr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한쪽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변수가 시간적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논리적으로 먼저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적어도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동시에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앞서서 변화하고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쪽 변수가 그 영향을 받아 변화되는 결과변수로 논리적추론으로 판단된다면 서로 </a:t>
            </a:r>
            <a:r>
              <a:rPr lang="ko-KR" altLang="en-US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인과성</a:t>
            </a:r>
            <a:r>
              <a:rPr lang="en-US" altLang="ko-KR" sz="1200" b="1" kern="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(causation)</a:t>
            </a: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있다고 판단함</a:t>
            </a: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xmlns="" id="{BF3EBA60-93FA-49D1-87A3-894D9E92639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608528" y="5872357"/>
            <a:ext cx="3240000" cy="148638"/>
          </a:xfrm>
          <a:prstGeom prst="flowChartMerge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xmlns="" id="{8537863F-017A-428C-B382-E42621D13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37374"/>
              </p:ext>
            </p:extLst>
          </p:nvPr>
        </p:nvGraphicFramePr>
        <p:xfrm>
          <a:off x="517340" y="2174790"/>
          <a:ext cx="5758680" cy="4530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318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decision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결정시점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49042596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count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방문횟수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18586879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number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동반자수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731323848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period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체류기간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76900735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expense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지출경비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551623520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card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카드사용액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972264690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cash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현금사용액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822774242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overall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전반만족도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매우만족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89692811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bf_img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좋음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매우좋음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93313557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58785434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revist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재방문의지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전혀안그럼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그렇지않음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그러함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매우그럼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19701656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추천의사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4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5332297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955B073-FD56-4758-AED6-AB1342EDDD1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48155" y="2178385"/>
            <a:ext cx="4608385" cy="309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4"/>
              </a:buBlip>
              <a:defRPr/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분석대상이 가진 특정한 속성의 크기가 얼마인지를 파악하기 위한 측정방법으로 등간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간격척도와 비율척도가 있음 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(interval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온도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(A, B, C, D)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구체적인 수치나 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온도의 경우 따뜻함과 차가움의 정도를 구체적인 수치로 측정해 크기를 표현하는데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측정된 수치 간에 간격이 일정하지만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절대영점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크기가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상태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이라는 것이 없어서 측정된 수치 간에 덧셈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뺄셈은 가능하지만 곱하기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나누기는 해당이 안됨 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비율척도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(ratio scale)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특정성질의 크기를 수치로 측정한 것은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등간척도와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동일하지만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절대영점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크기가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경우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있어서 측정된 수치 간에 사칙연산적용으로 상대적 크기비교가 가능함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 latinLnBrk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4E8E"/>
              </a:buClr>
              <a:buSzPct val="130000"/>
              <a:buBlip>
                <a:blip r:embed="rId5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데이터는 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첨도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왜도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등을 통해 데이터의 분포특성을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정규성 측면에서 파악함</a:t>
            </a:r>
          </a:p>
        </p:txBody>
      </p:sp>
    </p:spTree>
    <p:extLst>
      <p:ext uri="{BB962C8B-B14F-4D97-AF65-F5344CB8AC3E}">
        <p14:creationId xmlns:p14="http://schemas.microsoft.com/office/powerpoint/2010/main" val="21518557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 추출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전체 데이터셋 </a:t>
            </a:r>
            <a:r>
              <a:rPr lang="ko-KR" altLang="en-US" dirty="0" err="1"/>
              <a:t>변수컬럼</a:t>
            </a:r>
            <a:r>
              <a:rPr lang="ko-KR" altLang="en-US" dirty="0"/>
              <a:t> 중에서 분석대상 객체속성의 양적인 크기를 파악한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등간</a:t>
            </a:r>
            <a:r>
              <a:rPr lang="en-US" altLang="ko-KR" dirty="0"/>
              <a:t>.</a:t>
            </a:r>
            <a:r>
              <a:rPr lang="ko-KR" altLang="en-US" dirty="0"/>
              <a:t>간격척도와 비율척도로 측정된 연속형 </a:t>
            </a:r>
            <a:r>
              <a:rPr lang="ko-KR" altLang="en-US" dirty="0" err="1"/>
              <a:t>변수컬럼</a:t>
            </a:r>
            <a:r>
              <a:rPr lang="ko-KR" altLang="en-US" dirty="0"/>
              <a:t> 서브데이터셋을 별도로 추출함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73CB8ADF-821B-475E-BA22-04C1A0358EC9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데이터셋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[-1]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첫번째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제외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데이터셋 간단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76A565C-CC34-452C-876B-3329D2A594C4}"/>
              </a:ext>
            </a:extLst>
          </p:cNvPr>
          <p:cNvSpPr/>
          <p:nvPr/>
        </p:nvSpPr>
        <p:spPr>
          <a:xfrm>
            <a:off x="5224369" y="2166027"/>
            <a:ext cx="37519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A93814E-215A-4A41-9CE3-8B107F3B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6" y="5907899"/>
            <a:ext cx="4377419" cy="704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1CE7123-743F-4497-93FE-157A6A6D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48" y="2238108"/>
            <a:ext cx="2772199" cy="18394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67A39A2C-1B7B-4E3A-AF37-332826A97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175" y="4243107"/>
            <a:ext cx="6442466" cy="228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3385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등간척도</a:t>
            </a:r>
            <a:r>
              <a:rPr lang="ko-KR" altLang="en-US" dirty="0"/>
              <a:t> 변수간 특성분석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중에서 </a:t>
            </a:r>
            <a:r>
              <a:rPr lang="ko-KR" altLang="en-US" dirty="0" err="1"/>
              <a:t>등간척도</a:t>
            </a:r>
            <a:r>
              <a:rPr lang="en-US" altLang="ko-KR" dirty="0"/>
              <a:t>(interval)</a:t>
            </a:r>
            <a:r>
              <a:rPr lang="ko-KR" altLang="en-US" dirty="0"/>
              <a:t>로 측정된 </a:t>
            </a:r>
            <a:r>
              <a:rPr lang="ko-KR" altLang="en-US" dirty="0" err="1" smtClean="0"/>
              <a:t>방문후</a:t>
            </a:r>
            <a:r>
              <a:rPr lang="ko-KR" altLang="en-US" dirty="0" smtClean="0"/>
              <a:t> 이미지</a:t>
            </a:r>
            <a:r>
              <a:rPr lang="en-US" altLang="ko-KR" dirty="0"/>
              <a:t>(</a:t>
            </a:r>
            <a:r>
              <a:rPr lang="en-US" altLang="ko-KR" dirty="0" err="1"/>
              <a:t>af_img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ko-KR" altLang="en-US" dirty="0" smtClean="0"/>
              <a:t>재방문 의지</a:t>
            </a:r>
            <a:r>
              <a:rPr lang="en-US" altLang="ko-KR" dirty="0"/>
              <a:t>(revisit)  </a:t>
            </a:r>
            <a:r>
              <a:rPr lang="ko-KR" altLang="en-US" dirty="0"/>
              <a:t>변수간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관련성 파악을 위해</a:t>
            </a:r>
            <a:r>
              <a:rPr lang="en-US" altLang="ko-KR" dirty="0"/>
              <a:t> </a:t>
            </a:r>
            <a:r>
              <a:rPr lang="ko-KR" altLang="en-US" dirty="0"/>
              <a:t>개별변수별 기술통계 특성을 살펴보고</a:t>
            </a:r>
            <a:r>
              <a:rPr lang="en-US" altLang="ko-KR" dirty="0"/>
              <a:t>, </a:t>
            </a:r>
            <a:r>
              <a:rPr lang="ko-KR" altLang="en-US" dirty="0"/>
              <a:t>두 </a:t>
            </a:r>
            <a:r>
              <a:rPr lang="ko-KR" altLang="en-US" dirty="0" err="1"/>
              <a:t>변수간의</a:t>
            </a:r>
            <a:r>
              <a:rPr lang="ko-KR" altLang="en-US" dirty="0"/>
              <a:t> 상관관계분석을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04333402-BC39-450D-BF8C-514B1B4841CF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기본특성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이미지변수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 의지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(revisit)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기본특성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 의지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411D4AF9-7085-4A55-843D-EC0B795F9735}"/>
              </a:ext>
            </a:extLst>
          </p:cNvPr>
          <p:cNvSpPr/>
          <p:nvPr/>
        </p:nvSpPr>
        <p:spPr>
          <a:xfrm>
            <a:off x="6187536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 의지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(revisit)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변수간 관련성 파악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공분산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(covariance)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(correlation)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2777E50-4B08-48E6-BB93-817DE983E6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000"/>
          <a:stretch/>
        </p:blipFill>
        <p:spPr>
          <a:xfrm>
            <a:off x="3174763" y="2452736"/>
            <a:ext cx="2590800" cy="2983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4FB963E5-D1EC-483F-916B-A97A045D46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000"/>
          <a:stretch/>
        </p:blipFill>
        <p:spPr>
          <a:xfrm>
            <a:off x="3174763" y="4642842"/>
            <a:ext cx="2590800" cy="2983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1130E325-287E-423E-BCDE-37B305AD55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593488" y="3465004"/>
            <a:ext cx="5172075" cy="4333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50FE526E-BDFA-4226-A2B3-55B84EAE99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593488" y="5909085"/>
            <a:ext cx="5172075" cy="4333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2661C238-FA57-44FD-AA90-8806E3560A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1667"/>
          <a:stretch/>
        </p:blipFill>
        <p:spPr>
          <a:xfrm>
            <a:off x="6652220" y="3294689"/>
            <a:ext cx="3448050" cy="2833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B8A61D6B-F151-4286-86A8-315BE83918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1874"/>
          <a:stretch/>
        </p:blipFill>
        <p:spPr>
          <a:xfrm>
            <a:off x="6652220" y="4899892"/>
            <a:ext cx="3448050" cy="5813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597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등간척도</a:t>
            </a:r>
            <a:r>
              <a:rPr lang="ko-KR" altLang="en-US" dirty="0"/>
              <a:t> 변수간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중에서 </a:t>
            </a:r>
            <a:r>
              <a:rPr lang="ko-KR" altLang="en-US" dirty="0" err="1"/>
              <a:t>등간척도</a:t>
            </a:r>
            <a:r>
              <a:rPr lang="en-US" altLang="ko-KR" dirty="0"/>
              <a:t>(interval)</a:t>
            </a:r>
            <a:r>
              <a:rPr lang="ko-KR" altLang="en-US" dirty="0"/>
              <a:t>로 측정된 </a:t>
            </a:r>
            <a:r>
              <a:rPr lang="ko-KR" altLang="en-US" dirty="0" err="1" smtClean="0"/>
              <a:t>방문후</a:t>
            </a:r>
            <a:r>
              <a:rPr lang="ko-KR" altLang="en-US" dirty="0" smtClean="0"/>
              <a:t> 이미지</a:t>
            </a:r>
            <a:r>
              <a:rPr lang="en-US" altLang="ko-KR" dirty="0"/>
              <a:t>(</a:t>
            </a:r>
            <a:r>
              <a:rPr lang="en-US" altLang="ko-KR" dirty="0" err="1"/>
              <a:t>af_img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ko-KR" altLang="en-US" dirty="0" smtClean="0"/>
              <a:t>재방문 의지</a:t>
            </a:r>
            <a:r>
              <a:rPr lang="en-US" altLang="ko-KR" dirty="0"/>
              <a:t>(revisit) </a:t>
            </a:r>
            <a:r>
              <a:rPr lang="ko-KR" altLang="en-US" dirty="0"/>
              <a:t>변수간 관련성을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en-US" altLang="ko-KR" dirty="0"/>
              <a:t>(scatterplot) </a:t>
            </a:r>
            <a:r>
              <a:rPr lang="ko-KR" altLang="en-US" dirty="0"/>
              <a:t>시각화를 통해 </a:t>
            </a:r>
            <a:r>
              <a:rPr lang="ko-KR" altLang="en-US" dirty="0" err="1"/>
              <a:t>비교분석하여</a:t>
            </a:r>
            <a:r>
              <a:rPr lang="ko-KR" altLang="en-US" dirty="0"/>
              <a:t> 두 </a:t>
            </a:r>
            <a:r>
              <a:rPr lang="ko-KR" altLang="en-US" dirty="0" err="1"/>
              <a:t>변수간에</a:t>
            </a:r>
            <a:r>
              <a:rPr lang="ko-KR" altLang="en-US" dirty="0"/>
              <a:t> 상관성과 </a:t>
            </a:r>
            <a:r>
              <a:rPr lang="ko-KR" altLang="en-US" dirty="0" err="1"/>
              <a:t>추세성</a:t>
            </a:r>
            <a:r>
              <a:rPr lang="ko-KR" altLang="en-US" dirty="0"/>
              <a:t> 여부를 가시적으로 판단함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7D1958F-F6B8-4A32-917F-E01CB51943D0}"/>
              </a:ext>
            </a:extLst>
          </p:cNvPr>
          <p:cNvSpPr/>
          <p:nvPr/>
        </p:nvSpPr>
        <p:spPr>
          <a:xfrm>
            <a:off x="515937" y="2176936"/>
            <a:ext cx="716423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직선과 곡선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최적합화선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plot(revisit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=19,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방문후이미지가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재방문의지에 미치는 영향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방문후이미지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재방문의지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(revisit)')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최적의 추세직선추가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(revisit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"red",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1) 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최적의 추세곡선추가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lowess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cnt$revisit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col = "blue",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8398D42-0373-49B6-A004-0B897844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2517656"/>
            <a:ext cx="6228556" cy="38248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8000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비율척도 변수간 특성분석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중에서 비율척도</a:t>
            </a:r>
            <a:r>
              <a:rPr lang="en-US" altLang="ko-KR" dirty="0"/>
              <a:t>(ratio)</a:t>
            </a:r>
            <a:r>
              <a:rPr lang="ko-KR" altLang="en-US" dirty="0"/>
              <a:t>로 측정된 카드사용액</a:t>
            </a:r>
            <a:r>
              <a:rPr lang="en-US" altLang="ko-KR" dirty="0"/>
              <a:t>(card)</a:t>
            </a:r>
            <a:r>
              <a:rPr lang="ko-KR" altLang="en-US" dirty="0"/>
              <a:t>와 현금사용액</a:t>
            </a:r>
            <a:r>
              <a:rPr lang="en-US" altLang="ko-KR" dirty="0"/>
              <a:t>(cash)  </a:t>
            </a:r>
            <a:r>
              <a:rPr lang="ko-KR" altLang="en-US" dirty="0"/>
              <a:t>변수간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관련성 파악을 위해</a:t>
            </a:r>
            <a:r>
              <a:rPr lang="en-US" altLang="ko-KR" dirty="0"/>
              <a:t> </a:t>
            </a:r>
            <a:r>
              <a:rPr lang="ko-KR" altLang="en-US" dirty="0"/>
              <a:t>개별변수별 기술통계 특성을 살펴보고</a:t>
            </a:r>
            <a:r>
              <a:rPr lang="en-US" altLang="ko-KR" dirty="0"/>
              <a:t>, </a:t>
            </a:r>
            <a:r>
              <a:rPr lang="ko-KR" altLang="en-US" dirty="0"/>
              <a:t>두 </a:t>
            </a:r>
            <a:r>
              <a:rPr lang="ko-KR" altLang="en-US" dirty="0" smtClean="0"/>
              <a:t>변수 간의 </a:t>
            </a:r>
            <a:r>
              <a:rPr lang="ko-KR" altLang="en-US" dirty="0"/>
              <a:t>상관관계분석을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04333402-BC39-450D-BF8C-514B1B4841CF}"/>
              </a:ext>
            </a:extLst>
          </p:cNvPr>
          <p:cNvSpPr/>
          <p:nvPr/>
        </p:nvSpPr>
        <p:spPr>
          <a:xfrm>
            <a:off x="515937" y="2176936"/>
            <a:ext cx="43774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카드사용액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(card)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기본특성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카드사용액 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현금사용액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(cash)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기본특성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현금사용액 변수 간단기술통계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411D4AF9-7085-4A55-843D-EC0B795F9735}"/>
              </a:ext>
            </a:extLst>
          </p:cNvPr>
          <p:cNvSpPr/>
          <p:nvPr/>
        </p:nvSpPr>
        <p:spPr>
          <a:xfrm>
            <a:off x="7103072" y="2176936"/>
            <a:ext cx="381734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카드사용액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(card)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현금사용액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(cash)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변수간 상관관계 파악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공분산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(covariance)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(correlation)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'spearman')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method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pearson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25CED82C-E725-4BEF-8970-A760BD172A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378"/>
          <a:stretch/>
        </p:blipFill>
        <p:spPr>
          <a:xfrm>
            <a:off x="1739516" y="2456892"/>
            <a:ext cx="2647950" cy="2841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FA5D8DA-B65B-4D9F-B90E-21DF30177C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262"/>
          <a:stretch/>
        </p:blipFill>
        <p:spPr>
          <a:xfrm>
            <a:off x="1739516" y="4658687"/>
            <a:ext cx="2647950" cy="295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FA5211DD-0D18-4390-AE0E-F07B13699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143"/>
          <a:stretch/>
        </p:blipFill>
        <p:spPr>
          <a:xfrm>
            <a:off x="623392" y="3429000"/>
            <a:ext cx="6372225" cy="4359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1C77668E-BD43-4618-A2BC-01EF916F4B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143"/>
          <a:stretch/>
        </p:blipFill>
        <p:spPr>
          <a:xfrm>
            <a:off x="623392" y="5697252"/>
            <a:ext cx="6372225" cy="4359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967C5E9-AF5B-437F-AB4D-FF7033779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855" y="3224089"/>
            <a:ext cx="1724025" cy="314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71B04EA3-1B93-492B-9627-6182AC01F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855" y="4905164"/>
            <a:ext cx="3095625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9581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비율척도 변수간 시각화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중에서 비율척도</a:t>
            </a:r>
            <a:r>
              <a:rPr lang="en-US" altLang="ko-KR" dirty="0"/>
              <a:t>(ratio)</a:t>
            </a:r>
            <a:r>
              <a:rPr lang="ko-KR" altLang="en-US" dirty="0"/>
              <a:t>로 측정된 카드사용액</a:t>
            </a:r>
            <a:r>
              <a:rPr lang="en-US" altLang="ko-KR" dirty="0"/>
              <a:t>(card)</a:t>
            </a:r>
            <a:r>
              <a:rPr lang="ko-KR" altLang="en-US" dirty="0"/>
              <a:t>와 현금사용액</a:t>
            </a:r>
            <a:r>
              <a:rPr lang="en-US" altLang="ko-KR" dirty="0"/>
              <a:t>(cash)  </a:t>
            </a:r>
            <a:r>
              <a:rPr lang="ko-KR" altLang="en-US" dirty="0"/>
              <a:t>변수간 관련성을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en-US" altLang="ko-KR" dirty="0"/>
              <a:t>(scatterplot) </a:t>
            </a:r>
            <a:r>
              <a:rPr lang="ko-KR" altLang="en-US" dirty="0"/>
              <a:t>시각화를 통해 </a:t>
            </a:r>
            <a:r>
              <a:rPr lang="ko-KR" altLang="en-US" dirty="0" err="1"/>
              <a:t>비교분석하여</a:t>
            </a:r>
            <a:r>
              <a:rPr lang="ko-KR" altLang="en-US" dirty="0"/>
              <a:t> 두 </a:t>
            </a:r>
            <a:r>
              <a:rPr lang="ko-KR" altLang="en-US" dirty="0" err="1"/>
              <a:t>변수간에</a:t>
            </a:r>
            <a:r>
              <a:rPr lang="ko-KR" altLang="en-US" dirty="0"/>
              <a:t> 상관성과 </a:t>
            </a:r>
            <a:r>
              <a:rPr lang="ko-KR" altLang="en-US" dirty="0" err="1"/>
              <a:t>추세성</a:t>
            </a:r>
            <a:r>
              <a:rPr lang="ko-KR" altLang="en-US" dirty="0"/>
              <a:t> 여부를 가시적으로 판단함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7D1958F-F6B8-4A32-917F-E01CB51943D0}"/>
              </a:ext>
            </a:extLst>
          </p:cNvPr>
          <p:cNvSpPr/>
          <p:nvPr/>
        </p:nvSpPr>
        <p:spPr>
          <a:xfrm>
            <a:off x="515937" y="2176936"/>
            <a:ext cx="716423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graphics::plot()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직선과 곡선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최적합화선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plot(cash ~ card,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=19,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신용카드사용액과 현금사용액간 관련성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카드사용액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(card)',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현금사용액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(cash)')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최적의 추세직선추가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abline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(cash ~ card, 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col="red",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최적의 추세곡선추가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lowess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cnt$cash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cnt$card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col="blue",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=2)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6178E1C4-AAC6-47C5-9B36-9C3016C8A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5" y="2517655"/>
            <a:ext cx="6228555" cy="38248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0713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비율척도 변수간 시각화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중에서 비율척도</a:t>
            </a:r>
            <a:r>
              <a:rPr lang="en-US" altLang="ko-KR" dirty="0"/>
              <a:t>(ratio)</a:t>
            </a:r>
            <a:r>
              <a:rPr lang="ko-KR" altLang="en-US" dirty="0"/>
              <a:t>로 측정된 카드사용액</a:t>
            </a:r>
            <a:r>
              <a:rPr lang="en-US" altLang="ko-KR" dirty="0"/>
              <a:t>(card)</a:t>
            </a:r>
            <a:r>
              <a:rPr lang="ko-KR" altLang="en-US" dirty="0"/>
              <a:t>와 현금사용액</a:t>
            </a:r>
            <a:r>
              <a:rPr lang="en-US" altLang="ko-KR" dirty="0"/>
              <a:t>(cash)  </a:t>
            </a:r>
            <a:r>
              <a:rPr lang="ko-KR" altLang="en-US" dirty="0"/>
              <a:t>변수간 관련성을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en-US" altLang="ko-KR" dirty="0"/>
              <a:t>(scatterplot) </a:t>
            </a:r>
            <a:r>
              <a:rPr lang="ko-KR" altLang="en-US" dirty="0"/>
              <a:t>시각화를 통해 </a:t>
            </a:r>
            <a:r>
              <a:rPr lang="ko-KR" altLang="en-US" dirty="0" err="1"/>
              <a:t>비교분석하여</a:t>
            </a:r>
            <a:r>
              <a:rPr lang="ko-KR" altLang="en-US" dirty="0"/>
              <a:t> 두 </a:t>
            </a:r>
            <a:r>
              <a:rPr lang="ko-KR" altLang="en-US" dirty="0" err="1"/>
              <a:t>변수간에</a:t>
            </a:r>
            <a:r>
              <a:rPr lang="ko-KR" altLang="en-US" dirty="0"/>
              <a:t> 상관성과 </a:t>
            </a:r>
            <a:r>
              <a:rPr lang="ko-KR" altLang="en-US" dirty="0" err="1"/>
              <a:t>추세성</a:t>
            </a:r>
            <a:r>
              <a:rPr lang="ko-KR" altLang="en-US" dirty="0"/>
              <a:t> 여부를 가시적으로 판단함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7D1958F-F6B8-4A32-917F-E01CB51943D0}"/>
              </a:ext>
            </a:extLst>
          </p:cNvPr>
          <p:cNvSpPr/>
          <p:nvPr/>
        </p:nvSpPr>
        <p:spPr>
          <a:xfrm>
            <a:off x="515937" y="2176936"/>
            <a:ext cx="716423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최적합선 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card, y = cash)) +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geom_point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신용카드사용액과 현금사용액간 관련성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x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카드사용액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(card)",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y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현금사용액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&lt;- p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geom_smooth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최적합선과 오차범위를 표현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plotly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plotly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최적합선 추가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(p)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브라우저로 인터넷사이트에 접속한 것처럼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그래프 위에 마우스 커서를 가져가면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x, y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값이 동적으로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확인가능함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25A43334-C580-404A-BDDD-A10F5749AC5F}"/>
              </a:ext>
            </a:extLst>
          </p:cNvPr>
          <p:cNvGrpSpPr/>
          <p:nvPr/>
        </p:nvGrpSpPr>
        <p:grpSpPr>
          <a:xfrm>
            <a:off x="4763852" y="2348880"/>
            <a:ext cx="6660531" cy="4194693"/>
            <a:chOff x="4979876" y="2222639"/>
            <a:chExt cx="5937637" cy="37394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C888BEF4-FF3E-4CB6-8926-1C4BCFDB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79876" y="2222639"/>
              <a:ext cx="3286125" cy="272415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8146226C-F20B-4C0E-BBC7-E57089764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1823" y="3584714"/>
              <a:ext cx="3555690" cy="237735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572667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807909" y="4326195"/>
            <a:ext cx="6355935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3155326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3155326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F6F0DC6-E4D5-45E1-AA3D-04FCABF9FAAF}"/>
              </a:ext>
            </a:extLst>
          </p:cNvPr>
          <p:cNvSpPr txBox="1"/>
          <p:nvPr/>
        </p:nvSpPr>
        <p:spPr>
          <a:xfrm>
            <a:off x="3807910" y="2148345"/>
            <a:ext cx="5161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변수간 특성요약과 시각화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5AB9EC2-6794-4B74-BCB9-BF2F9D430689}"/>
              </a:ext>
            </a:extLst>
          </p:cNvPr>
          <p:cNvSpPr txBox="1"/>
          <p:nvPr/>
        </p:nvSpPr>
        <p:spPr>
          <a:xfrm>
            <a:off x="3807910" y="3246480"/>
            <a:ext cx="5225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74944CD-4C78-4864-BCD8-A775689BFAC2}"/>
              </a:ext>
            </a:extLst>
          </p:cNvPr>
          <p:cNvSpPr txBox="1"/>
          <p:nvPr/>
        </p:nvSpPr>
        <p:spPr>
          <a:xfrm>
            <a:off x="3807909" y="4344615"/>
            <a:ext cx="6643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·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 변수간 특성요약과 시각화</a:t>
            </a:r>
          </a:p>
        </p:txBody>
      </p:sp>
    </p:spTree>
    <p:extLst>
      <p:ext uri="{BB962C8B-B14F-4D97-AF65-F5344CB8AC3E}">
        <p14:creationId xmlns:p14="http://schemas.microsoft.com/office/powerpoint/2010/main" val="3529785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9">
            <a:extLst>
              <a:ext uri="{FF2B5EF4-FFF2-40B4-BE49-F238E27FC236}">
                <a16:creationId xmlns:a16="http://schemas.microsoft.com/office/drawing/2014/main" xmlns="" id="{8CD0267C-0C79-4418-842A-9B6CC0C5D475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 flipH="1">
            <a:off x="5416401" y="3212976"/>
            <a:ext cx="2051356" cy="2220269"/>
          </a:xfrm>
          <a:custGeom>
            <a:avLst/>
            <a:gdLst>
              <a:gd name="connsiteX0" fmla="*/ 8923 w 8923"/>
              <a:gd name="connsiteY0" fmla="*/ 10000 h 10000"/>
              <a:gd name="connsiteX1" fmla="*/ 8923 w 8923"/>
              <a:gd name="connsiteY1" fmla="*/ 0 h 10000"/>
              <a:gd name="connsiteX2" fmla="*/ 1829 w 8923"/>
              <a:gd name="connsiteY2" fmla="*/ 3158 h 10000"/>
              <a:gd name="connsiteX3" fmla="*/ 2000 w 8923"/>
              <a:gd name="connsiteY3" fmla="*/ 2143 h 10000"/>
              <a:gd name="connsiteX4" fmla="*/ 0 w 8923"/>
              <a:gd name="connsiteY4" fmla="*/ 5155 h 10000"/>
              <a:gd name="connsiteX5" fmla="*/ 1829 w 8923"/>
              <a:gd name="connsiteY5" fmla="*/ 7895 h 10000"/>
              <a:gd name="connsiteX6" fmla="*/ 1957 w 8923"/>
              <a:gd name="connsiteY6" fmla="*/ 6936 h 10000"/>
              <a:gd name="connsiteX7" fmla="*/ 8923 w 8923"/>
              <a:gd name="connsiteY7" fmla="*/ 10000 h 10000"/>
              <a:gd name="connsiteX0" fmla="*/ 9441 w 9441"/>
              <a:gd name="connsiteY0" fmla="*/ 10000 h 10000"/>
              <a:gd name="connsiteX1" fmla="*/ 9441 w 9441"/>
              <a:gd name="connsiteY1" fmla="*/ 0 h 10000"/>
              <a:gd name="connsiteX2" fmla="*/ 1491 w 9441"/>
              <a:gd name="connsiteY2" fmla="*/ 3158 h 10000"/>
              <a:gd name="connsiteX3" fmla="*/ 1682 w 9441"/>
              <a:gd name="connsiteY3" fmla="*/ 2143 h 10000"/>
              <a:gd name="connsiteX4" fmla="*/ 0 w 9441"/>
              <a:gd name="connsiteY4" fmla="*/ 4880 h 10000"/>
              <a:gd name="connsiteX5" fmla="*/ 1491 w 9441"/>
              <a:gd name="connsiteY5" fmla="*/ 7895 h 10000"/>
              <a:gd name="connsiteX6" fmla="*/ 1634 w 9441"/>
              <a:gd name="connsiteY6" fmla="*/ 6936 h 10000"/>
              <a:gd name="connsiteX7" fmla="*/ 9441 w 9441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41" h="10000">
                <a:moveTo>
                  <a:pt x="9441" y="10000"/>
                </a:moveTo>
                <a:lnTo>
                  <a:pt x="9441" y="0"/>
                </a:lnTo>
                <a:lnTo>
                  <a:pt x="1491" y="3158"/>
                </a:lnTo>
                <a:cubicBezTo>
                  <a:pt x="1555" y="2820"/>
                  <a:pt x="1618" y="2481"/>
                  <a:pt x="1682" y="2143"/>
                </a:cubicBezTo>
                <a:lnTo>
                  <a:pt x="0" y="4880"/>
                </a:lnTo>
                <a:lnTo>
                  <a:pt x="1491" y="7895"/>
                </a:lnTo>
                <a:cubicBezTo>
                  <a:pt x="1539" y="7575"/>
                  <a:pt x="1586" y="7256"/>
                  <a:pt x="1634" y="6936"/>
                </a:cubicBezTo>
                <a:lnTo>
                  <a:pt x="9441" y="10000"/>
                </a:lnTo>
                <a:close/>
              </a:path>
            </a:pathLst>
          </a:cu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0" scaled="1"/>
          </a:gradFill>
          <a:ln w="12700" cap="flat" cmpd="sng">
            <a:noFill/>
            <a:prstDash val="sysDot"/>
            <a:round/>
            <a:headEnd type="none" w="med" len="med"/>
            <a:tailEnd type="none" w="med" len="med"/>
          </a:ln>
          <a:effectLst/>
        </p:spPr>
        <p:txBody>
          <a:bodyPr wrap="none" lIns="90488" tIns="44450" rIns="90488" bIns="4445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</a:t>
            </a:r>
            <a:r>
              <a:rPr lang="en-US" altLang="ko-KR" dirty="0"/>
              <a:t>·</a:t>
            </a:r>
            <a:r>
              <a:rPr lang="ko-KR" altLang="en-US" dirty="0"/>
              <a:t>연속형 변수간 분석방향성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범주변수와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간의 분석은</a:t>
            </a:r>
            <a:r>
              <a:rPr lang="en-US" altLang="ko-KR" dirty="0"/>
              <a:t> </a:t>
            </a:r>
            <a:r>
              <a:rPr lang="ko-KR" altLang="en-US" dirty="0"/>
              <a:t>범주변수의 각 항목을 일종의 그룹</a:t>
            </a:r>
            <a:r>
              <a:rPr lang="en-US" altLang="ko-KR" dirty="0"/>
              <a:t>·</a:t>
            </a:r>
            <a:r>
              <a:rPr lang="ko-KR" altLang="en-US" dirty="0"/>
              <a:t>집단으로 간주하고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그룹에 따라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변수의 </a:t>
            </a:r>
            <a:r>
              <a:rPr lang="ko-KR" altLang="en-US" dirty="0"/>
              <a:t>기술통계량이 차이가 나는지를 </a:t>
            </a:r>
            <a:r>
              <a:rPr lang="ko-KR" altLang="en-US" dirty="0" err="1"/>
              <a:t>상호비교하는</a:t>
            </a:r>
            <a:r>
              <a:rPr lang="ko-KR" altLang="en-US" dirty="0"/>
              <a:t> 요약</a:t>
            </a:r>
            <a:r>
              <a:rPr lang="en-US" altLang="ko-KR" dirty="0"/>
              <a:t>·</a:t>
            </a:r>
            <a:r>
              <a:rPr lang="ko-KR" altLang="en-US" dirty="0"/>
              <a:t>집계</a:t>
            </a:r>
            <a:r>
              <a:rPr lang="en-US" altLang="ko-KR" dirty="0"/>
              <a:t>(</a:t>
            </a:r>
            <a:r>
              <a:rPr lang="en-US" altLang="ko-KR" dirty="0" err="1"/>
              <a:t>aggreagation</a:t>
            </a:r>
            <a:r>
              <a:rPr lang="en-US" altLang="ko-KR" dirty="0"/>
              <a:t>)</a:t>
            </a:r>
            <a:r>
              <a:rPr lang="ko-KR" altLang="en-US" dirty="0"/>
              <a:t> 분석을 실시함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xmlns="" id="{BD07EE59-2299-4244-AD26-D2D69B49B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791724"/>
              </p:ext>
            </p:extLst>
          </p:nvPr>
        </p:nvGraphicFramePr>
        <p:xfrm>
          <a:off x="517340" y="2174789"/>
          <a:ext cx="6154724" cy="4530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194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month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조사시점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~ 12: 12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982464859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gender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성별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남성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여성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436757167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edu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학력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고졸이하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대학원이상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128793303"/>
                  </a:ext>
                </a:extLst>
              </a:tr>
              <a:tr h="5387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job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직업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공무원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기업인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경영직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기술직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판매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서비스직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생산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노무직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자영업자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주부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은퇴자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무직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438249"/>
                  </a:ext>
                </a:extLst>
              </a:tr>
              <a:tr h="357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age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연령대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서열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0: 15~20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1: 21~30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31~40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41~50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4: 51~60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5: 61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이상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685273866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거주국가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홍콩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싱가포르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대만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태국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말레이시아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캐나다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영국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독일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프랑스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러시아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중동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필리핀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인도네시아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베트남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38710528"/>
                  </a:ext>
                </a:extLst>
              </a:tr>
              <a:tr h="3964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other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검토국가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35249783"/>
                  </a:ext>
                </a:extLst>
              </a:tr>
              <a:tr h="3577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object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방한목적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개별휴가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건강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치료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3.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종교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순례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 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전문 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81767362"/>
                  </a:ext>
                </a:extLst>
              </a:tr>
              <a:tr h="176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member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동반형태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혼자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가족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직장동료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241024092"/>
                  </a:ext>
                </a:extLst>
              </a:tr>
              <a:tr h="5387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숙박장소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호텔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유스호스텔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게스트하우스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여관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콘도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펜션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레지던스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친구집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회사   기숙사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연수원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사찰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홈스테이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46943581"/>
                  </a:ext>
                </a:extLst>
              </a:tr>
              <a:tr h="12625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activity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만족활동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명목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쇼핑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식도락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온천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휴식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뷰티관광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의료관광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유흥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오락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카지노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테마파크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레포츠활동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직업적스포츠활동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산업시설등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), 14: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교육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연구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15: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미팅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학술대회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박람회참가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16: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업무수행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17: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고궁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역사유적지방문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18: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자연경관감상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19: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공연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민속행사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축제참가관람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20: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박물관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·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전시관방문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21: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시티투어버스이용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전통문화체험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34706721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xmlns="" id="{7AA9BEA4-F971-4AA5-BE3A-2B0E8C088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65325"/>
              </p:ext>
            </p:extLst>
          </p:nvPr>
        </p:nvGraphicFramePr>
        <p:xfrm>
          <a:off x="7572164" y="2174789"/>
          <a:ext cx="4032448" cy="4531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116">
                  <a:extLst>
                    <a:ext uri="{9D8B030D-6E8A-4147-A177-3AD203B41FA5}">
                      <a16:colId xmlns:a16="http://schemas.microsoft.com/office/drawing/2014/main" xmlns="" val="21364687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xmlns="" val="254066877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833904997"/>
                    </a:ext>
                  </a:extLst>
                </a:gridCol>
                <a:gridCol w="2018184">
                  <a:extLst>
                    <a:ext uri="{9D8B030D-6E8A-4147-A177-3AD203B41FA5}">
                      <a16:colId xmlns:a16="http://schemas.microsoft.com/office/drawing/2014/main" xmlns="" val="3511474481"/>
                    </a:ext>
                  </a:extLst>
                </a:gridCol>
              </a:tblGrid>
              <a:tr h="3181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변수명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측정척도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측정방법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13644152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decision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결정시점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개월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49042596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count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방문횟수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회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918586879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number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동반자수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명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3731323848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period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체류기간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76900735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expense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지출경비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551623520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card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카드사용액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972264690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cash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현금사용액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비율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  )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달러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822774242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overall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전반만족도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불만족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만족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매우만족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489692811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bf_img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나쁨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좋음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매우좋음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93313557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af_img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후이미지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58785434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revist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재방문의지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1: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전혀안그럼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2: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그렇지않음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3: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보통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4: 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그러함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5: </a:t>
                      </a:r>
                      <a:r>
                        <a:rPr kumimoji="0" lang="ko-KR" altLang="en-US" sz="1050" b="0" i="0" u="none" strike="noStrike" kern="1200" cap="none" spc="0" normalizeH="0" baseline="0" dirty="0" err="1">
                          <a:ln w="25400" cap="flat">
                            <a:noFill/>
                            <a:miter lim="800000"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>
                            <a:glow>
                              <a:prstClr val="white"/>
                            </a:glow>
                          </a:effectLst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매우그럼</a:t>
                      </a:r>
                      <a:endParaRPr kumimoji="0" lang="ko-KR" altLang="en-US" sz="105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419701656"/>
                  </a:ext>
                </a:extLst>
              </a:tr>
              <a:tr h="3510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recom</a:t>
                      </a:r>
                      <a:endParaRPr lang="ko-KR" altLang="en-US" sz="105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추천의사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등간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marL="265113" marR="0" lvl="0" indent="-250825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Pct val="80000"/>
                        <a:buFontTx/>
                        <a:buBlip>
                          <a:blip r:embed="rId3"/>
                        </a:buBlip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ln w="25400" cap="flat">
                          <a:noFill/>
                          <a:miter lim="800000"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>
                          <a:glow>
                            <a:prstClr val="white"/>
                          </a:glow>
                        </a:effectLst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xmlns="" val="1753322973"/>
                  </a:ext>
                </a:extLst>
              </a:tr>
            </a:tbl>
          </a:graphicData>
        </a:graphic>
      </p:graphicFrame>
      <p:sp>
        <p:nvSpPr>
          <p:cNvPr id="15" name="모서리가 둥근 직사각형 29">
            <a:extLst>
              <a:ext uri="{FF2B5EF4-FFF2-40B4-BE49-F238E27FC236}">
                <a16:creationId xmlns:a16="http://schemas.microsoft.com/office/drawing/2014/main" xmlns="" id="{93B99048-DE72-49BC-A530-4DDBCAB7CA29}"/>
              </a:ext>
            </a:extLst>
          </p:cNvPr>
          <p:cNvSpPr/>
          <p:nvPr/>
        </p:nvSpPr>
        <p:spPr bwMode="auto">
          <a:xfrm>
            <a:off x="8935750" y="4041485"/>
            <a:ext cx="1984663" cy="563251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요약결과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모서리가 둥근 직사각형 29">
            <a:extLst>
              <a:ext uri="{FF2B5EF4-FFF2-40B4-BE49-F238E27FC236}">
                <a16:creationId xmlns:a16="http://schemas.microsoft.com/office/drawing/2014/main" xmlns="" id="{D8641B95-8EF2-4E69-B645-8B57939714B7}"/>
              </a:ext>
            </a:extLst>
          </p:cNvPr>
          <p:cNvSpPr/>
          <p:nvPr/>
        </p:nvSpPr>
        <p:spPr bwMode="auto">
          <a:xfrm>
            <a:off x="3396572" y="4050278"/>
            <a:ext cx="2051356" cy="563251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요약기준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</a:p>
        </p:txBody>
      </p:sp>
    </p:spTree>
    <p:extLst>
      <p:ext uri="{BB962C8B-B14F-4D97-AF65-F5344CB8AC3E}">
        <p14:creationId xmlns:p14="http://schemas.microsoft.com/office/powerpoint/2010/main" val="1420864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로딩과 범주형</a:t>
            </a:r>
            <a:r>
              <a:rPr lang="en-US" altLang="ko-KR" dirty="0"/>
              <a:t>·</a:t>
            </a:r>
            <a:r>
              <a:rPr lang="ko-KR" altLang="en-US" dirty="0"/>
              <a:t>연속형 </a:t>
            </a:r>
            <a:r>
              <a:rPr lang="ko-KR" altLang="en-US" dirty="0" err="1"/>
              <a:t>변수컬럼명</a:t>
            </a:r>
            <a:r>
              <a:rPr lang="ko-KR" altLang="en-US" dirty="0"/>
              <a:t> 확인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데이터셋을 로딩해서 요약집계 기준변수로 설정 할 수 있는 범주형 </a:t>
            </a:r>
            <a:r>
              <a:rPr lang="ko-KR" altLang="en-US" dirty="0" err="1"/>
              <a:t>변수컬럼</a:t>
            </a:r>
            <a:r>
              <a:rPr lang="ko-KR" altLang="en-US" dirty="0"/>
              <a:t> 목록들과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요약집계 결과변수로 사용할 수 있는 연속형 </a:t>
            </a:r>
            <a:r>
              <a:rPr lang="ko-KR" altLang="en-US" dirty="0" err="1"/>
              <a:t>변수컬럼들의</a:t>
            </a:r>
            <a:r>
              <a:rPr lang="ko-KR" altLang="en-US" dirty="0"/>
              <a:t> 목록을 파악하였음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A339D399-F722-4686-9D90-0D79D02B6F96}"/>
              </a:ext>
            </a:extLst>
          </p:cNvPr>
          <p:cNvSpPr/>
          <p:nvPr/>
        </p:nvSpPr>
        <p:spPr>
          <a:xfrm>
            <a:off x="515938" y="2176936"/>
            <a:ext cx="381586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4511823" y="2176936"/>
            <a:ext cx="640858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names(my)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	   	   'other', 'object',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'id')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측정척도별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갯수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sprintf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전체변수갯수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%d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범주형변수갯수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(%d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+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연속형변수갯수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(%d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7C4F66C-731D-407A-BBEC-7DD6051D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343107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AD857126-7C55-4753-A73E-DEBAD5AE4E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882"/>
          <a:stretch/>
        </p:blipFill>
        <p:spPr>
          <a:xfrm>
            <a:off x="5375920" y="2605198"/>
            <a:ext cx="6124575" cy="5846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DF17DF21-5DE7-488E-AC1A-1B36B0EB00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333" b="28354"/>
          <a:stretch/>
        </p:blipFill>
        <p:spPr>
          <a:xfrm>
            <a:off x="5375920" y="3852810"/>
            <a:ext cx="6124575" cy="4563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26A44F23-1C5D-474A-B0DA-65B33EF8C6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686"/>
          <a:stretch/>
        </p:blipFill>
        <p:spPr>
          <a:xfrm>
            <a:off x="5375920" y="5060889"/>
            <a:ext cx="6124575" cy="4563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D2FAA367-8056-477C-AFB7-C865BAEA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6232422"/>
            <a:ext cx="5191125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8062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분석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을 요약집계 기준변수로</a:t>
            </a:r>
            <a:r>
              <a:rPr lang="en-US" altLang="ko-KR" dirty="0"/>
              <a:t>,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평균</a:t>
            </a:r>
            <a:r>
              <a:rPr lang="en-US" altLang="ko-KR" dirty="0"/>
              <a:t>(mean)</a:t>
            </a:r>
            <a:r>
              <a:rPr lang="ko-KR" altLang="en-US" dirty="0"/>
              <a:t>과 표준편차</a:t>
            </a:r>
            <a:r>
              <a:rPr lang="en-US" altLang="ko-KR" dirty="0"/>
              <a:t>(</a:t>
            </a:r>
            <a:r>
              <a:rPr lang="en-US" altLang="ko-KR" dirty="0" err="1"/>
              <a:t>sd</a:t>
            </a:r>
            <a:r>
              <a:rPr lang="en-US" altLang="ko-KR" dirty="0"/>
              <a:t>)</a:t>
            </a:r>
            <a:r>
              <a:rPr lang="ko-KR" altLang="en-US" dirty="0"/>
              <a:t>를 요약집계 통계함수로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테이블로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182E4F29-0217-4174-AC57-CA44A47E8D8A}"/>
              </a:ext>
            </a:extLst>
          </p:cNvPr>
          <p:cNvSpPr/>
          <p:nvPr/>
        </p:nvSpPr>
        <p:spPr>
          <a:xfrm>
            <a:off x="515937" y="2176936"/>
            <a:ext cx="349183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팩터형으로 변환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levels = c(1, 2),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labels = c('M', 'F'))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907FE31-89C8-4472-ADCA-10EEA3621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10" y="3592066"/>
            <a:ext cx="20764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B7647B6-3D74-4780-AF86-E6C8B4BE86A3}"/>
              </a:ext>
            </a:extLst>
          </p:cNvPr>
          <p:cNvSpPr/>
          <p:nvPr/>
        </p:nvSpPr>
        <p:spPr>
          <a:xfrm>
            <a:off x="4223792" y="2176936"/>
            <a:ext cx="698477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요약집계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aggregate(formula = expense ~ gender, data = my, FUN = mean, na.rm = TRUE)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TRUE, trim = 0.05)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purrr</a:t>
            </a:r>
            <a:r>
              <a:rPr kumimoji="1" lang="en-US" altLang="ko-KR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파이프연산자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%&gt;%,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데이터가공함수 이용 요약집계 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purrr</a:t>
            </a: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purrr</a:t>
            </a: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::summarize(Avg = mean(expense), SD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arrange(desc(Avg))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9CF550EE-49D8-4B71-9D80-A3D7577B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10" y="5525219"/>
            <a:ext cx="316230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3A6CC4C8-0AA8-45B9-ACEB-FBC7FB22F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92" y="2979274"/>
            <a:ext cx="5180152" cy="1704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E292FC1D-BEDA-4EEB-A9D1-E6A00B76F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244" y="4938479"/>
            <a:ext cx="4305300" cy="1295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3717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</a:t>
            </a:r>
            <a:r>
              <a:rPr lang="en-US" altLang="ko-KR" dirty="0"/>
              <a:t>#1 </a:t>
            </a:r>
            <a:r>
              <a:rPr lang="ko-KR" altLang="en-US" dirty="0"/>
              <a:t>시각화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을 요약집계 기준변수로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시각적으로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182E4F29-0217-4174-AC57-CA44A47E8D8A}"/>
              </a:ext>
            </a:extLst>
          </p:cNvPr>
          <p:cNvSpPr/>
          <p:nvPr/>
        </p:nvSpPr>
        <p:spPr>
          <a:xfrm>
            <a:off x="515937" y="2176936"/>
            <a:ext cx="770429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2))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sm.density.compare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사용한 밀도그래프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sm.density.compare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group=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밀도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col=c(2, 3),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3))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title(main="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성별에 따른 지출경비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legend(x=100000, y=0.01, legend=levels(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col=c(2, 3, 4),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3, 4),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="n")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boxplot()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사용한 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성별에 따른 지출경비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col=c(2, 3),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varwidth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=T, notch=T)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8159B82-8B4D-4DD8-8F61-9424AEE1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884" y="2931555"/>
            <a:ext cx="6624179" cy="3019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072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</a:t>
            </a:r>
            <a:r>
              <a:rPr lang="en-US" altLang="ko-KR" dirty="0"/>
              <a:t>#1 </a:t>
            </a:r>
            <a:r>
              <a:rPr lang="ko-KR" altLang="en-US" dirty="0"/>
              <a:t>시각화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시각적으로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6670CB1-946F-4E07-B2D4-B0B904EB0F28}"/>
              </a:ext>
            </a:extLst>
          </p:cNvPr>
          <p:cNvSpPr/>
          <p:nvPr/>
        </p:nvSpPr>
        <p:spPr>
          <a:xfrm>
            <a:off x="515937" y="2176936"/>
            <a:ext cx="75962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멀티프레임에 배치할 개별 그래프 준비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팅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geom_point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(color = "red", shape = 20, size = 2)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모든 데이터를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플로팅하는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geom_jitter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(color = "blue", shape = 8, size = 0.8)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(fill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outlier.color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="orange",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17,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notch = 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바이올린 플롯형태로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geom_violin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(fill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lightpink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용 멀티프레임 생성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0962AF4E-CB9F-487A-974A-7B835983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2379106"/>
            <a:ext cx="5868529" cy="41243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0574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분석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연령대</a:t>
            </a:r>
            <a:r>
              <a:rPr lang="en-US" altLang="ko-KR" dirty="0"/>
              <a:t>(age)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평균</a:t>
            </a:r>
            <a:r>
              <a:rPr lang="en-US" altLang="ko-KR" dirty="0"/>
              <a:t>(mean)</a:t>
            </a:r>
            <a:r>
              <a:rPr lang="ko-KR" altLang="en-US" dirty="0"/>
              <a:t>과 표준편차</a:t>
            </a:r>
            <a:r>
              <a:rPr lang="en-US" altLang="ko-KR" dirty="0"/>
              <a:t>(</a:t>
            </a:r>
            <a:r>
              <a:rPr lang="en-US" altLang="ko-KR" dirty="0" err="1"/>
              <a:t>sd</a:t>
            </a:r>
            <a:r>
              <a:rPr lang="en-US" altLang="ko-KR" dirty="0"/>
              <a:t>)</a:t>
            </a:r>
            <a:r>
              <a:rPr lang="ko-KR" altLang="en-US" dirty="0"/>
              <a:t>를 요약집계 통계함수로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테이블로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182E4F29-0217-4174-AC57-CA44A47E8D8A}"/>
              </a:ext>
            </a:extLst>
          </p:cNvPr>
          <p:cNvSpPr/>
          <p:nvPr/>
        </p:nvSpPr>
        <p:spPr>
          <a:xfrm>
            <a:off x="515937" y="2176936"/>
            <a:ext cx="413990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성별변수 팩터형으로 변환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levels = c(0, 1, 2, 3, 4, 5),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labels = c('5~20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'21~30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'31~40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'41~50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'51~60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'61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세이상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B7647B6-3D74-4780-AF86-E6C8B4BE86A3}"/>
              </a:ext>
            </a:extLst>
          </p:cNvPr>
          <p:cNvSpPr/>
          <p:nvPr/>
        </p:nvSpPr>
        <p:spPr>
          <a:xfrm>
            <a:off x="5231282" y="2176936"/>
            <a:ext cx="619331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요약집계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aggregate(expense ~ age, my, mean, na.rm = TRUE)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TRUE, trim = 0.05)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purrr</a:t>
            </a:r>
            <a:r>
              <a:rPr kumimoji="1" lang="en-US" altLang="ko-KR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파이프연산자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%&gt;%,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데이터가공함수 이용 요약집계 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(‘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purrr</a:t>
            </a:r>
            <a:r>
              <a:rPr kumimoji="1" lang="en-US" altLang="ko-KR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filter(!is.na(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::summarize(Avg = mean(expense), SD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filter(!is.na(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::summarize(Avg = mean(expense), SD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arrange(desc(Avg))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평균지출금액 기준으로 내림차순 정렬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780549E3-B3F2-476D-A4BA-EE337A72E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2" y="3789040"/>
            <a:ext cx="43719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2C4A18E-B2D1-4E65-B062-1478A4B81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2" y="5733256"/>
            <a:ext cx="363855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54F07A6D-E321-4708-B79A-E8ED04AA8B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6847"/>
          <a:stretch/>
        </p:blipFill>
        <p:spPr>
          <a:xfrm>
            <a:off x="6627441" y="2980326"/>
            <a:ext cx="1466850" cy="113367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414EB2C3-933C-4476-9837-D9763A6259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693" b="33667"/>
          <a:stretch/>
        </p:blipFill>
        <p:spPr>
          <a:xfrm>
            <a:off x="8238586" y="2980326"/>
            <a:ext cx="1466850" cy="11161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DA3D99B-181A-40C3-B818-99DE1C7406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725"/>
          <a:stretch/>
        </p:blipFill>
        <p:spPr>
          <a:xfrm>
            <a:off x="9849731" y="2980326"/>
            <a:ext cx="1466850" cy="1137829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DA76F599-107D-4DA7-9711-C46BBB5BD31A}"/>
              </a:ext>
            </a:extLst>
          </p:cNvPr>
          <p:cNvGrpSpPr/>
          <p:nvPr/>
        </p:nvGrpSpPr>
        <p:grpSpPr>
          <a:xfrm>
            <a:off x="8116951" y="4347702"/>
            <a:ext cx="3199630" cy="1126842"/>
            <a:chOff x="8116950" y="4249199"/>
            <a:chExt cx="3698813" cy="130264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xmlns="" id="{BB41F475-8B59-4C09-95E4-3D18B72857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9053"/>
            <a:stretch/>
          </p:blipFill>
          <p:spPr>
            <a:xfrm>
              <a:off x="8116950" y="4249199"/>
              <a:ext cx="1790700" cy="130264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xmlns="" id="{96E835E6-EB8A-4A16-BB48-5A1B4187D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58394" b="660"/>
            <a:stretch/>
          </p:blipFill>
          <p:spPr>
            <a:xfrm>
              <a:off x="10025063" y="4249199"/>
              <a:ext cx="1790700" cy="13026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068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</a:t>
            </a:r>
            <a:r>
              <a:rPr lang="en-US" altLang="ko-KR" dirty="0"/>
              <a:t>#2 </a:t>
            </a:r>
            <a:r>
              <a:rPr lang="ko-KR" altLang="en-US" dirty="0"/>
              <a:t>시각화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연령대</a:t>
            </a:r>
            <a:r>
              <a:rPr lang="en-US" altLang="ko-KR" dirty="0"/>
              <a:t>(age)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시각적으로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182E4F29-0217-4174-AC57-CA44A47E8D8A}"/>
              </a:ext>
            </a:extLst>
          </p:cNvPr>
          <p:cNvSpPr/>
          <p:nvPr/>
        </p:nvSpPr>
        <p:spPr>
          <a:xfrm>
            <a:off x="515937" y="2176936"/>
            <a:ext cx="770429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2))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sm.density.compare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사용한 밀도그래프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sm.density.compare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group=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밀도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col = c(2:7),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c(2:7))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title(main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연령대에 따른 지출경비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legend(x = 100000, y = 0.01, legend = levels(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col = c(2:7),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c(2:7),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"n")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boxplot()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사용한 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연령대에 따른 지출경비 분포비교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갯수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(expense)",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 = c(2:7),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varwidth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T, notch = T)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1))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8DB8C367-7EF6-465E-A9BE-29CBD6CA7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1" y="2722005"/>
            <a:ext cx="6315522" cy="3438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410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변수간 요약집계 </a:t>
            </a:r>
            <a:r>
              <a:rPr lang="en-US" altLang="ko-KR" dirty="0"/>
              <a:t>#2 </a:t>
            </a:r>
            <a:r>
              <a:rPr lang="ko-KR" altLang="en-US" dirty="0"/>
              <a:t>시각화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범주형 변수인 </a:t>
            </a:r>
            <a:r>
              <a:rPr lang="ko-KR" altLang="en-US" dirty="0"/>
              <a:t>연령대</a:t>
            </a:r>
            <a:r>
              <a:rPr lang="en-US" altLang="ko-KR" dirty="0"/>
              <a:t>(age)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 설정해 </a:t>
            </a:r>
            <a:r>
              <a:rPr lang="en-US" altLang="ko-KR" dirty="0"/>
              <a:t>2</a:t>
            </a:r>
            <a:r>
              <a:rPr lang="ko-KR" altLang="en-US" dirty="0"/>
              <a:t>개 변수간 관련성을 시각적으로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6670CB1-946F-4E07-B2D4-B0B904EB0F28}"/>
              </a:ext>
            </a:extLst>
          </p:cNvPr>
          <p:cNvSpPr/>
          <p:nvPr/>
        </p:nvSpPr>
        <p:spPr>
          <a:xfrm>
            <a:off x="515937" y="2176936"/>
            <a:ext cx="75962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멀티프레임에 배치할 개별 그래프 준비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단순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팅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그래프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geom_point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(color = "red", shape = 20, size = 2)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모든 데이터를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플로팅하는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geom_jitter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(color = "blue", shape = 8, size = 0.8)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(fill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outlier.color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="orange",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17,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outlier.size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notch = TRUE)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바이올린 플롯형태로 분포모양을 나타냄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geom_violin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(fill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lightpink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용 멀티프레임 생성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A3AE19C-AB58-4D78-97E8-9997C218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31" y="2379106"/>
            <a:ext cx="5940537" cy="41243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8111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변수간 요약집계 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범주변수인 성별</a:t>
            </a:r>
            <a:r>
              <a:rPr lang="en-US" altLang="ko-KR" dirty="0"/>
              <a:t>(age)·</a:t>
            </a:r>
            <a:r>
              <a:rPr lang="ko-KR" altLang="en-US" dirty="0"/>
              <a:t>연령대</a:t>
            </a:r>
            <a:r>
              <a:rPr lang="en-US" altLang="ko-KR" dirty="0"/>
              <a:t>(age)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r>
              <a:rPr lang="ko-KR" altLang="en-US" dirty="0"/>
              <a:t>연속변수인 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평균</a:t>
            </a:r>
            <a:r>
              <a:rPr lang="en-US" altLang="ko-KR" dirty="0"/>
              <a:t>(mean)</a:t>
            </a:r>
            <a:r>
              <a:rPr lang="ko-KR" altLang="en-US" dirty="0"/>
              <a:t>과 표준편차</a:t>
            </a:r>
            <a:r>
              <a:rPr lang="en-US" altLang="ko-KR" dirty="0"/>
              <a:t>(</a:t>
            </a:r>
            <a:r>
              <a:rPr lang="en-US" altLang="ko-KR" dirty="0" err="1"/>
              <a:t>sd</a:t>
            </a:r>
            <a:r>
              <a:rPr lang="en-US" altLang="ko-KR" dirty="0"/>
              <a:t>)</a:t>
            </a:r>
            <a:r>
              <a:rPr lang="ko-KR" altLang="en-US" dirty="0"/>
              <a:t>를 요약집계 통계함수로 설정해 </a:t>
            </a:r>
            <a:r>
              <a:rPr lang="en-US" altLang="ko-KR" dirty="0"/>
              <a:t>3</a:t>
            </a:r>
            <a:r>
              <a:rPr lang="ko-KR" altLang="en-US" dirty="0"/>
              <a:t>개 변수간 관련성을 테이블로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1BC2D612-D5AC-4E45-8A92-7265E2E8FA61}"/>
              </a:ext>
            </a:extLst>
          </p:cNvPr>
          <p:cNvGrpSpPr/>
          <p:nvPr/>
        </p:nvGrpSpPr>
        <p:grpSpPr>
          <a:xfrm>
            <a:off x="515937" y="2176936"/>
            <a:ext cx="11196687" cy="4528664"/>
            <a:chOff x="515937" y="2176936"/>
            <a:chExt cx="11952214" cy="4528664"/>
          </a:xfrm>
        </p:grpSpPr>
        <p:sp>
          <p:nvSpPr>
            <p:cNvPr id="4" name="사각형: 둥근 모서리 76">
              <a:extLst>
                <a:ext uri="{FF2B5EF4-FFF2-40B4-BE49-F238E27FC236}">
                  <a16:creationId xmlns:a16="http://schemas.microsoft.com/office/drawing/2014/main" xmlns="" id="{182E4F29-0217-4174-AC57-CA44A47E8D8A}"/>
                </a:ext>
              </a:extLst>
            </p:cNvPr>
            <p:cNvSpPr/>
            <p:nvPr/>
          </p:nvSpPr>
          <p:spPr>
            <a:xfrm>
              <a:off x="515937" y="2176936"/>
              <a:ext cx="5904099" cy="4528664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72000" tIns="36000" rIns="72000" bIns="36000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성별과 지출경비간 요약집계를 </a:t>
              </a:r>
              <a:endPara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제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 변수인 연령대에 따라 세분화 요약집계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aggregate(expense ~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gender_f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my, 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mean, na.rm = TRUE, trim = 0.05)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aggregate(expense ~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gender_f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+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age_f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my, 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mean, na.rm = TRUE, trim = 0.05)</a:t>
              </a:r>
            </a:p>
          </p:txBody>
        </p:sp>
        <p:sp>
          <p:nvSpPr>
            <p:cNvPr id="14" name="사각형: 둥근 모서리 76">
              <a:extLst>
                <a:ext uri="{FF2B5EF4-FFF2-40B4-BE49-F238E27FC236}">
                  <a16:creationId xmlns:a16="http://schemas.microsoft.com/office/drawing/2014/main" xmlns="" id="{B5ED5B76-2C7F-4D6E-88D6-57325500B50A}"/>
                </a:ext>
              </a:extLst>
            </p:cNvPr>
            <p:cNvSpPr/>
            <p:nvPr/>
          </p:nvSpPr>
          <p:spPr>
            <a:xfrm>
              <a:off x="6564052" y="2176936"/>
              <a:ext cx="5904099" cy="4528664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72000" tIns="36000" rIns="72000" bIns="36000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연령대와 지출경비간 요약집계를 </a:t>
              </a:r>
              <a:endPara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# 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제</a:t>
              </a:r>
              <a:r>
                <a:rPr kumimoji="1" lang="en-US" altLang="ko-KR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3</a:t>
              </a:r>
              <a:r>
                <a:rPr kumimoji="1" lang="ko-KR" altLang="en-US" sz="1200" b="1" dirty="0">
                  <a:solidFill>
                    <a:srgbClr val="92D05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의 변수인 성별에 따라 세분화 요약집계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aggregate(expense ~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age_f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my, 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mean, na.rm = TRUE, trim = 0.05)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aggregate(expense ~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age_f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+ </a:t>
              </a:r>
              <a:r>
                <a:rPr kumimoji="1" lang="en-US" altLang="ko-KR" sz="1200" b="1" dirty="0" err="1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gender_f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, my, </a:t>
              </a:r>
            </a:p>
            <a:p>
              <a:pPr>
                <a:lnSpc>
                  <a:spcPct val="105000"/>
                </a:lnSpc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         mean, na.rm = TRUE, trim = 0.05)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FF264836-B940-4ADF-9182-6DC8531011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677"/>
          <a:stretch/>
        </p:blipFill>
        <p:spPr>
          <a:xfrm>
            <a:off x="695400" y="3429000"/>
            <a:ext cx="5153025" cy="25460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7490EA13-CFC8-4DF1-BB38-92DA7F780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324"/>
          <a:stretch/>
        </p:blipFill>
        <p:spPr>
          <a:xfrm>
            <a:off x="6370667" y="3429000"/>
            <a:ext cx="5153025" cy="31544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82360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변수간 요약집계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범주변수인 성별</a:t>
            </a:r>
            <a:r>
              <a:rPr lang="en-US" altLang="ko-KR" dirty="0"/>
              <a:t>(age)·</a:t>
            </a:r>
            <a:r>
              <a:rPr lang="ko-KR" altLang="en-US" dirty="0"/>
              <a:t>연령대</a:t>
            </a:r>
            <a:r>
              <a:rPr lang="en-US" altLang="ko-KR" dirty="0"/>
              <a:t>(age)</a:t>
            </a:r>
            <a:r>
              <a:rPr lang="ko-KR" altLang="en-US" dirty="0"/>
              <a:t>를 요약집계 기준변수로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연속변수인 지출경비</a:t>
            </a:r>
            <a:r>
              <a:rPr lang="en-US" altLang="ko-KR" dirty="0"/>
              <a:t>(expense)</a:t>
            </a:r>
            <a:r>
              <a:rPr lang="ko-KR" altLang="en-US" dirty="0"/>
              <a:t>를 요약집계 결과변수로</a:t>
            </a:r>
            <a:r>
              <a:rPr lang="en-US" altLang="ko-KR" dirty="0"/>
              <a:t> </a:t>
            </a:r>
            <a:r>
              <a:rPr lang="ko-KR" altLang="en-US" dirty="0"/>
              <a:t>설정해 변수간 관련성을 시각적으로 </a:t>
            </a:r>
            <a:r>
              <a:rPr lang="ko-KR" altLang="en-US" dirty="0" err="1"/>
              <a:t>비교분석함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182E4F29-0217-4174-AC57-CA44A47E8D8A}"/>
              </a:ext>
            </a:extLst>
          </p:cNvPr>
          <p:cNvSpPr/>
          <p:nvPr/>
        </p:nvSpPr>
        <p:spPr>
          <a:xfrm>
            <a:off x="515937" y="2176936"/>
            <a:ext cx="84963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멀티프레임에 배치할 개별 그래프 준비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expense, color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shape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성별에 따른 지출금액 분포를 연령대별로 세분화해 비교분석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facet_wrap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성별에 따른 지출금액 분포를 연령대별로 분할그래프로 비교분석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expense, color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shape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연령대에 따른 지출금액 분포를 성별로 세분화해 비교분석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facet_wrap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+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연령대에 따른 지출금액 분포를 성별로 분할그래프로 비교분석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용 멀티프레임 생성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D88F157-9518-44AD-83AD-E4BFCFD1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2276474"/>
            <a:ext cx="5112568" cy="4429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3013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JotAG__lEiMhU5YYfSLM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13368</TotalTime>
  <Words>4681</Words>
  <Application>Microsoft Office PowerPoint</Application>
  <PresentationFormat>와이드스크린</PresentationFormat>
  <Paragraphs>810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나눔바른고딕</vt:lpstr>
      <vt:lpstr>휴먼모음T</vt:lpstr>
      <vt:lpstr>Impact</vt:lpstr>
      <vt:lpstr>나눔스퀘어 Bold</vt:lpstr>
      <vt:lpstr>스웨거 TTF</vt:lpstr>
      <vt:lpstr>Arial</vt:lpstr>
      <vt:lpstr>맑은 고딕</vt:lpstr>
      <vt:lpstr>D2Coding</vt:lpstr>
      <vt:lpstr>Office 테마</vt:lpstr>
      <vt:lpstr>PowerPoint 프레젠테이션</vt:lpstr>
      <vt:lpstr>PowerPoint 프레젠테이션</vt:lpstr>
      <vt:lpstr>PowerPoint 프레젠테이션</vt:lpstr>
      <vt:lpstr>범주형 변수간 분석방향성</vt:lpstr>
      <vt:lpstr>범주형 변수컬럼 서브데이터셋 추출</vt:lpstr>
      <vt:lpstr>범주형 변수간 특성분석</vt:lpstr>
      <vt:lpstr>범주형 변수간 요약집계</vt:lpstr>
      <vt:lpstr>범주형 변수간 시각화(1/2)</vt:lpstr>
      <vt:lpstr>범주형 변수간 시각화(2/2)</vt:lpstr>
      <vt:lpstr>다른 범주형 변수간 특성분석</vt:lpstr>
      <vt:lpstr>PowerPoint 프레젠테이션</vt:lpstr>
      <vt:lpstr>연속형 변수간 분석방향성</vt:lpstr>
      <vt:lpstr>연속형 변수컬럼 서브데이터셋 추출</vt:lpstr>
      <vt:lpstr>등간척도 변수간 특성분석</vt:lpstr>
      <vt:lpstr>등간척도 변수간 시각화</vt:lpstr>
      <vt:lpstr>비율척도 변수간 특성분석</vt:lpstr>
      <vt:lpstr>비율척도 변수간 시각화(1/2)</vt:lpstr>
      <vt:lpstr>비율척도 변수간 시각화(2/2)</vt:lpstr>
      <vt:lpstr>PowerPoint 프레젠테이션</vt:lpstr>
      <vt:lpstr>범주형·연속형 변수간 분석방향성</vt:lpstr>
      <vt:lpstr>데이터셋 로딩과 범주형·연속형 변수컬럼명 확인</vt:lpstr>
      <vt:lpstr>2차원 변수간 요약집계 분석 #1</vt:lpstr>
      <vt:lpstr>2차원 변수간 요약집계 #1 시각화(1/2)</vt:lpstr>
      <vt:lpstr>2차원 변수간 요약집계 #1 시각화(2/2)</vt:lpstr>
      <vt:lpstr>2차원 변수간 요약집계 분석 #2</vt:lpstr>
      <vt:lpstr>2차원 변수간 요약집계 #2 시각화(1/2)</vt:lpstr>
      <vt:lpstr>2차원 변수간 요약집계 #2 시각화(2/2)</vt:lpstr>
      <vt:lpstr>3차원 변수간 요약집계 분석</vt:lpstr>
      <vt:lpstr>3차원 변수간 요약집계 시각화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629</cp:revision>
  <dcterms:created xsi:type="dcterms:W3CDTF">2019-01-19T08:23:23Z</dcterms:created>
  <dcterms:modified xsi:type="dcterms:W3CDTF">2020-01-09T02:12:38Z</dcterms:modified>
</cp:coreProperties>
</file>