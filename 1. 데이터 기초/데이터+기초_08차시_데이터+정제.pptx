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31"/>
  </p:notesMasterIdLst>
  <p:handoutMasterIdLst>
    <p:handoutMasterId r:id="rId32"/>
  </p:handoutMasterIdLst>
  <p:sldIdLst>
    <p:sldId id="433" r:id="rId2"/>
    <p:sldId id="434" r:id="rId3"/>
    <p:sldId id="328" r:id="rId4"/>
    <p:sldId id="405" r:id="rId5"/>
    <p:sldId id="379" r:id="rId6"/>
    <p:sldId id="406" r:id="rId7"/>
    <p:sldId id="407" r:id="rId8"/>
    <p:sldId id="408" r:id="rId9"/>
    <p:sldId id="414" r:id="rId10"/>
    <p:sldId id="427" r:id="rId11"/>
    <p:sldId id="415" r:id="rId12"/>
    <p:sldId id="413" r:id="rId13"/>
    <p:sldId id="409" r:id="rId14"/>
    <p:sldId id="416" r:id="rId15"/>
    <p:sldId id="417" r:id="rId16"/>
    <p:sldId id="418" r:id="rId17"/>
    <p:sldId id="421" r:id="rId18"/>
    <p:sldId id="422" r:id="rId19"/>
    <p:sldId id="425" r:id="rId20"/>
    <p:sldId id="423" r:id="rId21"/>
    <p:sldId id="428" r:id="rId22"/>
    <p:sldId id="426" r:id="rId23"/>
    <p:sldId id="429" r:id="rId24"/>
    <p:sldId id="430" r:id="rId25"/>
    <p:sldId id="412" r:id="rId26"/>
    <p:sldId id="419" r:id="rId27"/>
    <p:sldId id="420" r:id="rId28"/>
    <p:sldId id="431" r:id="rId29"/>
    <p:sldId id="432" r:id="rId30"/>
  </p:sldIdLst>
  <p:sldSz cx="12192000" cy="6858000"/>
  <p:notesSz cx="6858000" cy="9144000"/>
  <p:embeddedFontLst>
    <p:embeddedFont>
      <p:font typeface="스웨거 TTF" panose="020B0600000101010101" pitchFamily="50" charset="-127"/>
      <p:regular r:id="rId33"/>
    </p:embeddedFont>
    <p:embeddedFont>
      <p:font typeface="나눔스퀘어 Bold" panose="020B0600000101010101" pitchFamily="50" charset="-127"/>
      <p:bold r:id="rId34"/>
    </p:embeddedFont>
    <p:embeddedFont>
      <p:font typeface="휴먼모음T" panose="02030504000101010101" pitchFamily="18" charset="-127"/>
      <p:regular r:id="rId35"/>
    </p:embeddedFont>
    <p:embeddedFont>
      <p:font typeface="맑은 고딕" panose="020B0503020000020004" pitchFamily="50" charset="-127"/>
      <p:regular r:id="rId36"/>
      <p:bold r:id="rId37"/>
    </p:embeddedFont>
    <p:embeddedFont>
      <p:font typeface="D2Coding" panose="020B0600000101010101" charset="-127"/>
      <p:regular r:id="rId38"/>
      <p:bold r:id="rId39"/>
    </p:embeddedFont>
    <p:embeddedFont>
      <p:font typeface="Webdings" panose="05030102010509060703" pitchFamily="18" charset="2"/>
      <p:regular r:id="rId40"/>
    </p:embeddedFont>
    <p:embeddedFont>
      <p:font typeface="나눔바른고딕" panose="020B0603020101020101" pitchFamily="50" charset="-127"/>
      <p:regular r:id="rId41"/>
      <p:bold r:id="rId42"/>
    </p:embeddedFont>
    <p:embeddedFont>
      <p:font typeface="Impact" panose="020B0806030902050204" pitchFamily="34" charset="0"/>
      <p:regular r:id="rId43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23" userDrawn="1">
          <p15:clr>
            <a:srgbClr val="A4A3A4"/>
          </p15:clr>
        </p15:guide>
        <p15:guide id="6" pos="325" userDrawn="1">
          <p15:clr>
            <a:srgbClr val="A4A3A4"/>
          </p15:clr>
        </p15:guide>
        <p15:guide id="7" orient="horz" pos="981" userDrawn="1">
          <p15:clr>
            <a:srgbClr val="A4A3A4"/>
          </p15:clr>
        </p15:guide>
        <p15:guide id="10" orient="horz" pos="14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FD5EA"/>
    <a:srgbClr val="E9EBF5"/>
    <a:srgbClr val="FBFBFB"/>
    <a:srgbClr val="163E94"/>
    <a:srgbClr val="95D5E1"/>
    <a:srgbClr val="36AAD9"/>
    <a:srgbClr val="173F95"/>
    <a:srgbClr val="000000"/>
    <a:srgbClr val="9D6D6C"/>
    <a:srgbClr val="23232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75" autoAdjust="0"/>
    <p:restoredTop sz="94660"/>
  </p:normalViewPr>
  <p:slideViewPr>
    <p:cSldViewPr>
      <p:cViewPr varScale="1">
        <p:scale>
          <a:sx n="96" d="100"/>
          <a:sy n="96" d="100"/>
        </p:scale>
        <p:origin x="90" y="78"/>
      </p:cViewPr>
      <p:guideLst>
        <p:guide orient="horz" pos="323"/>
        <p:guide pos="325"/>
        <p:guide orient="horz" pos="981"/>
        <p:guide orient="horz" pos="1434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50" d="100"/>
        <a:sy n="150" d="100"/>
      </p:scale>
      <p:origin x="0" y="-3786"/>
    </p:cViewPr>
  </p:sorterViewPr>
  <p:notesViewPr>
    <p:cSldViewPr>
      <p:cViewPr varScale="1">
        <p:scale>
          <a:sx n="85" d="100"/>
          <a:sy n="85" d="100"/>
        </p:scale>
        <p:origin x="2952" y="90"/>
      </p:cViewPr>
      <p:guideLst/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font" Target="fonts/font2.fntdata"/><Relationship Id="rId42" Type="http://schemas.openxmlformats.org/officeDocument/2006/relationships/font" Target="fonts/font10.fntdata"/><Relationship Id="rId47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1.fntdata"/><Relationship Id="rId38" Type="http://schemas.openxmlformats.org/officeDocument/2006/relationships/font" Target="fonts/font6.fntdata"/><Relationship Id="rId46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9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handoutMaster" Target="handoutMasters/handoutMaster1.xml"/><Relationship Id="rId37" Type="http://schemas.openxmlformats.org/officeDocument/2006/relationships/font" Target="fonts/font5.fntdata"/><Relationship Id="rId40" Type="http://schemas.openxmlformats.org/officeDocument/2006/relationships/font" Target="fonts/font8.fntdata"/><Relationship Id="rId45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notesMaster" Target="notesMasters/notesMaster1.xml"/><Relationship Id="rId44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3.fntdata"/><Relationship Id="rId43" Type="http://schemas.openxmlformats.org/officeDocument/2006/relationships/font" Target="fonts/font11.fntdata"/><Relationship Id="rId48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hoi Jeomki" userId="f1912f8b0928b9f1" providerId="LiveId" clId="{D8FB46F6-7F0E-4535-B1A9-CD101ADCF625}"/>
    <pc:docChg chg="undo custSel addSld delSld modSld sldOrd">
      <pc:chgData name="Choi Jeomki" userId="f1912f8b0928b9f1" providerId="LiveId" clId="{D8FB46F6-7F0E-4535-B1A9-CD101ADCF625}" dt="2019-03-07T07:54:09.999" v="18395" actId="1036"/>
      <pc:docMkLst>
        <pc:docMk/>
      </pc:docMkLst>
      <pc:sldChg chg="modSp">
        <pc:chgData name="Choi Jeomki" userId="f1912f8b0928b9f1" providerId="LiveId" clId="{D8FB46F6-7F0E-4535-B1A9-CD101ADCF625}" dt="2019-02-24T23:52:19.267" v="18184" actId="115"/>
        <pc:sldMkLst>
          <pc:docMk/>
          <pc:sldMk cId="2342380751" sldId="328"/>
        </pc:sldMkLst>
        <pc:spChg chg="mod">
          <ac:chgData name="Choi Jeomki" userId="f1912f8b0928b9f1" providerId="LiveId" clId="{D8FB46F6-7F0E-4535-B1A9-CD101ADCF625}" dt="2019-02-24T23:52:19.267" v="18184" actId="115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D8FB46F6-7F0E-4535-B1A9-CD101ADCF625}" dt="2019-02-22T15:19:36.969" v="29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D8FB46F6-7F0E-4535-B1A9-CD101ADCF625}" dt="2019-02-22T15:19:40.931" v="51"/>
          <ac:spMkLst>
            <pc:docMk/>
            <pc:sldMk cId="2342380751" sldId="328"/>
            <ac:spMk id="37" creationId="{6A062C83-2067-45C1-AF2B-F40BD29AA2AB}"/>
          </ac:spMkLst>
        </pc:spChg>
      </pc:sldChg>
      <pc:sldChg chg="addSp delSp modSp">
        <pc:chgData name="Choi Jeomki" userId="f1912f8b0928b9f1" providerId="LiveId" clId="{D8FB46F6-7F0E-4535-B1A9-CD101ADCF625}" dt="2019-02-23T06:32:16.671" v="12710" actId="313"/>
        <pc:sldMkLst>
          <pc:docMk/>
          <pc:sldMk cId="3368062862" sldId="379"/>
        </pc:sldMkLst>
        <pc:spChg chg="mod">
          <ac:chgData name="Choi Jeomki" userId="f1912f8b0928b9f1" providerId="LiveId" clId="{D8FB46F6-7F0E-4535-B1A9-CD101ADCF625}" dt="2019-02-22T16:40:24.128" v="2906"/>
          <ac:spMkLst>
            <pc:docMk/>
            <pc:sldMk cId="3368062862" sldId="379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3:28:55.705" v="7953"/>
          <ac:spMkLst>
            <pc:docMk/>
            <pc:sldMk cId="3368062862" sldId="379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2T16:39:42.152" v="2689" actId="1037"/>
          <ac:spMkLst>
            <pc:docMk/>
            <pc:sldMk cId="3368062862" sldId="379"/>
            <ac:spMk id="5" creationId="{A339D399-F722-4686-9D90-0D79D02B6F96}"/>
          </ac:spMkLst>
        </pc:spChg>
        <pc:spChg chg="mod">
          <ac:chgData name="Choi Jeomki" userId="f1912f8b0928b9f1" providerId="LiveId" clId="{D8FB46F6-7F0E-4535-B1A9-CD101ADCF625}" dt="2019-02-23T06:32:16.671" v="12710" actId="313"/>
          <ac:spMkLst>
            <pc:docMk/>
            <pc:sldMk cId="3368062862" sldId="379"/>
            <ac:spMk id="8" creationId="{D6004900-81E4-425F-9F1B-B8A115D9A8CE}"/>
          </ac:spMkLst>
        </pc:spChg>
        <pc:picChg chg="del">
          <ac:chgData name="Choi Jeomki" userId="f1912f8b0928b9f1" providerId="LiveId" clId="{D8FB46F6-7F0E-4535-B1A9-CD101ADCF625}" dt="2019-02-22T18:27:01.572" v="3097" actId="478"/>
          <ac:picMkLst>
            <pc:docMk/>
            <pc:sldMk cId="3368062862" sldId="379"/>
            <ac:picMk id="4" creationId="{51F97D33-4DEF-4932-90DE-8F9D7944AFB6}"/>
          </ac:picMkLst>
        </pc:picChg>
        <pc:picChg chg="add mod">
          <ac:chgData name="Choi Jeomki" userId="f1912f8b0928b9f1" providerId="LiveId" clId="{D8FB46F6-7F0E-4535-B1A9-CD101ADCF625}" dt="2019-02-22T18:32:31.193" v="3217" actId="1038"/>
          <ac:picMkLst>
            <pc:docMk/>
            <pc:sldMk cId="3368062862" sldId="379"/>
            <ac:picMk id="6" creationId="{39BBFE57-B2C1-419F-9814-6E63519919A9}"/>
          </ac:picMkLst>
        </pc:picChg>
        <pc:picChg chg="add mod">
          <ac:chgData name="Choi Jeomki" userId="f1912f8b0928b9f1" providerId="LiveId" clId="{D8FB46F6-7F0E-4535-B1A9-CD101ADCF625}" dt="2019-02-22T18:32:28.316" v="3213" actId="1038"/>
          <ac:picMkLst>
            <pc:docMk/>
            <pc:sldMk cId="3368062862" sldId="379"/>
            <ac:picMk id="7" creationId="{72B575F2-2FB0-4B47-9AF1-FBD30331AA9C}"/>
          </ac:picMkLst>
        </pc:picChg>
        <pc:picChg chg="mod">
          <ac:chgData name="Choi Jeomki" userId="f1912f8b0928b9f1" providerId="LiveId" clId="{D8FB46F6-7F0E-4535-B1A9-CD101ADCF625}" dt="2019-02-22T18:32:03.042" v="3199" actId="208"/>
          <ac:picMkLst>
            <pc:docMk/>
            <pc:sldMk cId="3368062862" sldId="379"/>
            <ac:picMk id="9" creationId="{77C4F66C-731D-407A-BBEC-7DD6051D7F9C}"/>
          </ac:picMkLst>
        </pc:picChg>
        <pc:picChg chg="add mod">
          <ac:chgData name="Choi Jeomki" userId="f1912f8b0928b9f1" providerId="LiveId" clId="{D8FB46F6-7F0E-4535-B1A9-CD101ADCF625}" dt="2019-02-22T18:32:42.339" v="3236" actId="1035"/>
          <ac:picMkLst>
            <pc:docMk/>
            <pc:sldMk cId="3368062862" sldId="379"/>
            <ac:picMk id="10" creationId="{9D575C20-FE7E-43F0-91A9-B4ED3EBE6778}"/>
          </ac:picMkLst>
        </pc:picChg>
        <pc:picChg chg="add mod">
          <ac:chgData name="Choi Jeomki" userId="f1912f8b0928b9f1" providerId="LiveId" clId="{D8FB46F6-7F0E-4535-B1A9-CD101ADCF625}" dt="2019-02-22T18:32:28.316" v="3213" actId="1038"/>
          <ac:picMkLst>
            <pc:docMk/>
            <pc:sldMk cId="3368062862" sldId="379"/>
            <ac:picMk id="11" creationId="{C58723BB-E851-4F11-9C67-265FCB604B6B}"/>
          </ac:picMkLst>
        </pc:picChg>
        <pc:picChg chg="del">
          <ac:chgData name="Choi Jeomki" userId="f1912f8b0928b9f1" providerId="LiveId" clId="{D8FB46F6-7F0E-4535-B1A9-CD101ADCF625}" dt="2019-02-22T18:27:01.572" v="3097" actId="478"/>
          <ac:picMkLst>
            <pc:docMk/>
            <pc:sldMk cId="3368062862" sldId="379"/>
            <ac:picMk id="14" creationId="{EF302C6B-63E3-40E9-AB89-D32AB1100612}"/>
          </ac:picMkLst>
        </pc:picChg>
        <pc:picChg chg="del">
          <ac:chgData name="Choi Jeomki" userId="f1912f8b0928b9f1" providerId="LiveId" clId="{D8FB46F6-7F0E-4535-B1A9-CD101ADCF625}" dt="2019-02-22T18:27:01.572" v="3097" actId="478"/>
          <ac:picMkLst>
            <pc:docMk/>
            <pc:sldMk cId="3368062862" sldId="379"/>
            <ac:picMk id="15" creationId="{9672C854-8E3A-4CA8-9140-3B4947D681F1}"/>
          </ac:picMkLst>
        </pc:picChg>
      </pc:sldChg>
      <pc:sldChg chg="addSp delSp modSp">
        <pc:chgData name="Choi Jeomki" userId="f1912f8b0928b9f1" providerId="LiveId" clId="{D8FB46F6-7F0E-4535-B1A9-CD101ADCF625}" dt="2019-02-23T15:51:02.030" v="15305"/>
        <pc:sldMkLst>
          <pc:docMk/>
          <pc:sldMk cId="425626669" sldId="405"/>
        </pc:sldMkLst>
        <pc:spChg chg="mod">
          <ac:chgData name="Choi Jeomki" userId="f1912f8b0928b9f1" providerId="LiveId" clId="{D8FB46F6-7F0E-4535-B1A9-CD101ADCF625}" dt="2019-02-22T15:39:47.502" v="218"/>
          <ac:spMkLst>
            <pc:docMk/>
            <pc:sldMk cId="425626669" sldId="405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19:47:33.904" v="5280" actId="5793"/>
          <ac:spMkLst>
            <pc:docMk/>
            <pc:sldMk cId="425626669" sldId="405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2T16:37:05.996" v="2633" actId="1036"/>
          <ac:spMkLst>
            <pc:docMk/>
            <pc:sldMk cId="425626669" sldId="405"/>
            <ac:spMk id="19" creationId="{1676B505-3A8C-4C4E-954F-0F9C9FA165FD}"/>
          </ac:spMkLst>
        </pc:spChg>
        <pc:spChg chg="mod">
          <ac:chgData name="Choi Jeomki" userId="f1912f8b0928b9f1" providerId="LiveId" clId="{D8FB46F6-7F0E-4535-B1A9-CD101ADCF625}" dt="2019-02-22T20:58:07.537" v="7911" actId="20577"/>
          <ac:spMkLst>
            <pc:docMk/>
            <pc:sldMk cId="425626669" sldId="405"/>
            <ac:spMk id="20" creationId="{1CC67DDD-A2E6-4908-A523-C5E28C2014C6}"/>
          </ac:spMkLst>
        </pc:spChg>
        <pc:spChg chg="del mod">
          <ac:chgData name="Choi Jeomki" userId="f1912f8b0928b9f1" providerId="LiveId" clId="{D8FB46F6-7F0E-4535-B1A9-CD101ADCF625}" dt="2019-02-23T15:48:52.270" v="15193" actId="478"/>
          <ac:spMkLst>
            <pc:docMk/>
            <pc:sldMk cId="425626669" sldId="405"/>
            <ac:spMk id="21" creationId="{C2373626-04D2-4B63-A2A1-4F1E88AC7F94}"/>
          </ac:spMkLst>
        </pc:spChg>
        <pc:spChg chg="mod">
          <ac:chgData name="Choi Jeomki" userId="f1912f8b0928b9f1" providerId="LiveId" clId="{D8FB46F6-7F0E-4535-B1A9-CD101ADCF625}" dt="2019-02-22T16:03:53.647" v="563" actId="20577"/>
          <ac:spMkLst>
            <pc:docMk/>
            <pc:sldMk cId="425626669" sldId="405"/>
            <ac:spMk id="22" creationId="{DD287236-34BD-4067-97EA-54E9723D152E}"/>
          </ac:spMkLst>
        </pc:spChg>
        <pc:spChg chg="mod">
          <ac:chgData name="Choi Jeomki" userId="f1912f8b0928b9f1" providerId="LiveId" clId="{D8FB46F6-7F0E-4535-B1A9-CD101ADCF625}" dt="2019-02-22T15:39:13.895" v="168" actId="20577"/>
          <ac:spMkLst>
            <pc:docMk/>
            <pc:sldMk cId="425626669" sldId="405"/>
            <ac:spMk id="25" creationId="{3D5D45AC-541E-4CF2-B2FA-F20F4ACF5FEC}"/>
          </ac:spMkLst>
        </pc:spChg>
        <pc:spChg chg="mod">
          <ac:chgData name="Choi Jeomki" userId="f1912f8b0928b9f1" providerId="LiveId" clId="{D8FB46F6-7F0E-4535-B1A9-CD101ADCF625}" dt="2019-02-22T15:39:27.978" v="186" actId="20577"/>
          <ac:spMkLst>
            <pc:docMk/>
            <pc:sldMk cId="425626669" sldId="405"/>
            <ac:spMk id="30" creationId="{AF830C43-2089-4A09-93CD-4442D4B4705C}"/>
          </ac:spMkLst>
        </pc:spChg>
        <pc:spChg chg="mod">
          <ac:chgData name="Choi Jeomki" userId="f1912f8b0928b9f1" providerId="LiveId" clId="{D8FB46F6-7F0E-4535-B1A9-CD101ADCF625}" dt="2019-02-22T15:39:21.177" v="183" actId="20577"/>
          <ac:spMkLst>
            <pc:docMk/>
            <pc:sldMk cId="425626669" sldId="405"/>
            <ac:spMk id="35" creationId="{3604002B-AF08-471C-8E4C-9D9A875670A5}"/>
          </ac:spMkLst>
        </pc:spChg>
        <pc:spChg chg="del">
          <ac:chgData name="Choi Jeomki" userId="f1912f8b0928b9f1" providerId="LiveId" clId="{D8FB46F6-7F0E-4535-B1A9-CD101ADCF625}" dt="2019-02-22T16:06:18.943" v="571" actId="478"/>
          <ac:spMkLst>
            <pc:docMk/>
            <pc:sldMk cId="425626669" sldId="405"/>
            <ac:spMk id="38" creationId="{03B684B0-55D9-41F4-9361-DC3A01385238}"/>
          </ac:spMkLst>
        </pc:spChg>
        <pc:spChg chg="mod">
          <ac:chgData name="Choi Jeomki" userId="f1912f8b0928b9f1" providerId="LiveId" clId="{D8FB46F6-7F0E-4535-B1A9-CD101ADCF625}" dt="2019-02-22T16:37:02.667" v="2627" actId="1035"/>
          <ac:spMkLst>
            <pc:docMk/>
            <pc:sldMk cId="425626669" sldId="405"/>
            <ac:spMk id="39" creationId="{1CE92A92-49EB-4CAB-A3BA-1E62BF464F71}"/>
          </ac:spMkLst>
        </pc:spChg>
        <pc:spChg chg="del">
          <ac:chgData name="Choi Jeomki" userId="f1912f8b0928b9f1" providerId="LiveId" clId="{D8FB46F6-7F0E-4535-B1A9-CD101ADCF625}" dt="2019-02-22T16:05:57.556" v="564" actId="478"/>
          <ac:spMkLst>
            <pc:docMk/>
            <pc:sldMk cId="425626669" sldId="405"/>
            <ac:spMk id="42" creationId="{4890DA7A-6799-4D3B-896B-3C7C173A2010}"/>
          </ac:spMkLst>
        </pc:spChg>
        <pc:spChg chg="mod">
          <ac:chgData name="Choi Jeomki" userId="f1912f8b0928b9f1" providerId="LiveId" clId="{D8FB46F6-7F0E-4535-B1A9-CD101ADCF625}" dt="2019-02-22T15:38:34.896" v="91"/>
          <ac:spMkLst>
            <pc:docMk/>
            <pc:sldMk cId="425626669" sldId="405"/>
            <ac:spMk id="44" creationId="{16F08C8C-1E03-4246-8752-D4A1F8D451A2}"/>
          </ac:spMkLst>
        </pc:spChg>
        <pc:spChg chg="add">
          <ac:chgData name="Choi Jeomki" userId="f1912f8b0928b9f1" providerId="LiveId" clId="{D8FB46F6-7F0E-4535-B1A9-CD101ADCF625}" dt="2019-02-22T16:05:58.041" v="565"/>
          <ac:spMkLst>
            <pc:docMk/>
            <pc:sldMk cId="425626669" sldId="405"/>
            <ac:spMk id="46" creationId="{E25CA818-829E-4D60-A241-49764B43BD03}"/>
          </ac:spMkLst>
        </pc:spChg>
        <pc:spChg chg="mod">
          <ac:chgData name="Choi Jeomki" userId="f1912f8b0928b9f1" providerId="LiveId" clId="{D8FB46F6-7F0E-4535-B1A9-CD101ADCF625}" dt="2019-02-22T16:37:14.411" v="2634" actId="14100"/>
          <ac:spMkLst>
            <pc:docMk/>
            <pc:sldMk cId="425626669" sldId="405"/>
            <ac:spMk id="47" creationId="{30EA2BE5-E3E0-4BDC-9F72-423DEAF56A0B}"/>
          </ac:spMkLst>
        </pc:spChg>
        <pc:spChg chg="mod">
          <ac:chgData name="Choi Jeomki" userId="f1912f8b0928b9f1" providerId="LiveId" clId="{D8FB46F6-7F0E-4535-B1A9-CD101ADCF625}" dt="2019-02-22T16:37:17.999" v="2635" actId="14100"/>
          <ac:spMkLst>
            <pc:docMk/>
            <pc:sldMk cId="425626669" sldId="405"/>
            <ac:spMk id="48" creationId="{613ACBD4-7434-4D19-B977-ECDD3681E992}"/>
          </ac:spMkLst>
        </pc:spChg>
        <pc:spChg chg="add mod">
          <ac:chgData name="Choi Jeomki" userId="f1912f8b0928b9f1" providerId="LiveId" clId="{D8FB46F6-7F0E-4535-B1A9-CD101ADCF625}" dt="2019-02-22T17:22:33.215" v="3096" actId="20577"/>
          <ac:spMkLst>
            <pc:docMk/>
            <pc:sldMk cId="425626669" sldId="405"/>
            <ac:spMk id="49" creationId="{E70B4071-3795-425C-922C-617DB1AF8C94}"/>
          </ac:spMkLst>
        </pc:spChg>
        <pc:spChg chg="add mod">
          <ac:chgData name="Choi Jeomki" userId="f1912f8b0928b9f1" providerId="LiveId" clId="{D8FB46F6-7F0E-4535-B1A9-CD101ADCF625}" dt="2019-02-22T19:53:27.090" v="5390" actId="20577"/>
          <ac:spMkLst>
            <pc:docMk/>
            <pc:sldMk cId="425626669" sldId="405"/>
            <ac:spMk id="50" creationId="{B99958D9-53B2-4B72-812C-4865943CDD0C}"/>
          </ac:spMkLst>
        </pc:spChg>
        <pc:spChg chg="add del mod">
          <ac:chgData name="Choi Jeomki" userId="f1912f8b0928b9f1" providerId="LiveId" clId="{D8FB46F6-7F0E-4535-B1A9-CD101ADCF625}" dt="2019-02-23T15:51:01.584" v="15304" actId="478"/>
          <ac:spMkLst>
            <pc:docMk/>
            <pc:sldMk cId="425626669" sldId="405"/>
            <ac:spMk id="51" creationId="{6628CE5E-BCA6-47DE-A54B-6EC5F8269231}"/>
          </ac:spMkLst>
        </pc:spChg>
        <pc:spChg chg="add">
          <ac:chgData name="Choi Jeomki" userId="f1912f8b0928b9f1" providerId="LiveId" clId="{D8FB46F6-7F0E-4535-B1A9-CD101ADCF625}" dt="2019-02-23T15:51:02.030" v="15305"/>
          <ac:spMkLst>
            <pc:docMk/>
            <pc:sldMk cId="425626669" sldId="405"/>
            <ac:spMk id="57" creationId="{AC85BFB9-6410-4FEB-89A4-F8FCED496BB0}"/>
          </ac:spMkLst>
        </pc:spChg>
        <pc:grpChg chg="del mod">
          <ac:chgData name="Choi Jeomki" userId="f1912f8b0928b9f1" providerId="LiveId" clId="{D8FB46F6-7F0E-4535-B1A9-CD101ADCF625}" dt="2019-02-23T15:51:01.584" v="15304" actId="478"/>
          <ac:grpSpMkLst>
            <pc:docMk/>
            <pc:sldMk cId="425626669" sldId="405"/>
            <ac:grpSpMk id="11" creationId="{33E9CC24-682A-47E7-9C2A-6D7F6668D6B2}"/>
          </ac:grpSpMkLst>
        </pc:grpChg>
        <pc:grpChg chg="add">
          <ac:chgData name="Choi Jeomki" userId="f1912f8b0928b9f1" providerId="LiveId" clId="{D8FB46F6-7F0E-4535-B1A9-CD101ADCF625}" dt="2019-02-23T15:51:02.030" v="15305"/>
          <ac:grpSpMkLst>
            <pc:docMk/>
            <pc:sldMk cId="425626669" sldId="405"/>
            <ac:grpSpMk id="52" creationId="{AFE9A39E-95DD-47E8-A2CA-A5F0EE325E83}"/>
          </ac:grpSpMkLst>
        </pc:grpChg>
        <pc:cxnChg chg="del">
          <ac:chgData name="Choi Jeomki" userId="f1912f8b0928b9f1" providerId="LiveId" clId="{D8FB46F6-7F0E-4535-B1A9-CD101ADCF625}" dt="2019-02-22T16:05:57.556" v="564" actId="478"/>
          <ac:cxnSpMkLst>
            <pc:docMk/>
            <pc:sldMk cId="425626669" sldId="405"/>
            <ac:cxnSpMk id="33" creationId="{5498E9F7-F5A9-4E32-8BE1-EA09A47B301A}"/>
          </ac:cxnSpMkLst>
        </pc:cxnChg>
        <pc:cxnChg chg="add">
          <ac:chgData name="Choi Jeomki" userId="f1912f8b0928b9f1" providerId="LiveId" clId="{D8FB46F6-7F0E-4535-B1A9-CD101ADCF625}" dt="2019-02-22T16:05:58.041" v="565"/>
          <ac:cxnSpMkLst>
            <pc:docMk/>
            <pc:sldMk cId="425626669" sldId="405"/>
            <ac:cxnSpMk id="40" creationId="{681A1A18-D7A4-4621-B25D-B5E747A0986F}"/>
          </ac:cxnSpMkLst>
        </pc:cxnChg>
        <pc:cxnChg chg="del">
          <ac:chgData name="Choi Jeomki" userId="f1912f8b0928b9f1" providerId="LiveId" clId="{D8FB46F6-7F0E-4535-B1A9-CD101ADCF625}" dt="2019-02-22T16:05:57.556" v="564" actId="478"/>
          <ac:cxnSpMkLst>
            <pc:docMk/>
            <pc:sldMk cId="425626669" sldId="405"/>
            <ac:cxnSpMk id="41" creationId="{32C8B8BF-F6BC-4A57-9FEC-83D8C7EA4CB5}"/>
          </ac:cxnSpMkLst>
        </pc:cxnChg>
        <pc:cxnChg chg="add">
          <ac:chgData name="Choi Jeomki" userId="f1912f8b0928b9f1" providerId="LiveId" clId="{D8FB46F6-7F0E-4535-B1A9-CD101ADCF625}" dt="2019-02-22T16:05:58.041" v="565"/>
          <ac:cxnSpMkLst>
            <pc:docMk/>
            <pc:sldMk cId="425626669" sldId="405"/>
            <ac:cxnSpMk id="43" creationId="{E3A54D34-E042-4E8A-BA86-218A0D1C4077}"/>
          </ac:cxnSpMkLst>
        </pc:cxnChg>
      </pc:sldChg>
      <pc:sldChg chg="addSp delSp modSp add">
        <pc:chgData name="Choi Jeomki" userId="f1912f8b0928b9f1" providerId="LiveId" clId="{D8FB46F6-7F0E-4535-B1A9-CD101ADCF625}" dt="2019-02-22T18:39:35.889" v="3637"/>
        <pc:sldMkLst>
          <pc:docMk/>
          <pc:sldMk cId="3934382274" sldId="406"/>
        </pc:sldMkLst>
        <pc:spChg chg="mod">
          <ac:chgData name="Choi Jeomki" userId="f1912f8b0928b9f1" providerId="LiveId" clId="{D8FB46F6-7F0E-4535-B1A9-CD101ADCF625}" dt="2019-02-22T18:33:48.782" v="3318"/>
          <ac:spMkLst>
            <pc:docMk/>
            <pc:sldMk cId="3934382274" sldId="406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18:39:35.889" v="3637"/>
          <ac:spMkLst>
            <pc:docMk/>
            <pc:sldMk cId="3934382274" sldId="406"/>
            <ac:spMk id="3" creationId="{00000000-0000-0000-0000-000000000000}"/>
          </ac:spMkLst>
        </pc:spChg>
        <pc:spChg chg="del">
          <ac:chgData name="Choi Jeomki" userId="f1912f8b0928b9f1" providerId="LiveId" clId="{D8FB46F6-7F0E-4535-B1A9-CD101ADCF625}" dt="2019-02-22T18:33:00.607" v="3239" actId="478"/>
          <ac:spMkLst>
            <pc:docMk/>
            <pc:sldMk cId="3934382274" sldId="406"/>
            <ac:spMk id="5" creationId="{A339D399-F722-4686-9D90-0D79D02B6F96}"/>
          </ac:spMkLst>
        </pc:spChg>
        <pc:spChg chg="del">
          <ac:chgData name="Choi Jeomki" userId="f1912f8b0928b9f1" providerId="LiveId" clId="{D8FB46F6-7F0E-4535-B1A9-CD101ADCF625}" dt="2019-02-22T18:33:00.607" v="3239" actId="478"/>
          <ac:spMkLst>
            <pc:docMk/>
            <pc:sldMk cId="3934382274" sldId="406"/>
            <ac:spMk id="8" creationId="{D6004900-81E4-425F-9F1B-B8A115D9A8CE}"/>
          </ac:spMkLst>
        </pc:spChg>
        <pc:spChg chg="add mod">
          <ac:chgData name="Choi Jeomki" userId="f1912f8b0928b9f1" providerId="LiveId" clId="{D8FB46F6-7F0E-4535-B1A9-CD101ADCF625}" dt="2019-02-22T18:37:28.103" v="3414" actId="14100"/>
          <ac:spMkLst>
            <pc:docMk/>
            <pc:sldMk cId="3934382274" sldId="406"/>
            <ac:spMk id="12" creationId="{2EE29FA0-725A-40EE-A5A4-D43239B622EC}"/>
          </ac:spMkLst>
        </pc:spChg>
        <pc:spChg chg="add mod">
          <ac:chgData name="Choi Jeomki" userId="f1912f8b0928b9f1" providerId="LiveId" clId="{D8FB46F6-7F0E-4535-B1A9-CD101ADCF625}" dt="2019-02-22T18:38:44.727" v="3440" actId="14100"/>
          <ac:spMkLst>
            <pc:docMk/>
            <pc:sldMk cId="3934382274" sldId="406"/>
            <ac:spMk id="15" creationId="{6CBB1D4D-C36C-4ED6-97B3-BC81EC8175B5}"/>
          </ac:spMkLst>
        </pc:spChg>
        <pc:picChg chg="add mod">
          <ac:chgData name="Choi Jeomki" userId="f1912f8b0928b9f1" providerId="LiveId" clId="{D8FB46F6-7F0E-4535-B1A9-CD101ADCF625}" dt="2019-02-22T18:39:03.842" v="3447" actId="208"/>
          <ac:picMkLst>
            <pc:docMk/>
            <pc:sldMk cId="3934382274" sldId="406"/>
            <ac:picMk id="4" creationId="{FA78C714-E1D6-4B16-8DDB-A32B8FB0BE58}"/>
          </ac:picMkLst>
        </pc:picChg>
        <pc:picChg chg="del">
          <ac:chgData name="Choi Jeomki" userId="f1912f8b0928b9f1" providerId="LiveId" clId="{D8FB46F6-7F0E-4535-B1A9-CD101ADCF625}" dt="2019-02-22T18:33:00.607" v="3239" actId="478"/>
          <ac:picMkLst>
            <pc:docMk/>
            <pc:sldMk cId="3934382274" sldId="406"/>
            <ac:picMk id="6" creationId="{39BBFE57-B2C1-419F-9814-6E63519919A9}"/>
          </ac:picMkLst>
        </pc:picChg>
        <pc:picChg chg="del">
          <ac:chgData name="Choi Jeomki" userId="f1912f8b0928b9f1" providerId="LiveId" clId="{D8FB46F6-7F0E-4535-B1A9-CD101ADCF625}" dt="2019-02-22T18:33:00.607" v="3239" actId="478"/>
          <ac:picMkLst>
            <pc:docMk/>
            <pc:sldMk cId="3934382274" sldId="406"/>
            <ac:picMk id="7" creationId="{72B575F2-2FB0-4B47-9AF1-FBD30331AA9C}"/>
          </ac:picMkLst>
        </pc:picChg>
        <pc:picChg chg="del">
          <ac:chgData name="Choi Jeomki" userId="f1912f8b0928b9f1" providerId="LiveId" clId="{D8FB46F6-7F0E-4535-B1A9-CD101ADCF625}" dt="2019-02-22T18:33:00.607" v="3239" actId="478"/>
          <ac:picMkLst>
            <pc:docMk/>
            <pc:sldMk cId="3934382274" sldId="406"/>
            <ac:picMk id="9" creationId="{77C4F66C-731D-407A-BBEC-7DD6051D7F9C}"/>
          </ac:picMkLst>
        </pc:picChg>
        <pc:picChg chg="del">
          <ac:chgData name="Choi Jeomki" userId="f1912f8b0928b9f1" providerId="LiveId" clId="{D8FB46F6-7F0E-4535-B1A9-CD101ADCF625}" dt="2019-02-22T18:33:00.607" v="3239" actId="478"/>
          <ac:picMkLst>
            <pc:docMk/>
            <pc:sldMk cId="3934382274" sldId="406"/>
            <ac:picMk id="10" creationId="{9D575C20-FE7E-43F0-91A9-B4ED3EBE6778}"/>
          </ac:picMkLst>
        </pc:picChg>
        <pc:picChg chg="del">
          <ac:chgData name="Choi Jeomki" userId="f1912f8b0928b9f1" providerId="LiveId" clId="{D8FB46F6-7F0E-4535-B1A9-CD101ADCF625}" dt="2019-02-22T18:33:00.607" v="3239" actId="478"/>
          <ac:picMkLst>
            <pc:docMk/>
            <pc:sldMk cId="3934382274" sldId="406"/>
            <ac:picMk id="11" creationId="{C58723BB-E851-4F11-9C67-265FCB604B6B}"/>
          </ac:picMkLst>
        </pc:picChg>
        <pc:picChg chg="add mod modCrop">
          <ac:chgData name="Choi Jeomki" userId="f1912f8b0928b9f1" providerId="LiveId" clId="{D8FB46F6-7F0E-4535-B1A9-CD101ADCF625}" dt="2019-02-22T18:39:03.842" v="3447" actId="208"/>
          <ac:picMkLst>
            <pc:docMk/>
            <pc:sldMk cId="3934382274" sldId="406"/>
            <ac:picMk id="13" creationId="{FD3203BC-FC64-484C-B4F4-61FCD6CEBFCC}"/>
          </ac:picMkLst>
        </pc:picChg>
        <pc:picChg chg="add mod modCrop">
          <ac:chgData name="Choi Jeomki" userId="f1912f8b0928b9f1" providerId="LiveId" clId="{D8FB46F6-7F0E-4535-B1A9-CD101ADCF625}" dt="2019-02-22T18:39:03.842" v="3447" actId="208"/>
          <ac:picMkLst>
            <pc:docMk/>
            <pc:sldMk cId="3934382274" sldId="406"/>
            <ac:picMk id="14" creationId="{EDD4343D-8C4E-43FB-B64E-2E0817A74526}"/>
          </ac:picMkLst>
        </pc:picChg>
        <pc:picChg chg="add mod">
          <ac:chgData name="Choi Jeomki" userId="f1912f8b0928b9f1" providerId="LiveId" clId="{D8FB46F6-7F0E-4535-B1A9-CD101ADCF625}" dt="2019-02-22T18:39:03.842" v="3447" actId="208"/>
          <ac:picMkLst>
            <pc:docMk/>
            <pc:sldMk cId="3934382274" sldId="406"/>
            <ac:picMk id="16" creationId="{A2C79CCE-FBAB-475F-AEB0-FD1A2C05E51D}"/>
          </ac:picMkLst>
        </pc:picChg>
      </pc:sldChg>
      <pc:sldChg chg="addSp modSp add">
        <pc:chgData name="Choi Jeomki" userId="f1912f8b0928b9f1" providerId="LiveId" clId="{D8FB46F6-7F0E-4535-B1A9-CD101ADCF625}" dt="2019-03-07T06:52:28.500" v="18197" actId="207"/>
        <pc:sldMkLst>
          <pc:docMk/>
          <pc:sldMk cId="1540630553" sldId="407"/>
        </pc:sldMkLst>
        <pc:spChg chg="mod">
          <ac:chgData name="Choi Jeomki" userId="f1912f8b0928b9f1" providerId="LiveId" clId="{D8FB46F6-7F0E-4535-B1A9-CD101ADCF625}" dt="2019-02-22T19:34:03.896" v="5075"/>
          <ac:spMkLst>
            <pc:docMk/>
            <pc:sldMk cId="1540630553" sldId="407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18:48:50.379" v="3947" actId="20577"/>
          <ac:spMkLst>
            <pc:docMk/>
            <pc:sldMk cId="1540630553" sldId="407"/>
            <ac:spMk id="3" creationId="{00000000-0000-0000-0000-000000000000}"/>
          </ac:spMkLst>
        </pc:spChg>
        <pc:spChg chg="add mod">
          <ac:chgData name="Choi Jeomki" userId="f1912f8b0928b9f1" providerId="LiveId" clId="{D8FB46F6-7F0E-4535-B1A9-CD101ADCF625}" dt="2019-02-22T18:43:53.391" v="3731" actId="14100"/>
          <ac:spMkLst>
            <pc:docMk/>
            <pc:sldMk cId="1540630553" sldId="407"/>
            <ac:spMk id="4" creationId="{4A01939A-172B-4199-BEDF-EA6EDC645318}"/>
          </ac:spMkLst>
        </pc:spChg>
        <pc:spChg chg="add mod">
          <ac:chgData name="Choi Jeomki" userId="f1912f8b0928b9f1" providerId="LiveId" clId="{D8FB46F6-7F0E-4535-B1A9-CD101ADCF625}" dt="2019-03-07T06:52:28.500" v="18197" actId="207"/>
          <ac:spMkLst>
            <pc:docMk/>
            <pc:sldMk cId="1540630553" sldId="407"/>
            <ac:spMk id="5" creationId="{164DD90B-24CD-4E0D-AABA-D237487C21A8}"/>
          </ac:spMkLst>
        </pc:spChg>
        <pc:picChg chg="add mod">
          <ac:chgData name="Choi Jeomki" userId="f1912f8b0928b9f1" providerId="LiveId" clId="{D8FB46F6-7F0E-4535-B1A9-CD101ADCF625}" dt="2019-02-22T18:46:46.439" v="3783" actId="208"/>
          <ac:picMkLst>
            <pc:docMk/>
            <pc:sldMk cId="1540630553" sldId="407"/>
            <ac:picMk id="6" creationId="{2D5C5791-6513-4995-9FB3-264D84598250}"/>
          </ac:picMkLst>
        </pc:picChg>
        <pc:picChg chg="add mod">
          <ac:chgData name="Choi Jeomki" userId="f1912f8b0928b9f1" providerId="LiveId" clId="{D8FB46F6-7F0E-4535-B1A9-CD101ADCF625}" dt="2019-02-22T18:46:46.439" v="3783" actId="208"/>
          <ac:picMkLst>
            <pc:docMk/>
            <pc:sldMk cId="1540630553" sldId="407"/>
            <ac:picMk id="7" creationId="{5B395675-E59C-4515-827E-A0425969483D}"/>
          </ac:picMkLst>
        </pc:picChg>
        <pc:picChg chg="add mod modCrop">
          <ac:chgData name="Choi Jeomki" userId="f1912f8b0928b9f1" providerId="LiveId" clId="{D8FB46F6-7F0E-4535-B1A9-CD101ADCF625}" dt="2019-02-22T18:46:46.439" v="3783" actId="208"/>
          <ac:picMkLst>
            <pc:docMk/>
            <pc:sldMk cId="1540630553" sldId="407"/>
            <ac:picMk id="8" creationId="{C56F4685-800D-43BB-B818-F7284402E111}"/>
          </ac:picMkLst>
        </pc:picChg>
        <pc:picChg chg="add mod modCrop">
          <ac:chgData name="Choi Jeomki" userId="f1912f8b0928b9f1" providerId="LiveId" clId="{D8FB46F6-7F0E-4535-B1A9-CD101ADCF625}" dt="2019-02-22T18:46:46.439" v="3783" actId="208"/>
          <ac:picMkLst>
            <pc:docMk/>
            <pc:sldMk cId="1540630553" sldId="407"/>
            <ac:picMk id="9" creationId="{9CC86657-2866-481D-81CA-2C5795D2C0DC}"/>
          </ac:picMkLst>
        </pc:picChg>
        <pc:picChg chg="add mod modCrop">
          <ac:chgData name="Choi Jeomki" userId="f1912f8b0928b9f1" providerId="LiveId" clId="{D8FB46F6-7F0E-4535-B1A9-CD101ADCF625}" dt="2019-02-22T18:46:46.439" v="3783" actId="208"/>
          <ac:picMkLst>
            <pc:docMk/>
            <pc:sldMk cId="1540630553" sldId="407"/>
            <ac:picMk id="10" creationId="{37D67987-1BEA-4F14-887C-A0377C3628FD}"/>
          </ac:picMkLst>
        </pc:picChg>
        <pc:picChg chg="add mod modCrop">
          <ac:chgData name="Choi Jeomki" userId="f1912f8b0928b9f1" providerId="LiveId" clId="{D8FB46F6-7F0E-4535-B1A9-CD101ADCF625}" dt="2019-02-22T18:46:46.439" v="3783" actId="208"/>
          <ac:picMkLst>
            <pc:docMk/>
            <pc:sldMk cId="1540630553" sldId="407"/>
            <ac:picMk id="11" creationId="{07E6A600-739B-437A-A0B6-FAD8848AE04A}"/>
          </ac:picMkLst>
        </pc:picChg>
      </pc:sldChg>
      <pc:sldChg chg="addSp delSp modSp add">
        <pc:chgData name="Choi Jeomki" userId="f1912f8b0928b9f1" providerId="LiveId" clId="{D8FB46F6-7F0E-4535-B1A9-CD101ADCF625}" dt="2019-03-07T07:15:59.548" v="18226" actId="208"/>
        <pc:sldMkLst>
          <pc:docMk/>
          <pc:sldMk cId="1093837316" sldId="408"/>
        </pc:sldMkLst>
        <pc:spChg chg="mod">
          <ac:chgData name="Choi Jeomki" userId="f1912f8b0928b9f1" providerId="LiveId" clId="{D8FB46F6-7F0E-4535-B1A9-CD101ADCF625}" dt="2019-02-22T19:00:41.246" v="4249"/>
          <ac:spMkLst>
            <pc:docMk/>
            <pc:sldMk cId="1093837316" sldId="408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19:40:29.995" v="5094" actId="20577"/>
          <ac:spMkLst>
            <pc:docMk/>
            <pc:sldMk cId="1093837316" sldId="408"/>
            <ac:spMk id="3" creationId="{00000000-0000-0000-0000-000000000000}"/>
          </ac:spMkLst>
        </pc:spChg>
        <pc:spChg chg="add mod">
          <ac:chgData name="Choi Jeomki" userId="f1912f8b0928b9f1" providerId="LiveId" clId="{D8FB46F6-7F0E-4535-B1A9-CD101ADCF625}" dt="2019-03-07T07:15:54.852" v="18225" actId="20577"/>
          <ac:spMkLst>
            <pc:docMk/>
            <pc:sldMk cId="1093837316" sldId="408"/>
            <ac:spMk id="4" creationId="{66EDDA20-94F5-4746-A6A0-32808D520589}"/>
          </ac:spMkLst>
        </pc:spChg>
        <pc:spChg chg="add mod">
          <ac:chgData name="Choi Jeomki" userId="f1912f8b0928b9f1" providerId="LiveId" clId="{D8FB46F6-7F0E-4535-B1A9-CD101ADCF625}" dt="2019-02-22T18:58:45.454" v="4025" actId="20577"/>
          <ac:spMkLst>
            <pc:docMk/>
            <pc:sldMk cId="1093837316" sldId="408"/>
            <ac:spMk id="5" creationId="{8BD3FDE7-0093-4891-9481-9ACC504D77B9}"/>
          </ac:spMkLst>
        </pc:spChg>
        <pc:picChg chg="add del mod">
          <ac:chgData name="Choi Jeomki" userId="f1912f8b0928b9f1" providerId="LiveId" clId="{D8FB46F6-7F0E-4535-B1A9-CD101ADCF625}" dt="2019-03-07T06:53:25.023" v="18198" actId="478"/>
          <ac:picMkLst>
            <pc:docMk/>
            <pc:sldMk cId="1093837316" sldId="408"/>
            <ac:picMk id="6" creationId="{1C0218C3-C196-4AF3-9D53-12EF4B878B52}"/>
          </ac:picMkLst>
        </pc:picChg>
        <pc:picChg chg="add del mod">
          <ac:chgData name="Choi Jeomki" userId="f1912f8b0928b9f1" providerId="LiveId" clId="{D8FB46F6-7F0E-4535-B1A9-CD101ADCF625}" dt="2019-03-07T06:54:59.172" v="18205" actId="478"/>
          <ac:picMkLst>
            <pc:docMk/>
            <pc:sldMk cId="1093837316" sldId="408"/>
            <ac:picMk id="7" creationId="{148C51B1-4EE7-4E44-86A9-E2BAD4CF02F1}"/>
          </ac:picMkLst>
        </pc:picChg>
        <pc:picChg chg="add del mod">
          <ac:chgData name="Choi Jeomki" userId="f1912f8b0928b9f1" providerId="LiveId" clId="{D8FB46F6-7F0E-4535-B1A9-CD101ADCF625}" dt="2019-03-07T07:15:22.013" v="18212" actId="478"/>
          <ac:picMkLst>
            <pc:docMk/>
            <pc:sldMk cId="1093837316" sldId="408"/>
            <ac:picMk id="8" creationId="{F698C7DE-3D3C-440D-A3EF-94F19532EADB}"/>
          </ac:picMkLst>
        </pc:picChg>
        <pc:picChg chg="add mod modCrop">
          <ac:chgData name="Choi Jeomki" userId="f1912f8b0928b9f1" providerId="LiveId" clId="{D8FB46F6-7F0E-4535-B1A9-CD101ADCF625}" dt="2019-02-22T18:58:32.055" v="4020" actId="552"/>
          <ac:picMkLst>
            <pc:docMk/>
            <pc:sldMk cId="1093837316" sldId="408"/>
            <ac:picMk id="9" creationId="{9AE956C3-7ADA-4B85-BA2C-57EF343E26FA}"/>
          </ac:picMkLst>
        </pc:picChg>
        <pc:picChg chg="add mod modCrop">
          <ac:chgData name="Choi Jeomki" userId="f1912f8b0928b9f1" providerId="LiveId" clId="{D8FB46F6-7F0E-4535-B1A9-CD101ADCF625}" dt="2019-02-22T18:58:32.055" v="4020" actId="552"/>
          <ac:picMkLst>
            <pc:docMk/>
            <pc:sldMk cId="1093837316" sldId="408"/>
            <ac:picMk id="10" creationId="{09C4AA1C-223D-4585-85D9-FEE2A301F7C8}"/>
          </ac:picMkLst>
        </pc:picChg>
        <pc:picChg chg="add mod modCrop">
          <ac:chgData name="Choi Jeomki" userId="f1912f8b0928b9f1" providerId="LiveId" clId="{D8FB46F6-7F0E-4535-B1A9-CD101ADCF625}" dt="2019-02-22T18:58:32.055" v="4020" actId="552"/>
          <ac:picMkLst>
            <pc:docMk/>
            <pc:sldMk cId="1093837316" sldId="408"/>
            <ac:picMk id="11" creationId="{0D98F2C8-D771-450D-A936-AD72257B98C8}"/>
          </ac:picMkLst>
        </pc:picChg>
        <pc:picChg chg="add mod modCrop">
          <ac:chgData name="Choi Jeomki" userId="f1912f8b0928b9f1" providerId="LiveId" clId="{D8FB46F6-7F0E-4535-B1A9-CD101ADCF625}" dt="2019-02-22T18:58:35.733" v="4024" actId="1036"/>
          <ac:picMkLst>
            <pc:docMk/>
            <pc:sldMk cId="1093837316" sldId="408"/>
            <ac:picMk id="12" creationId="{8FE9CAF6-C2D0-4F60-B4F4-B8F9326E4999}"/>
          </ac:picMkLst>
        </pc:picChg>
        <pc:picChg chg="add del mod">
          <ac:chgData name="Choi Jeomki" userId="f1912f8b0928b9f1" providerId="LiveId" clId="{D8FB46F6-7F0E-4535-B1A9-CD101ADCF625}" dt="2019-02-26T17:32:33.375" v="18191"/>
          <ac:picMkLst>
            <pc:docMk/>
            <pc:sldMk cId="1093837316" sldId="408"/>
            <ac:picMk id="13" creationId="{0B0F650B-3958-45FB-B451-3F8DAF437348}"/>
          </ac:picMkLst>
        </pc:picChg>
        <pc:picChg chg="add mod">
          <ac:chgData name="Choi Jeomki" userId="f1912f8b0928b9f1" providerId="LiveId" clId="{D8FB46F6-7F0E-4535-B1A9-CD101ADCF625}" dt="2019-03-07T07:15:59.548" v="18226" actId="208"/>
          <ac:picMkLst>
            <pc:docMk/>
            <pc:sldMk cId="1093837316" sldId="408"/>
            <ac:picMk id="13" creationId="{3FBA182E-6A60-4AD4-A1EF-0251D008C40A}"/>
          </ac:picMkLst>
        </pc:picChg>
        <pc:picChg chg="add mod">
          <ac:chgData name="Choi Jeomki" userId="f1912f8b0928b9f1" providerId="LiveId" clId="{D8FB46F6-7F0E-4535-B1A9-CD101ADCF625}" dt="2019-03-07T07:15:59.548" v="18226" actId="208"/>
          <ac:picMkLst>
            <pc:docMk/>
            <pc:sldMk cId="1093837316" sldId="408"/>
            <ac:picMk id="14" creationId="{583F6835-9012-4D04-82A6-224302FDD053}"/>
          </ac:picMkLst>
        </pc:picChg>
        <pc:picChg chg="add mod">
          <ac:chgData name="Choi Jeomki" userId="f1912f8b0928b9f1" providerId="LiveId" clId="{D8FB46F6-7F0E-4535-B1A9-CD101ADCF625}" dt="2019-03-07T07:15:59.548" v="18226" actId="208"/>
          <ac:picMkLst>
            <pc:docMk/>
            <pc:sldMk cId="1093837316" sldId="408"/>
            <ac:picMk id="15" creationId="{54CAAE0A-41A2-414A-9164-95623AD4A4C7}"/>
          </ac:picMkLst>
        </pc:picChg>
      </pc:sldChg>
      <pc:sldChg chg="addSp delSp modSp add ord">
        <pc:chgData name="Choi Jeomki" userId="f1912f8b0928b9f1" providerId="LiveId" clId="{D8FB46F6-7F0E-4535-B1A9-CD101ADCF625}" dt="2019-02-23T06:32:24.328" v="12713" actId="313"/>
        <pc:sldMkLst>
          <pc:docMk/>
          <pc:sldMk cId="4095080654" sldId="409"/>
        </pc:sldMkLst>
        <pc:spChg chg="mod">
          <ac:chgData name="Choi Jeomki" userId="f1912f8b0928b9f1" providerId="LiveId" clId="{D8FB46F6-7F0E-4535-B1A9-CD101ADCF625}" dt="2019-02-23T03:40:15.556" v="8443"/>
          <ac:spMkLst>
            <pc:docMk/>
            <pc:sldMk cId="4095080654" sldId="409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3:40:46.976" v="8478" actId="20577"/>
          <ac:spMkLst>
            <pc:docMk/>
            <pc:sldMk cId="4095080654" sldId="409"/>
            <ac:spMk id="3" creationId="{00000000-0000-0000-0000-000000000000}"/>
          </ac:spMkLst>
        </pc:spChg>
        <pc:spChg chg="add mod">
          <ac:chgData name="Choi Jeomki" userId="f1912f8b0928b9f1" providerId="LiveId" clId="{D8FB46F6-7F0E-4535-B1A9-CD101ADCF625}" dt="2019-02-23T03:44:03.497" v="8641" actId="20577"/>
          <ac:spMkLst>
            <pc:docMk/>
            <pc:sldMk cId="4095080654" sldId="409"/>
            <ac:spMk id="4" creationId="{C79D062B-1463-45B2-A25C-0E3B98914C04}"/>
          </ac:spMkLst>
        </pc:spChg>
        <pc:spChg chg="add mod">
          <ac:chgData name="Choi Jeomki" userId="f1912f8b0928b9f1" providerId="LiveId" clId="{D8FB46F6-7F0E-4535-B1A9-CD101ADCF625}" dt="2019-02-23T06:32:24.328" v="12713" actId="313"/>
          <ac:spMkLst>
            <pc:docMk/>
            <pc:sldMk cId="4095080654" sldId="409"/>
            <ac:spMk id="5" creationId="{C5E7E629-F99B-4C52-8B87-DB8E87906E14}"/>
          </ac:spMkLst>
        </pc:spChg>
        <pc:spChg chg="add del">
          <ac:chgData name="Choi Jeomki" userId="f1912f8b0928b9f1" providerId="LiveId" clId="{D8FB46F6-7F0E-4535-B1A9-CD101ADCF625}" dt="2019-02-23T03:44:29.059" v="8649"/>
          <ac:spMkLst>
            <pc:docMk/>
            <pc:sldMk cId="4095080654" sldId="409"/>
            <ac:spMk id="8" creationId="{DCF457EC-ED89-4FA8-91FA-447B1D3CFD35}"/>
          </ac:spMkLst>
        </pc:spChg>
        <pc:picChg chg="add mod">
          <ac:chgData name="Choi Jeomki" userId="f1912f8b0928b9f1" providerId="LiveId" clId="{D8FB46F6-7F0E-4535-B1A9-CD101ADCF625}" dt="2019-02-23T03:44:43.592" v="8655" actId="208"/>
          <ac:picMkLst>
            <pc:docMk/>
            <pc:sldMk cId="4095080654" sldId="409"/>
            <ac:picMk id="6" creationId="{5A552ACC-506F-41B4-8884-AA2613B0565E}"/>
          </ac:picMkLst>
        </pc:picChg>
        <pc:picChg chg="add del mod">
          <ac:chgData name="Choi Jeomki" userId="f1912f8b0928b9f1" providerId="LiveId" clId="{D8FB46F6-7F0E-4535-B1A9-CD101ADCF625}" dt="2019-02-23T03:44:35.607" v="8650" actId="478"/>
          <ac:picMkLst>
            <pc:docMk/>
            <pc:sldMk cId="4095080654" sldId="409"/>
            <ac:picMk id="7" creationId="{20FA458A-C990-4220-8AAE-7D78E6CB8FFD}"/>
          </ac:picMkLst>
        </pc:picChg>
        <pc:picChg chg="add mod">
          <ac:chgData name="Choi Jeomki" userId="f1912f8b0928b9f1" providerId="LiveId" clId="{D8FB46F6-7F0E-4535-B1A9-CD101ADCF625}" dt="2019-02-23T03:44:43.592" v="8655" actId="208"/>
          <ac:picMkLst>
            <pc:docMk/>
            <pc:sldMk cId="4095080654" sldId="409"/>
            <ac:picMk id="9" creationId="{E4F03299-9CF9-46A2-9756-3D2D36FD4F98}"/>
          </ac:picMkLst>
        </pc:picChg>
      </pc:sldChg>
      <pc:sldChg chg="addSp delSp modSp add ord">
        <pc:chgData name="Choi Jeomki" userId="f1912f8b0928b9f1" providerId="LiveId" clId="{D8FB46F6-7F0E-4535-B1A9-CD101ADCF625}" dt="2019-03-07T07:53:00.267" v="18341" actId="208"/>
        <pc:sldMkLst>
          <pc:docMk/>
          <pc:sldMk cId="128207703" sldId="412"/>
        </pc:sldMkLst>
        <pc:spChg chg="mod">
          <ac:chgData name="Choi Jeomki" userId="f1912f8b0928b9f1" providerId="LiveId" clId="{D8FB46F6-7F0E-4535-B1A9-CD101ADCF625}" dt="2019-02-23T22:12:14.800" v="16245"/>
          <ac:spMkLst>
            <pc:docMk/>
            <pc:sldMk cId="128207703" sldId="412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22:31:40.523" v="16926" actId="20577"/>
          <ac:spMkLst>
            <pc:docMk/>
            <pc:sldMk cId="128207703" sldId="412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3-07T07:44:48.523" v="18285" actId="14100"/>
          <ac:spMkLst>
            <pc:docMk/>
            <pc:sldMk cId="128207703" sldId="412"/>
            <ac:spMk id="4" creationId="{C79D062B-1463-45B2-A25C-0E3B98914C04}"/>
          </ac:spMkLst>
        </pc:spChg>
        <pc:spChg chg="del mod">
          <ac:chgData name="Choi Jeomki" userId="f1912f8b0928b9f1" providerId="LiveId" clId="{D8FB46F6-7F0E-4535-B1A9-CD101ADCF625}" dt="2019-02-23T22:28:05.841" v="16774" actId="478"/>
          <ac:spMkLst>
            <pc:docMk/>
            <pc:sldMk cId="128207703" sldId="412"/>
            <ac:spMk id="5" creationId="{C5E7E629-F99B-4C52-8B87-DB8E87906E14}"/>
          </ac:spMkLst>
        </pc:spChg>
        <pc:picChg chg="add mod">
          <ac:chgData name="Choi Jeomki" userId="f1912f8b0928b9f1" providerId="LiveId" clId="{D8FB46F6-7F0E-4535-B1A9-CD101ADCF625}" dt="2019-03-07T07:53:00.267" v="18341" actId="208"/>
          <ac:picMkLst>
            <pc:docMk/>
            <pc:sldMk cId="128207703" sldId="412"/>
            <ac:picMk id="5" creationId="{18CC5825-F957-4325-BF8B-CF37C32C10D7}"/>
          </ac:picMkLst>
        </pc:picChg>
        <pc:picChg chg="add mod">
          <ac:chgData name="Choi Jeomki" userId="f1912f8b0928b9f1" providerId="LiveId" clId="{D8FB46F6-7F0E-4535-B1A9-CD101ADCF625}" dt="2019-03-07T07:53:00.267" v="18341" actId="208"/>
          <ac:picMkLst>
            <pc:docMk/>
            <pc:sldMk cId="128207703" sldId="412"/>
            <ac:picMk id="6" creationId="{618CE0B4-39A2-45B0-BB68-9D53E6C0508B}"/>
          </ac:picMkLst>
        </pc:picChg>
        <pc:picChg chg="add del mod modCrop">
          <ac:chgData name="Choi Jeomki" userId="f1912f8b0928b9f1" providerId="LiveId" clId="{D8FB46F6-7F0E-4535-B1A9-CD101ADCF625}" dt="2019-02-23T22:27:45.314" v="16761" actId="478"/>
          <ac:picMkLst>
            <pc:docMk/>
            <pc:sldMk cId="128207703" sldId="412"/>
            <ac:picMk id="6" creationId="{A3ADF43F-7558-495A-B662-9063F0A5EA8D}"/>
          </ac:picMkLst>
        </pc:picChg>
        <pc:picChg chg="add del mod modCrop">
          <ac:chgData name="Choi Jeomki" userId="f1912f8b0928b9f1" providerId="LiveId" clId="{D8FB46F6-7F0E-4535-B1A9-CD101ADCF625}" dt="2019-03-07T07:43:17.555" v="18269" actId="478"/>
          <ac:picMkLst>
            <pc:docMk/>
            <pc:sldMk cId="128207703" sldId="412"/>
            <ac:picMk id="7" creationId="{221B3A11-84C4-4677-BDBC-9CBA0127DFE4}"/>
          </ac:picMkLst>
        </pc:picChg>
        <pc:picChg chg="add mod">
          <ac:chgData name="Choi Jeomki" userId="f1912f8b0928b9f1" providerId="LiveId" clId="{D8FB46F6-7F0E-4535-B1A9-CD101ADCF625}" dt="2019-03-07T07:53:00.267" v="18341" actId="208"/>
          <ac:picMkLst>
            <pc:docMk/>
            <pc:sldMk cId="128207703" sldId="412"/>
            <ac:picMk id="8" creationId="{34A44299-E2EC-413F-A884-D78AF6E3E8A4}"/>
          </ac:picMkLst>
        </pc:picChg>
        <pc:picChg chg="add mod">
          <ac:chgData name="Choi Jeomki" userId="f1912f8b0928b9f1" providerId="LiveId" clId="{D8FB46F6-7F0E-4535-B1A9-CD101ADCF625}" dt="2019-03-07T07:53:00.267" v="18341" actId="208"/>
          <ac:picMkLst>
            <pc:docMk/>
            <pc:sldMk cId="128207703" sldId="412"/>
            <ac:picMk id="9" creationId="{E8DDEE3C-AF32-49BC-8503-31E0D52FA288}"/>
          </ac:picMkLst>
        </pc:picChg>
        <pc:picChg chg="add del mod modCrop">
          <ac:chgData name="Choi Jeomki" userId="f1912f8b0928b9f1" providerId="LiveId" clId="{D8FB46F6-7F0E-4535-B1A9-CD101ADCF625}" dt="2019-03-07T07:43:34.552" v="18274" actId="478"/>
          <ac:picMkLst>
            <pc:docMk/>
            <pc:sldMk cId="128207703" sldId="412"/>
            <ac:picMk id="10" creationId="{384880A5-F2A7-4297-9320-B6460516968D}"/>
          </ac:picMkLst>
        </pc:picChg>
        <pc:picChg chg="add del mod modCrop">
          <ac:chgData name="Choi Jeomki" userId="f1912f8b0928b9f1" providerId="LiveId" clId="{D8FB46F6-7F0E-4535-B1A9-CD101ADCF625}" dt="2019-03-07T07:44:26.573" v="18279" actId="478"/>
          <ac:picMkLst>
            <pc:docMk/>
            <pc:sldMk cId="128207703" sldId="412"/>
            <ac:picMk id="11" creationId="{13B5A21F-4DE1-4D21-B8FC-7D5B7A9A6545}"/>
          </ac:picMkLst>
        </pc:picChg>
        <pc:picChg chg="add mod">
          <ac:chgData name="Choi Jeomki" userId="f1912f8b0928b9f1" providerId="LiveId" clId="{D8FB46F6-7F0E-4535-B1A9-CD101ADCF625}" dt="2019-03-07T07:53:00.267" v="18341" actId="208"/>
          <ac:picMkLst>
            <pc:docMk/>
            <pc:sldMk cId="128207703" sldId="412"/>
            <ac:picMk id="12" creationId="{13DB7AD5-EB37-4CBF-8D8E-A1251541D3C8}"/>
          </ac:picMkLst>
        </pc:picChg>
      </pc:sldChg>
      <pc:sldChg chg="addSp delSp modSp add">
        <pc:chgData name="Choi Jeomki" userId="f1912f8b0928b9f1" providerId="LiveId" clId="{D8FB46F6-7F0E-4535-B1A9-CD101ADCF625}" dt="2019-02-23T03:36:14.814" v="8415" actId="20577"/>
        <pc:sldMkLst>
          <pc:docMk/>
          <pc:sldMk cId="1808335019" sldId="413"/>
        </pc:sldMkLst>
        <pc:spChg chg="mod">
          <ac:chgData name="Choi Jeomki" userId="f1912f8b0928b9f1" providerId="LiveId" clId="{D8FB46F6-7F0E-4535-B1A9-CD101ADCF625}" dt="2019-02-23T03:33:49.020" v="8008"/>
          <ac:spMkLst>
            <pc:docMk/>
            <pc:sldMk cId="1808335019" sldId="413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3:36:14.814" v="8415" actId="20577"/>
          <ac:spMkLst>
            <pc:docMk/>
            <pc:sldMk cId="1808335019" sldId="413"/>
            <ac:spMk id="3" creationId="{00000000-0000-0000-0000-000000000000}"/>
          </ac:spMkLst>
        </pc:spChg>
        <pc:spChg chg="del mod">
          <ac:chgData name="Choi Jeomki" userId="f1912f8b0928b9f1" providerId="LiveId" clId="{D8FB46F6-7F0E-4535-B1A9-CD101ADCF625}" dt="2019-02-23T03:30:23.975" v="7955" actId="478"/>
          <ac:spMkLst>
            <pc:docMk/>
            <pc:sldMk cId="1808335019" sldId="413"/>
            <ac:spMk id="4" creationId="{C79D062B-1463-45B2-A25C-0E3B98914C04}"/>
          </ac:spMkLst>
        </pc:spChg>
        <pc:spChg chg="mod">
          <ac:chgData name="Choi Jeomki" userId="f1912f8b0928b9f1" providerId="LiveId" clId="{D8FB46F6-7F0E-4535-B1A9-CD101ADCF625}" dt="2019-02-23T03:32:57.538" v="7982" actId="207"/>
          <ac:spMkLst>
            <pc:docMk/>
            <pc:sldMk cId="1808335019" sldId="413"/>
            <ac:spMk id="5" creationId="{C5E7E629-F99B-4C52-8B87-DB8E87906E14}"/>
          </ac:spMkLst>
        </pc:spChg>
        <pc:spChg chg="add mod">
          <ac:chgData name="Choi Jeomki" userId="f1912f8b0928b9f1" providerId="LiveId" clId="{D8FB46F6-7F0E-4535-B1A9-CD101ADCF625}" dt="2019-02-23T03:32:42.897" v="7978" actId="14100"/>
          <ac:spMkLst>
            <pc:docMk/>
            <pc:sldMk cId="1808335019" sldId="413"/>
            <ac:spMk id="6" creationId="{7A6ECC71-9A0A-43DA-8179-216170C96C72}"/>
          </ac:spMkLst>
        </pc:spChg>
        <pc:spChg chg="add mod">
          <ac:chgData name="Choi Jeomki" userId="f1912f8b0928b9f1" providerId="LiveId" clId="{D8FB46F6-7F0E-4535-B1A9-CD101ADCF625}" dt="2019-02-23T03:33:32.385" v="7989" actId="14100"/>
          <ac:spMkLst>
            <pc:docMk/>
            <pc:sldMk cId="1808335019" sldId="413"/>
            <ac:spMk id="10" creationId="{5B92E015-747A-4A79-AB4E-1366ABFB6FCF}"/>
          </ac:spMkLst>
        </pc:spChg>
        <pc:picChg chg="add mod">
          <ac:chgData name="Choi Jeomki" userId="f1912f8b0928b9f1" providerId="LiveId" clId="{D8FB46F6-7F0E-4535-B1A9-CD101ADCF625}" dt="2019-02-23T03:32:38.566" v="7977" actId="1037"/>
          <ac:picMkLst>
            <pc:docMk/>
            <pc:sldMk cId="1808335019" sldId="413"/>
            <ac:picMk id="7" creationId="{95788BD4-6015-4A38-AD77-BD94B22DB152}"/>
          </ac:picMkLst>
        </pc:picChg>
        <pc:picChg chg="add mod">
          <ac:chgData name="Choi Jeomki" userId="f1912f8b0928b9f1" providerId="LiveId" clId="{D8FB46F6-7F0E-4535-B1A9-CD101ADCF625}" dt="2019-02-23T03:33:03.569" v="7983" actId="1076"/>
          <ac:picMkLst>
            <pc:docMk/>
            <pc:sldMk cId="1808335019" sldId="413"/>
            <ac:picMk id="8" creationId="{F2F7FFA6-B133-49BF-B6F5-126E712F1652}"/>
          </ac:picMkLst>
        </pc:picChg>
        <pc:picChg chg="add mod">
          <ac:chgData name="Choi Jeomki" userId="f1912f8b0928b9f1" providerId="LiveId" clId="{D8FB46F6-7F0E-4535-B1A9-CD101ADCF625}" dt="2019-02-23T03:32:53.168" v="7981" actId="1076"/>
          <ac:picMkLst>
            <pc:docMk/>
            <pc:sldMk cId="1808335019" sldId="413"/>
            <ac:picMk id="9" creationId="{D9154898-BA17-4A57-B7A4-6BEEC704EDC0}"/>
          </ac:picMkLst>
        </pc:picChg>
      </pc:sldChg>
      <pc:sldChg chg="addSp delSp modSp add ord">
        <pc:chgData name="Choi Jeomki" userId="f1912f8b0928b9f1" providerId="LiveId" clId="{D8FB46F6-7F0E-4535-B1A9-CD101ADCF625}" dt="2019-02-24T02:44:43.522" v="18166" actId="20577"/>
        <pc:sldMkLst>
          <pc:docMk/>
          <pc:sldMk cId="1679211320" sldId="414"/>
        </pc:sldMkLst>
        <pc:spChg chg="mod">
          <ac:chgData name="Choi Jeomki" userId="f1912f8b0928b9f1" providerId="LiveId" clId="{D8FB46F6-7F0E-4535-B1A9-CD101ADCF625}" dt="2019-02-24T02:44:43.522" v="18166" actId="20577"/>
          <ac:spMkLst>
            <pc:docMk/>
            <pc:sldMk cId="1679211320" sldId="414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19:29:43.185" v="5070"/>
          <ac:spMkLst>
            <pc:docMk/>
            <pc:sldMk cId="1679211320" sldId="414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2T19:20:14.006" v="4636" actId="20577"/>
          <ac:spMkLst>
            <pc:docMk/>
            <pc:sldMk cId="1679211320" sldId="414"/>
            <ac:spMk id="4" creationId="{C79D062B-1463-45B2-A25C-0E3B98914C04}"/>
          </ac:spMkLst>
        </pc:spChg>
        <pc:spChg chg="mod">
          <ac:chgData name="Choi Jeomki" userId="f1912f8b0928b9f1" providerId="LiveId" clId="{D8FB46F6-7F0E-4535-B1A9-CD101ADCF625}" dt="2019-02-23T06:32:19.902" v="12712" actId="313"/>
          <ac:spMkLst>
            <pc:docMk/>
            <pc:sldMk cId="1679211320" sldId="414"/>
            <ac:spMk id="5" creationId="{C5E7E629-F99B-4C52-8B87-DB8E87906E14}"/>
          </ac:spMkLst>
        </pc:spChg>
        <pc:picChg chg="add mod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6" creationId="{9AF29DA5-E815-484D-BC3D-CDF65AD9B44E}"/>
          </ac:picMkLst>
        </pc:picChg>
        <pc:picChg chg="add mod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7" creationId="{40D85C43-1DC1-4366-80B0-0FABAB03D1AF}"/>
          </ac:picMkLst>
        </pc:picChg>
        <pc:picChg chg="add mod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8" creationId="{2DD7DAD8-7E69-4A90-A937-149E28A85E1D}"/>
          </ac:picMkLst>
        </pc:picChg>
        <pc:picChg chg="add mod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9" creationId="{D0542059-D69C-4D7D-B4D5-0DBB83E83539}"/>
          </ac:picMkLst>
        </pc:picChg>
        <pc:picChg chg="add mod modCrop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10" creationId="{C09FF0BD-E40C-4AE6-9D4A-DCCDB0152A84}"/>
          </ac:picMkLst>
        </pc:picChg>
        <pc:picChg chg="add mod modCrop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11" creationId="{9CC0172E-A82A-414D-A2FA-A5346E0CE1B5}"/>
          </ac:picMkLst>
        </pc:picChg>
        <pc:picChg chg="add mod modCrop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12" creationId="{3DEAE076-F8BF-4F62-ACF5-2DB81716B97A}"/>
          </ac:picMkLst>
        </pc:picChg>
        <pc:picChg chg="add del mod modCrop">
          <ac:chgData name="Choi Jeomki" userId="f1912f8b0928b9f1" providerId="LiveId" clId="{D8FB46F6-7F0E-4535-B1A9-CD101ADCF625}" dt="2019-02-22T19:25:12.985" v="4695" actId="478"/>
          <ac:picMkLst>
            <pc:docMk/>
            <pc:sldMk cId="1679211320" sldId="414"/>
            <ac:picMk id="13" creationId="{7316302C-D7FF-49A0-9E0F-FA4775868C91}"/>
          </ac:picMkLst>
        </pc:picChg>
        <pc:picChg chg="add mod modCrop">
          <ac:chgData name="Choi Jeomki" userId="f1912f8b0928b9f1" providerId="LiveId" clId="{D8FB46F6-7F0E-4535-B1A9-CD101ADCF625}" dt="2019-02-22T19:28:22.467" v="4796" actId="208"/>
          <ac:picMkLst>
            <pc:docMk/>
            <pc:sldMk cId="1679211320" sldId="414"/>
            <ac:picMk id="14" creationId="{86C010A9-4D4A-479C-B67A-1F93D333A390}"/>
          </ac:picMkLst>
        </pc:picChg>
      </pc:sldChg>
      <pc:sldChg chg="addSp delSp modSp add">
        <pc:chgData name="Choi Jeomki" userId="f1912f8b0928b9f1" providerId="LiveId" clId="{D8FB46F6-7F0E-4535-B1A9-CD101ADCF625}" dt="2019-02-23T15:50:52.973" v="15303"/>
        <pc:sldMkLst>
          <pc:docMk/>
          <pc:sldMk cId="976788790" sldId="415"/>
        </pc:sldMkLst>
        <pc:spChg chg="mod">
          <ac:chgData name="Choi Jeomki" userId="f1912f8b0928b9f1" providerId="LiveId" clId="{D8FB46F6-7F0E-4535-B1A9-CD101ADCF625}" dt="2019-02-22T19:40:09.409" v="5090" actId="20577"/>
          <ac:spMkLst>
            <pc:docMk/>
            <pc:sldMk cId="976788790" sldId="415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2T20:49:36.449" v="7864" actId="20577"/>
          <ac:spMkLst>
            <pc:docMk/>
            <pc:sldMk cId="976788790" sldId="415"/>
            <ac:spMk id="3" creationId="{00000000-0000-0000-0000-000000000000}"/>
          </ac:spMkLst>
        </pc:spChg>
        <pc:spChg chg="add del mod">
          <ac:chgData name="Choi Jeomki" userId="f1912f8b0928b9f1" providerId="LiveId" clId="{D8FB46F6-7F0E-4535-B1A9-CD101ADCF625}" dt="2019-02-22T20:08:28.024" v="5539" actId="478"/>
          <ac:spMkLst>
            <pc:docMk/>
            <pc:sldMk cId="976788790" sldId="415"/>
            <ac:spMk id="5" creationId="{C84590B5-BBCC-4C9B-9CC7-68DA4758B174}"/>
          </ac:spMkLst>
        </pc:spChg>
        <pc:spChg chg="add del mod">
          <ac:chgData name="Choi Jeomki" userId="f1912f8b0928b9f1" providerId="LiveId" clId="{D8FB46F6-7F0E-4535-B1A9-CD101ADCF625}" dt="2019-02-22T20:49:40.416" v="7865" actId="478"/>
          <ac:spMkLst>
            <pc:docMk/>
            <pc:sldMk cId="976788790" sldId="415"/>
            <ac:spMk id="6" creationId="{E5D922B4-F103-484F-9DCD-68A08EADEC84}"/>
          </ac:spMkLst>
        </pc:spChg>
        <pc:spChg chg="mod">
          <ac:chgData name="Choi Jeomki" userId="f1912f8b0928b9f1" providerId="LiveId" clId="{D8FB46F6-7F0E-4535-B1A9-CD101ADCF625}" dt="2019-02-22T20:48:09.017" v="7443" actId="1036"/>
          <ac:spMkLst>
            <pc:docMk/>
            <pc:sldMk cId="976788790" sldId="415"/>
            <ac:spMk id="19" creationId="{1676B505-3A8C-4C4E-954F-0F9C9FA165FD}"/>
          </ac:spMkLst>
        </pc:spChg>
        <pc:spChg chg="mod">
          <ac:chgData name="Choi Jeomki" userId="f1912f8b0928b9f1" providerId="LiveId" clId="{D8FB46F6-7F0E-4535-B1A9-CD101ADCF625}" dt="2019-02-22T19:58:06.287" v="5454" actId="20577"/>
          <ac:spMkLst>
            <pc:docMk/>
            <pc:sldMk cId="976788790" sldId="415"/>
            <ac:spMk id="20" creationId="{1CC67DDD-A2E6-4908-A523-C5E28C2014C6}"/>
          </ac:spMkLst>
        </pc:spChg>
        <pc:spChg chg="del mod">
          <ac:chgData name="Choi Jeomki" userId="f1912f8b0928b9f1" providerId="LiveId" clId="{D8FB46F6-7F0E-4535-B1A9-CD101ADCF625}" dt="2019-02-23T15:49:08.963" v="15200" actId="478"/>
          <ac:spMkLst>
            <pc:docMk/>
            <pc:sldMk cId="976788790" sldId="415"/>
            <ac:spMk id="21" creationId="{C2373626-04D2-4B63-A2A1-4F1E88AC7F94}"/>
          </ac:spMkLst>
        </pc:spChg>
        <pc:spChg chg="mod">
          <ac:chgData name="Choi Jeomki" userId="f1912f8b0928b9f1" providerId="LiveId" clId="{D8FB46F6-7F0E-4535-B1A9-CD101ADCF625}" dt="2019-02-22T20:48:09.017" v="7443" actId="1036"/>
          <ac:spMkLst>
            <pc:docMk/>
            <pc:sldMk cId="976788790" sldId="415"/>
            <ac:spMk id="39" creationId="{1CE92A92-49EB-4CAB-A3BA-1E62BF464F71}"/>
          </ac:spMkLst>
        </pc:spChg>
        <pc:spChg chg="add">
          <ac:chgData name="Choi Jeomki" userId="f1912f8b0928b9f1" providerId="LiveId" clId="{D8FB46F6-7F0E-4535-B1A9-CD101ADCF625}" dt="2019-02-22T19:40:04.542" v="5078"/>
          <ac:spMkLst>
            <pc:docMk/>
            <pc:sldMk cId="976788790" sldId="415"/>
            <ac:spMk id="42" creationId="{8B66E732-01E8-4A1A-88BA-EBBA8F0F6159}"/>
          </ac:spMkLst>
        </pc:spChg>
        <pc:spChg chg="del">
          <ac:chgData name="Choi Jeomki" userId="f1912f8b0928b9f1" providerId="LiveId" clId="{D8FB46F6-7F0E-4535-B1A9-CD101ADCF625}" dt="2019-02-22T19:40:04.110" v="5077" actId="478"/>
          <ac:spMkLst>
            <pc:docMk/>
            <pc:sldMk cId="976788790" sldId="415"/>
            <ac:spMk id="46" creationId="{E25CA818-829E-4D60-A241-49764B43BD03}"/>
          </ac:spMkLst>
        </pc:spChg>
        <pc:spChg chg="del mod">
          <ac:chgData name="Choi Jeomki" userId="f1912f8b0928b9f1" providerId="LiveId" clId="{D8FB46F6-7F0E-4535-B1A9-CD101ADCF625}" dt="2019-02-22T20:23:27.183" v="6575" actId="478"/>
          <ac:spMkLst>
            <pc:docMk/>
            <pc:sldMk cId="976788790" sldId="415"/>
            <ac:spMk id="47" creationId="{30EA2BE5-E3E0-4BDC-9F72-423DEAF56A0B}"/>
          </ac:spMkLst>
        </pc:spChg>
        <pc:spChg chg="mod">
          <ac:chgData name="Choi Jeomki" userId="f1912f8b0928b9f1" providerId="LiveId" clId="{D8FB46F6-7F0E-4535-B1A9-CD101ADCF625}" dt="2019-02-22T20:48:09.017" v="7443" actId="1036"/>
          <ac:spMkLst>
            <pc:docMk/>
            <pc:sldMk cId="976788790" sldId="415"/>
            <ac:spMk id="48" creationId="{613ACBD4-7434-4D19-B977-ECDD3681E992}"/>
          </ac:spMkLst>
        </pc:spChg>
        <pc:spChg chg="mod">
          <ac:chgData name="Choi Jeomki" userId="f1912f8b0928b9f1" providerId="LiveId" clId="{D8FB46F6-7F0E-4535-B1A9-CD101ADCF625}" dt="2019-02-22T19:54:46.543" v="5414"/>
          <ac:spMkLst>
            <pc:docMk/>
            <pc:sldMk cId="976788790" sldId="415"/>
            <ac:spMk id="49" creationId="{E70B4071-3795-425C-922C-617DB1AF8C94}"/>
          </ac:spMkLst>
        </pc:spChg>
        <pc:spChg chg="mod">
          <ac:chgData name="Choi Jeomki" userId="f1912f8b0928b9f1" providerId="LiveId" clId="{D8FB46F6-7F0E-4535-B1A9-CD101ADCF625}" dt="2019-02-22T20:48:09.017" v="7443" actId="1036"/>
          <ac:spMkLst>
            <pc:docMk/>
            <pc:sldMk cId="976788790" sldId="415"/>
            <ac:spMk id="50" creationId="{B99958D9-53B2-4B72-812C-4865943CDD0C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1" creationId="{11AFF411-F2D9-459E-9090-84812CD253B7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2" creationId="{91A44358-939D-499D-B47B-B0C3C7D1B834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3" creationId="{21497374-151B-4B8E-9098-0EF0FC54D1E7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4" creationId="{395A9275-BB88-4244-8699-8402C463D308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5" creationId="{6A99367C-3BA7-4972-A5EB-72A8817FFDEC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6" creationId="{FDBB2491-F98E-43D1-8B59-A57D10AD6DE5}"/>
          </ac:spMkLst>
        </pc:spChg>
        <pc:spChg chg="add del">
          <ac:chgData name="Choi Jeomki" userId="f1912f8b0928b9f1" providerId="LiveId" clId="{D8FB46F6-7F0E-4535-B1A9-CD101ADCF625}" dt="2019-02-22T19:52:50.417" v="5348"/>
          <ac:spMkLst>
            <pc:docMk/>
            <pc:sldMk cId="976788790" sldId="415"/>
            <ac:spMk id="57" creationId="{20BF84AF-40A7-4AB9-A7AB-3367F5A73BDE}"/>
          </ac:spMkLst>
        </pc:spChg>
        <pc:spChg chg="add mod">
          <ac:chgData name="Choi Jeomki" userId="f1912f8b0928b9f1" providerId="LiveId" clId="{D8FB46F6-7F0E-4535-B1A9-CD101ADCF625}" dt="2019-02-22T20:48:09.017" v="7443" actId="1036"/>
          <ac:spMkLst>
            <pc:docMk/>
            <pc:sldMk cId="976788790" sldId="415"/>
            <ac:spMk id="58" creationId="{C340C46F-D615-4EF6-8D33-1086E4288F1B}"/>
          </ac:spMkLst>
        </pc:spChg>
        <pc:spChg chg="add mod">
          <ac:chgData name="Choi Jeomki" userId="f1912f8b0928b9f1" providerId="LiveId" clId="{D8FB46F6-7F0E-4535-B1A9-CD101ADCF625}" dt="2019-02-22T20:53:45.688" v="7908" actId="20577"/>
          <ac:spMkLst>
            <pc:docMk/>
            <pc:sldMk cId="976788790" sldId="415"/>
            <ac:spMk id="59" creationId="{30498A1D-47B1-4583-8CA5-9EB8F13D0B4E}"/>
          </ac:spMkLst>
        </pc:spChg>
        <pc:spChg chg="add mod">
          <ac:chgData name="Choi Jeomki" userId="f1912f8b0928b9f1" providerId="LiveId" clId="{D8FB46F6-7F0E-4535-B1A9-CD101ADCF625}" dt="2019-02-22T20:53:15.409" v="7902" actId="20577"/>
          <ac:spMkLst>
            <pc:docMk/>
            <pc:sldMk cId="976788790" sldId="415"/>
            <ac:spMk id="60" creationId="{CB14C160-AFF0-49D2-852A-1CF5B15A9095}"/>
          </ac:spMkLst>
        </pc:spChg>
        <pc:spChg chg="add del">
          <ac:chgData name="Choi Jeomki" userId="f1912f8b0928b9f1" providerId="LiveId" clId="{D8FB46F6-7F0E-4535-B1A9-CD101ADCF625}" dt="2019-02-23T15:50:52.725" v="15302" actId="478"/>
          <ac:spMkLst>
            <pc:docMk/>
            <pc:sldMk cId="976788790" sldId="415"/>
            <ac:spMk id="66" creationId="{F573A817-10C8-477A-A4F4-6F61C9333A88}"/>
          </ac:spMkLst>
        </pc:spChg>
        <pc:spChg chg="add">
          <ac:chgData name="Choi Jeomki" userId="f1912f8b0928b9f1" providerId="LiveId" clId="{D8FB46F6-7F0E-4535-B1A9-CD101ADCF625}" dt="2019-02-23T15:50:52.973" v="15303"/>
          <ac:spMkLst>
            <pc:docMk/>
            <pc:sldMk cId="976788790" sldId="415"/>
            <ac:spMk id="72" creationId="{57D0593F-8DB2-4B2F-9D8D-3BFFEB711CD2}"/>
          </ac:spMkLst>
        </pc:spChg>
        <pc:grpChg chg="del mod">
          <ac:chgData name="Choi Jeomki" userId="f1912f8b0928b9f1" providerId="LiveId" clId="{D8FB46F6-7F0E-4535-B1A9-CD101ADCF625}" dt="2019-02-23T15:49:08.963" v="15200" actId="478"/>
          <ac:grpSpMkLst>
            <pc:docMk/>
            <pc:sldMk cId="976788790" sldId="415"/>
            <ac:grpSpMk id="11" creationId="{33E9CC24-682A-47E7-9C2A-6D7F6668D6B2}"/>
          </ac:grpSpMkLst>
        </pc:grpChg>
        <pc:grpChg chg="add del">
          <ac:chgData name="Choi Jeomki" userId="f1912f8b0928b9f1" providerId="LiveId" clId="{D8FB46F6-7F0E-4535-B1A9-CD101ADCF625}" dt="2019-02-23T15:50:52.725" v="15302" actId="478"/>
          <ac:grpSpMkLst>
            <pc:docMk/>
            <pc:sldMk cId="976788790" sldId="415"/>
            <ac:grpSpMk id="61" creationId="{AB69F57B-71B3-4015-9BDA-9D9201CB5B5F}"/>
          </ac:grpSpMkLst>
        </pc:grpChg>
        <pc:grpChg chg="add">
          <ac:chgData name="Choi Jeomki" userId="f1912f8b0928b9f1" providerId="LiveId" clId="{D8FB46F6-7F0E-4535-B1A9-CD101ADCF625}" dt="2019-02-23T15:50:52.973" v="15303"/>
          <ac:grpSpMkLst>
            <pc:docMk/>
            <pc:sldMk cId="976788790" sldId="415"/>
            <ac:grpSpMk id="67" creationId="{4EEBF156-1529-43FB-BC46-455D29D1CCD9}"/>
          </ac:grpSpMkLst>
        </pc:grpChg>
        <pc:picChg chg="del mod">
          <ac:chgData name="Choi Jeomki" userId="f1912f8b0928b9f1" providerId="LiveId" clId="{D8FB46F6-7F0E-4535-B1A9-CD101ADCF625}" dt="2019-02-22T20:23:14.785" v="6572" actId="478"/>
          <ac:picMkLst>
            <pc:docMk/>
            <pc:sldMk cId="976788790" sldId="415"/>
            <ac:picMk id="4" creationId="{844B88E2-69CC-4D53-9130-4858735FD56A}"/>
          </ac:picMkLst>
        </pc:picChg>
        <pc:cxnChg chg="add">
          <ac:chgData name="Choi Jeomki" userId="f1912f8b0928b9f1" providerId="LiveId" clId="{D8FB46F6-7F0E-4535-B1A9-CD101ADCF625}" dt="2019-02-22T19:40:04.542" v="5078"/>
          <ac:cxnSpMkLst>
            <pc:docMk/>
            <pc:sldMk cId="976788790" sldId="415"/>
            <ac:cxnSpMk id="38" creationId="{C13C761F-ABE8-4CB0-ADF9-CFEB35F0FB67}"/>
          </ac:cxnSpMkLst>
        </pc:cxnChg>
        <pc:cxnChg chg="del">
          <ac:chgData name="Choi Jeomki" userId="f1912f8b0928b9f1" providerId="LiveId" clId="{D8FB46F6-7F0E-4535-B1A9-CD101ADCF625}" dt="2019-02-22T19:40:04.110" v="5077" actId="478"/>
          <ac:cxnSpMkLst>
            <pc:docMk/>
            <pc:sldMk cId="976788790" sldId="415"/>
            <ac:cxnSpMk id="40" creationId="{681A1A18-D7A4-4621-B25D-B5E747A0986F}"/>
          </ac:cxnSpMkLst>
        </pc:cxnChg>
        <pc:cxnChg chg="add">
          <ac:chgData name="Choi Jeomki" userId="f1912f8b0928b9f1" providerId="LiveId" clId="{D8FB46F6-7F0E-4535-B1A9-CD101ADCF625}" dt="2019-02-22T19:40:04.542" v="5078"/>
          <ac:cxnSpMkLst>
            <pc:docMk/>
            <pc:sldMk cId="976788790" sldId="415"/>
            <ac:cxnSpMk id="41" creationId="{1CB26761-82EF-40D7-A66C-05DA757D5F72}"/>
          </ac:cxnSpMkLst>
        </pc:cxnChg>
        <pc:cxnChg chg="del">
          <ac:chgData name="Choi Jeomki" userId="f1912f8b0928b9f1" providerId="LiveId" clId="{D8FB46F6-7F0E-4535-B1A9-CD101ADCF625}" dt="2019-02-22T19:40:04.110" v="5077" actId="478"/>
          <ac:cxnSpMkLst>
            <pc:docMk/>
            <pc:sldMk cId="976788790" sldId="415"/>
            <ac:cxnSpMk id="43" creationId="{E3A54D34-E042-4E8A-BA86-218A0D1C4077}"/>
          </ac:cxnSpMkLst>
        </pc:cxnChg>
      </pc:sldChg>
      <pc:sldChg chg="addSp delSp modSp add">
        <pc:chgData name="Choi Jeomki" userId="f1912f8b0928b9f1" providerId="LiveId" clId="{D8FB46F6-7F0E-4535-B1A9-CD101ADCF625}" dt="2019-03-07T07:29:21.936" v="18227" actId="207"/>
        <pc:sldMkLst>
          <pc:docMk/>
          <pc:sldMk cId="3997676151" sldId="416"/>
        </pc:sldMkLst>
        <pc:spChg chg="mod">
          <ac:chgData name="Choi Jeomki" userId="f1912f8b0928b9f1" providerId="LiveId" clId="{D8FB46F6-7F0E-4535-B1A9-CD101ADCF625}" dt="2019-02-23T03:46:02.132" v="8677"/>
          <ac:spMkLst>
            <pc:docMk/>
            <pc:sldMk cId="3997676151" sldId="416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3:48:11.830" v="9232"/>
          <ac:spMkLst>
            <pc:docMk/>
            <pc:sldMk cId="3997676151" sldId="416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03:49:43.008" v="9246"/>
          <ac:spMkLst>
            <pc:docMk/>
            <pc:sldMk cId="3997676151" sldId="416"/>
            <ac:spMk id="4" creationId="{C79D062B-1463-45B2-A25C-0E3B98914C04}"/>
          </ac:spMkLst>
        </pc:spChg>
        <pc:spChg chg="mod">
          <ac:chgData name="Choi Jeomki" userId="f1912f8b0928b9f1" providerId="LiveId" clId="{D8FB46F6-7F0E-4535-B1A9-CD101ADCF625}" dt="2019-03-07T07:29:21.936" v="18227" actId="207"/>
          <ac:spMkLst>
            <pc:docMk/>
            <pc:sldMk cId="3997676151" sldId="416"/>
            <ac:spMk id="5" creationId="{C5E7E629-F99B-4C52-8B87-DB8E87906E14}"/>
          </ac:spMkLst>
        </pc:spChg>
        <pc:picChg chg="add mod">
          <ac:chgData name="Choi Jeomki" userId="f1912f8b0928b9f1" providerId="LiveId" clId="{D8FB46F6-7F0E-4535-B1A9-CD101ADCF625}" dt="2019-02-23T03:51:53.888" v="9254" actId="208"/>
          <ac:picMkLst>
            <pc:docMk/>
            <pc:sldMk cId="3997676151" sldId="416"/>
            <ac:picMk id="6" creationId="{37977F42-190A-4AF2-AD3F-2B521A064F3F}"/>
          </ac:picMkLst>
        </pc:picChg>
        <pc:picChg chg="add del">
          <ac:chgData name="Choi Jeomki" userId="f1912f8b0928b9f1" providerId="LiveId" clId="{D8FB46F6-7F0E-4535-B1A9-CD101ADCF625}" dt="2019-02-23T03:51:02.767" v="9251" actId="478"/>
          <ac:picMkLst>
            <pc:docMk/>
            <pc:sldMk cId="3997676151" sldId="416"/>
            <ac:picMk id="7" creationId="{4977A385-FC60-4F23-B696-C4D604CA7129}"/>
          </ac:picMkLst>
        </pc:picChg>
        <pc:picChg chg="add mod">
          <ac:chgData name="Choi Jeomki" userId="f1912f8b0928b9f1" providerId="LiveId" clId="{D8FB46F6-7F0E-4535-B1A9-CD101ADCF625}" dt="2019-02-23T03:51:53.888" v="9254" actId="208"/>
          <ac:picMkLst>
            <pc:docMk/>
            <pc:sldMk cId="3997676151" sldId="416"/>
            <ac:picMk id="8" creationId="{C5D8F085-C5C6-4D6A-8349-3928B85EBB05}"/>
          </ac:picMkLst>
        </pc:picChg>
      </pc:sldChg>
      <pc:sldChg chg="addSp delSp modSp add">
        <pc:chgData name="Choi Jeomki" userId="f1912f8b0928b9f1" providerId="LiveId" clId="{D8FB46F6-7F0E-4535-B1A9-CD101ADCF625}" dt="2019-03-07T07:33:17.939" v="18252" actId="14100"/>
        <pc:sldMkLst>
          <pc:docMk/>
          <pc:sldMk cId="2920717934" sldId="417"/>
        </pc:sldMkLst>
        <pc:spChg chg="mod">
          <ac:chgData name="Choi Jeomki" userId="f1912f8b0928b9f1" providerId="LiveId" clId="{D8FB46F6-7F0E-4535-B1A9-CD101ADCF625}" dt="2019-02-23T03:52:13.125" v="9261"/>
          <ac:spMkLst>
            <pc:docMk/>
            <pc:sldMk cId="2920717934" sldId="417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3:55:37.088" v="9657" actId="20577"/>
          <ac:spMkLst>
            <pc:docMk/>
            <pc:sldMk cId="2920717934" sldId="417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3-07T07:33:13.304" v="18251" actId="14100"/>
          <ac:spMkLst>
            <pc:docMk/>
            <pc:sldMk cId="2920717934" sldId="417"/>
            <ac:spMk id="4" creationId="{C79D062B-1463-45B2-A25C-0E3B98914C04}"/>
          </ac:spMkLst>
        </pc:spChg>
        <pc:spChg chg="mod">
          <ac:chgData name="Choi Jeomki" userId="f1912f8b0928b9f1" providerId="LiveId" clId="{D8FB46F6-7F0E-4535-B1A9-CD101ADCF625}" dt="2019-03-07T07:33:17.939" v="18252" actId="14100"/>
          <ac:spMkLst>
            <pc:docMk/>
            <pc:sldMk cId="2920717934" sldId="417"/>
            <ac:spMk id="5" creationId="{C5E7E629-F99B-4C52-8B87-DB8E87906E14}"/>
          </ac:spMkLst>
        </pc:spChg>
        <pc:spChg chg="add del">
          <ac:chgData name="Choi Jeomki" userId="f1912f8b0928b9f1" providerId="LiveId" clId="{D8FB46F6-7F0E-4535-B1A9-CD101ADCF625}" dt="2019-02-23T04:00:54.609" v="9704"/>
          <ac:spMkLst>
            <pc:docMk/>
            <pc:sldMk cId="2920717934" sldId="417"/>
            <ac:spMk id="10" creationId="{43EEF9A8-315F-4DA1-87D5-A90B0D7E1DFC}"/>
          </ac:spMkLst>
        </pc:spChg>
        <pc:picChg chg="add mod">
          <ac:chgData name="Choi Jeomki" userId="f1912f8b0928b9f1" providerId="LiveId" clId="{D8FB46F6-7F0E-4535-B1A9-CD101ADCF625}" dt="2019-03-07T07:33:08.350" v="18250" actId="555"/>
          <ac:picMkLst>
            <pc:docMk/>
            <pc:sldMk cId="2920717934" sldId="417"/>
            <ac:picMk id="6" creationId="{EF1EDD0E-9BDE-4642-918A-0151379B7A3B}"/>
          </ac:picMkLst>
        </pc:picChg>
        <pc:picChg chg="add mod">
          <ac:chgData name="Choi Jeomki" userId="f1912f8b0928b9f1" providerId="LiveId" clId="{D8FB46F6-7F0E-4535-B1A9-CD101ADCF625}" dt="2019-03-07T07:33:08.350" v="18250" actId="555"/>
          <ac:picMkLst>
            <pc:docMk/>
            <pc:sldMk cId="2920717934" sldId="417"/>
            <ac:picMk id="7" creationId="{5CD11FEF-07EE-4558-822C-706E0156BE3C}"/>
          </ac:picMkLst>
        </pc:picChg>
        <pc:picChg chg="add mod">
          <ac:chgData name="Choi Jeomki" userId="f1912f8b0928b9f1" providerId="LiveId" clId="{D8FB46F6-7F0E-4535-B1A9-CD101ADCF625}" dt="2019-03-07T07:33:04.362" v="18249" actId="1038"/>
          <ac:picMkLst>
            <pc:docMk/>
            <pc:sldMk cId="2920717934" sldId="417"/>
            <ac:picMk id="8" creationId="{367E39AC-EDDD-4D29-B49E-064A65449D55}"/>
          </ac:picMkLst>
        </pc:picChg>
        <pc:picChg chg="add del mod">
          <ac:chgData name="Choi Jeomki" userId="f1912f8b0928b9f1" providerId="LiveId" clId="{D8FB46F6-7F0E-4535-B1A9-CD101ADCF625}" dt="2019-03-07T07:33:04.362" v="18249" actId="1038"/>
          <ac:picMkLst>
            <pc:docMk/>
            <pc:sldMk cId="2920717934" sldId="417"/>
            <ac:picMk id="9" creationId="{D827D540-759A-417B-8A4C-C56A849374F9}"/>
          </ac:picMkLst>
        </pc:picChg>
      </pc:sldChg>
      <pc:sldChg chg="addSp delSp modSp add">
        <pc:chgData name="Choi Jeomki" userId="f1912f8b0928b9f1" providerId="LiveId" clId="{D8FB46F6-7F0E-4535-B1A9-CD101ADCF625}" dt="2019-02-23T04:20:41.563" v="10074" actId="1076"/>
        <pc:sldMkLst>
          <pc:docMk/>
          <pc:sldMk cId="388643593" sldId="418"/>
        </pc:sldMkLst>
        <pc:spChg chg="mod">
          <ac:chgData name="Choi Jeomki" userId="f1912f8b0928b9f1" providerId="LiveId" clId="{D8FB46F6-7F0E-4535-B1A9-CD101ADCF625}" dt="2019-02-23T04:05:08.159" v="9824"/>
          <ac:spMkLst>
            <pc:docMk/>
            <pc:sldMk cId="388643593" sldId="418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4:13:54.113" v="9977" actId="20577"/>
          <ac:spMkLst>
            <pc:docMk/>
            <pc:sldMk cId="388643593" sldId="418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04:20:20.027" v="10069" actId="14100"/>
          <ac:spMkLst>
            <pc:docMk/>
            <pc:sldMk cId="388643593" sldId="418"/>
            <ac:spMk id="4" creationId="{C79D062B-1463-45B2-A25C-0E3B98914C04}"/>
          </ac:spMkLst>
        </pc:spChg>
        <pc:spChg chg="mod">
          <ac:chgData name="Choi Jeomki" userId="f1912f8b0928b9f1" providerId="LiveId" clId="{D8FB46F6-7F0E-4535-B1A9-CD101ADCF625}" dt="2019-02-23T04:20:24.283" v="10070" actId="14100"/>
          <ac:spMkLst>
            <pc:docMk/>
            <pc:sldMk cId="388643593" sldId="418"/>
            <ac:spMk id="5" creationId="{C5E7E629-F99B-4C52-8B87-DB8E87906E14}"/>
          </ac:spMkLst>
        </pc:spChg>
        <pc:picChg chg="add mod ord">
          <ac:chgData name="Choi Jeomki" userId="f1912f8b0928b9f1" providerId="LiveId" clId="{D8FB46F6-7F0E-4535-B1A9-CD101ADCF625}" dt="2019-02-23T04:20:41.563" v="10074" actId="1076"/>
          <ac:picMkLst>
            <pc:docMk/>
            <pc:sldMk cId="388643593" sldId="418"/>
            <ac:picMk id="6" creationId="{569BB408-0721-4B59-A6C6-B75F61BF7CB7}"/>
          </ac:picMkLst>
        </pc:picChg>
        <pc:picChg chg="add del mod">
          <ac:chgData name="Choi Jeomki" userId="f1912f8b0928b9f1" providerId="LiveId" clId="{D8FB46F6-7F0E-4535-B1A9-CD101ADCF625}" dt="2019-02-23T04:19:00.842" v="10036" actId="478"/>
          <ac:picMkLst>
            <pc:docMk/>
            <pc:sldMk cId="388643593" sldId="418"/>
            <ac:picMk id="7" creationId="{9B77A8C2-6A73-4D85-B090-3D1711F3A900}"/>
          </ac:picMkLst>
        </pc:picChg>
        <pc:picChg chg="add mod">
          <ac:chgData name="Choi Jeomki" userId="f1912f8b0928b9f1" providerId="LiveId" clId="{D8FB46F6-7F0E-4535-B1A9-CD101ADCF625}" dt="2019-02-23T04:20:35.611" v="10073" actId="1076"/>
          <ac:picMkLst>
            <pc:docMk/>
            <pc:sldMk cId="388643593" sldId="418"/>
            <ac:picMk id="8" creationId="{A031CCCF-38A5-41A6-9490-C3951BBA7030}"/>
          </ac:picMkLst>
        </pc:picChg>
      </pc:sldChg>
      <pc:sldChg chg="addSp delSp modSp add">
        <pc:chgData name="Choi Jeomki" userId="f1912f8b0928b9f1" providerId="LiveId" clId="{D8FB46F6-7F0E-4535-B1A9-CD101ADCF625}" dt="2019-03-07T07:52:55.356" v="18340" actId="208"/>
        <pc:sldMkLst>
          <pc:docMk/>
          <pc:sldMk cId="3061743356" sldId="419"/>
        </pc:sldMkLst>
        <pc:spChg chg="mod">
          <ac:chgData name="Choi Jeomki" userId="f1912f8b0928b9f1" providerId="LiveId" clId="{D8FB46F6-7F0E-4535-B1A9-CD101ADCF625}" dt="2019-02-23T22:29:56.915" v="16869"/>
          <ac:spMkLst>
            <pc:docMk/>
            <pc:sldMk cId="3061743356" sldId="419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22:31:33.180" v="16910" actId="20577"/>
          <ac:spMkLst>
            <pc:docMk/>
            <pc:sldMk cId="3061743356" sldId="419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22:34:00.586" v="17013" actId="14100"/>
          <ac:spMkLst>
            <pc:docMk/>
            <pc:sldMk cId="3061743356" sldId="419"/>
            <ac:spMk id="4" creationId="{C79D062B-1463-45B2-A25C-0E3B98914C04}"/>
          </ac:spMkLst>
        </pc:spChg>
        <pc:spChg chg="del">
          <ac:chgData name="Choi Jeomki" userId="f1912f8b0928b9f1" providerId="LiveId" clId="{D8FB46F6-7F0E-4535-B1A9-CD101ADCF625}" dt="2019-02-23T22:30:08.001" v="16872" actId="478"/>
          <ac:spMkLst>
            <pc:docMk/>
            <pc:sldMk cId="3061743356" sldId="419"/>
            <ac:spMk id="5" creationId="{C5E7E629-F99B-4C52-8B87-DB8E87906E14}"/>
          </ac:spMkLst>
        </pc:spChg>
        <pc:picChg chg="add mod">
          <ac:chgData name="Choi Jeomki" userId="f1912f8b0928b9f1" providerId="LiveId" clId="{D8FB46F6-7F0E-4535-B1A9-CD101ADCF625}" dt="2019-03-07T07:52:55.356" v="18340" actId="208"/>
          <ac:picMkLst>
            <pc:docMk/>
            <pc:sldMk cId="3061743356" sldId="419"/>
            <ac:picMk id="6" creationId="{4CD361D8-3598-452A-A798-443AC0065DBD}"/>
          </ac:picMkLst>
        </pc:picChg>
      </pc:sldChg>
      <pc:sldChg chg="addSp delSp modSp add">
        <pc:chgData name="Choi Jeomki" userId="f1912f8b0928b9f1" providerId="LiveId" clId="{D8FB46F6-7F0E-4535-B1A9-CD101ADCF625}" dt="2019-03-07T07:52:51.725" v="18339" actId="208"/>
        <pc:sldMkLst>
          <pc:docMk/>
          <pc:sldMk cId="2078732297" sldId="420"/>
        </pc:sldMkLst>
        <pc:spChg chg="mod">
          <ac:chgData name="Choi Jeomki" userId="f1912f8b0928b9f1" providerId="LiveId" clId="{D8FB46F6-7F0E-4535-B1A9-CD101ADCF625}" dt="2019-02-23T22:32:16.987" v="16977"/>
          <ac:spMkLst>
            <pc:docMk/>
            <pc:sldMk cId="2078732297" sldId="420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22:40:56.451" v="17402"/>
          <ac:spMkLst>
            <pc:docMk/>
            <pc:sldMk cId="2078732297" sldId="420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3-07T07:49:52.515" v="18320" actId="14100"/>
          <ac:spMkLst>
            <pc:docMk/>
            <pc:sldMk cId="2078732297" sldId="420"/>
            <ac:spMk id="4" creationId="{C79D062B-1463-45B2-A25C-0E3B98914C04}"/>
          </ac:spMkLst>
        </pc:spChg>
        <pc:spChg chg="del">
          <ac:chgData name="Choi Jeomki" userId="f1912f8b0928b9f1" providerId="LiveId" clId="{D8FB46F6-7F0E-4535-B1A9-CD101ADCF625}" dt="2019-02-23T22:32:28.198" v="16979" actId="478"/>
          <ac:spMkLst>
            <pc:docMk/>
            <pc:sldMk cId="2078732297" sldId="420"/>
            <ac:spMk id="5" creationId="{C5E7E629-F99B-4C52-8B87-DB8E87906E14}"/>
          </ac:spMkLst>
        </pc:spChg>
        <pc:grpChg chg="add mod">
          <ac:chgData name="Choi Jeomki" userId="f1912f8b0928b9f1" providerId="LiveId" clId="{D8FB46F6-7F0E-4535-B1A9-CD101ADCF625}" dt="2019-03-07T07:49:54.970" v="18329" actId="1038"/>
          <ac:grpSpMkLst>
            <pc:docMk/>
            <pc:sldMk cId="2078732297" sldId="420"/>
            <ac:grpSpMk id="6" creationId="{7B493B66-7B90-4EBD-BBB4-5F5ED8846454}"/>
          </ac:grpSpMkLst>
        </pc:grpChg>
        <pc:grpChg chg="add del mod">
          <ac:chgData name="Choi Jeomki" userId="f1912f8b0928b9f1" providerId="LiveId" clId="{D8FB46F6-7F0E-4535-B1A9-CD101ADCF625}" dt="2019-03-07T07:47:58.137" v="18287" actId="478"/>
          <ac:grpSpMkLst>
            <pc:docMk/>
            <pc:sldMk cId="2078732297" sldId="420"/>
            <ac:grpSpMk id="10" creationId="{5CB5330E-AA2C-479B-82C7-0726BE26D12A}"/>
          </ac:grpSpMkLst>
        </pc:grpChg>
        <pc:picChg chg="add mod modCrop">
          <ac:chgData name="Choi Jeomki" userId="f1912f8b0928b9f1" providerId="LiveId" clId="{D8FB46F6-7F0E-4535-B1A9-CD101ADCF625}" dt="2019-03-07T07:52:51.725" v="18339" actId="208"/>
          <ac:picMkLst>
            <pc:docMk/>
            <pc:sldMk cId="2078732297" sldId="420"/>
            <ac:picMk id="5" creationId="{4DE16EC7-B37A-40E2-BAC5-F2799B75BDB7}"/>
          </ac:picMkLst>
        </pc:picChg>
        <pc:picChg chg="add del mod">
          <ac:chgData name="Choi Jeomki" userId="f1912f8b0928b9f1" providerId="LiveId" clId="{D8FB46F6-7F0E-4535-B1A9-CD101ADCF625}" dt="2019-02-23T22:35:49.569" v="17019" actId="478"/>
          <ac:picMkLst>
            <pc:docMk/>
            <pc:sldMk cId="2078732297" sldId="420"/>
            <ac:picMk id="6" creationId="{97AE9B3D-C3E8-470A-821B-386B6CC62840}"/>
          </ac:picMkLst>
        </pc:picChg>
        <pc:picChg chg="add mod modCrop">
          <ac:chgData name="Choi Jeomki" userId="f1912f8b0928b9f1" providerId="LiveId" clId="{D8FB46F6-7F0E-4535-B1A9-CD101ADCF625}" dt="2019-02-23T22:38:10.250" v="17066" actId="465"/>
          <ac:picMkLst>
            <pc:docMk/>
            <pc:sldMk cId="2078732297" sldId="420"/>
            <ac:picMk id="7" creationId="{3B68C330-FF60-4DED-B5B9-A64083F77E5F}"/>
          </ac:picMkLst>
        </pc:picChg>
        <pc:picChg chg="add mod modCrop">
          <ac:chgData name="Choi Jeomki" userId="f1912f8b0928b9f1" providerId="LiveId" clId="{D8FB46F6-7F0E-4535-B1A9-CD101ADCF625}" dt="2019-02-23T22:38:10.250" v="17066" actId="465"/>
          <ac:picMkLst>
            <pc:docMk/>
            <pc:sldMk cId="2078732297" sldId="420"/>
            <ac:picMk id="8" creationId="{87E01083-7BFC-4167-8AAD-A7FCC9AA040C}"/>
          </ac:picMkLst>
        </pc:picChg>
        <pc:picChg chg="add mod modCrop">
          <ac:chgData name="Choi Jeomki" userId="f1912f8b0928b9f1" providerId="LiveId" clId="{D8FB46F6-7F0E-4535-B1A9-CD101ADCF625}" dt="2019-02-23T22:38:10.250" v="17066" actId="465"/>
          <ac:picMkLst>
            <pc:docMk/>
            <pc:sldMk cId="2078732297" sldId="420"/>
            <ac:picMk id="9" creationId="{840256D1-DD45-4148-A473-C11306A5D1EA}"/>
          </ac:picMkLst>
        </pc:picChg>
        <pc:picChg chg="add mod modCrop">
          <ac:chgData name="Choi Jeomki" userId="f1912f8b0928b9f1" providerId="LiveId" clId="{D8FB46F6-7F0E-4535-B1A9-CD101ADCF625}" dt="2019-03-07T07:52:51.725" v="18339" actId="208"/>
          <ac:picMkLst>
            <pc:docMk/>
            <pc:sldMk cId="2078732297" sldId="420"/>
            <ac:picMk id="11" creationId="{CA2C6D67-01BD-46EA-92F4-A6F233903FE6}"/>
          </ac:picMkLst>
        </pc:picChg>
        <pc:picChg chg="add mod modCrop">
          <ac:chgData name="Choi Jeomki" userId="f1912f8b0928b9f1" providerId="LiveId" clId="{D8FB46F6-7F0E-4535-B1A9-CD101ADCF625}" dt="2019-03-07T07:52:51.725" v="18339" actId="208"/>
          <ac:picMkLst>
            <pc:docMk/>
            <pc:sldMk cId="2078732297" sldId="420"/>
            <ac:picMk id="12" creationId="{34085A0A-5F0B-4FE9-9015-E17A42B954CA}"/>
          </ac:picMkLst>
        </pc:picChg>
      </pc:sldChg>
      <pc:sldChg chg="addSp delSp modSp add">
        <pc:chgData name="Choi Jeomki" userId="f1912f8b0928b9f1" providerId="LiveId" clId="{D8FB46F6-7F0E-4535-B1A9-CD101ADCF625}" dt="2019-02-23T04:34:57.755" v="10833"/>
        <pc:sldMkLst>
          <pc:docMk/>
          <pc:sldMk cId="4215883248" sldId="421"/>
        </pc:sldMkLst>
        <pc:spChg chg="mod">
          <ac:chgData name="Choi Jeomki" userId="f1912f8b0928b9f1" providerId="LiveId" clId="{D8FB46F6-7F0E-4535-B1A9-CD101ADCF625}" dt="2019-02-23T04:34:57.755" v="10833"/>
          <ac:spMkLst>
            <pc:docMk/>
            <pc:sldMk cId="4215883248" sldId="421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4:31:58.484" v="10799"/>
          <ac:spMkLst>
            <pc:docMk/>
            <pc:sldMk cId="4215883248" sldId="421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04:29:42.370" v="10260" actId="14100"/>
          <ac:spMkLst>
            <pc:docMk/>
            <pc:sldMk cId="4215883248" sldId="421"/>
            <ac:spMk id="4" creationId="{C79D062B-1463-45B2-A25C-0E3B98914C04}"/>
          </ac:spMkLst>
        </pc:spChg>
        <pc:spChg chg="del mod">
          <ac:chgData name="Choi Jeomki" userId="f1912f8b0928b9f1" providerId="LiveId" clId="{D8FB46F6-7F0E-4535-B1A9-CD101ADCF625}" dt="2019-02-23T04:22:31.637" v="10087" actId="478"/>
          <ac:spMkLst>
            <pc:docMk/>
            <pc:sldMk cId="4215883248" sldId="421"/>
            <ac:spMk id="5" creationId="{C5E7E629-F99B-4C52-8B87-DB8E87906E14}"/>
          </ac:spMkLst>
        </pc:spChg>
        <pc:spChg chg="add mod">
          <ac:chgData name="Choi Jeomki" userId="f1912f8b0928b9f1" providerId="LiveId" clId="{D8FB46F6-7F0E-4535-B1A9-CD101ADCF625}" dt="2019-02-23T04:29:35.706" v="10247" actId="14100"/>
          <ac:spMkLst>
            <pc:docMk/>
            <pc:sldMk cId="4215883248" sldId="421"/>
            <ac:spMk id="6" creationId="{47CA75C5-7D37-4A78-8D49-829E72623023}"/>
          </ac:spMkLst>
        </pc:spChg>
        <pc:grpChg chg="add del mod">
          <ac:chgData name="Choi Jeomki" userId="f1912f8b0928b9f1" providerId="LiveId" clId="{D8FB46F6-7F0E-4535-B1A9-CD101ADCF625}" dt="2019-02-23T04:26:49.461" v="10110" actId="165"/>
          <ac:grpSpMkLst>
            <pc:docMk/>
            <pc:sldMk cId="4215883248" sldId="421"/>
            <ac:grpSpMk id="11" creationId="{F13ADA06-B0F9-4571-83B3-D288A3A25032}"/>
          </ac:grpSpMkLst>
        </pc:grpChg>
        <pc:picChg chg="add mod topLvl">
          <ac:chgData name="Choi Jeomki" userId="f1912f8b0928b9f1" providerId="LiveId" clId="{D8FB46F6-7F0E-4535-B1A9-CD101ADCF625}" dt="2019-02-23T04:29:24.878" v="10233" actId="1036"/>
          <ac:picMkLst>
            <pc:docMk/>
            <pc:sldMk cId="4215883248" sldId="421"/>
            <ac:picMk id="7" creationId="{D601E3B3-77D5-441B-8EFD-C46425C22538}"/>
          </ac:picMkLst>
        </pc:picChg>
        <pc:picChg chg="add mod topLvl">
          <ac:chgData name="Choi Jeomki" userId="f1912f8b0928b9f1" providerId="LiveId" clId="{D8FB46F6-7F0E-4535-B1A9-CD101ADCF625}" dt="2019-02-23T04:29:27.812" v="10234" actId="555"/>
          <ac:picMkLst>
            <pc:docMk/>
            <pc:sldMk cId="4215883248" sldId="421"/>
            <ac:picMk id="8" creationId="{9350BAE6-CC16-4DAF-B8E2-F76ABA50DD7A}"/>
          </ac:picMkLst>
        </pc:picChg>
        <pc:picChg chg="add mod topLvl">
          <ac:chgData name="Choi Jeomki" userId="f1912f8b0928b9f1" providerId="LiveId" clId="{D8FB46F6-7F0E-4535-B1A9-CD101ADCF625}" dt="2019-02-23T04:29:38.818" v="10259" actId="1038"/>
          <ac:picMkLst>
            <pc:docMk/>
            <pc:sldMk cId="4215883248" sldId="421"/>
            <ac:picMk id="9" creationId="{74F4BB8C-1EEB-4052-814D-DA4AE67D0254}"/>
          </ac:picMkLst>
        </pc:picChg>
        <pc:picChg chg="add mod topLvl">
          <ac:chgData name="Choi Jeomki" userId="f1912f8b0928b9f1" providerId="LiveId" clId="{D8FB46F6-7F0E-4535-B1A9-CD101ADCF625}" dt="2019-02-23T04:29:38.818" v="10259" actId="1038"/>
          <ac:picMkLst>
            <pc:docMk/>
            <pc:sldMk cId="4215883248" sldId="421"/>
            <ac:picMk id="10" creationId="{1F9CF78B-8B1F-4E89-8392-EE14D4B80CBC}"/>
          </ac:picMkLst>
        </pc:picChg>
      </pc:sldChg>
      <pc:sldChg chg="addSp delSp modSp add">
        <pc:chgData name="Choi Jeomki" userId="f1912f8b0928b9f1" providerId="LiveId" clId="{D8FB46F6-7F0E-4535-B1A9-CD101ADCF625}" dt="2019-03-07T07:35:55.996" v="18257" actId="1037"/>
        <pc:sldMkLst>
          <pc:docMk/>
          <pc:sldMk cId="2143234007" sldId="422"/>
        </pc:sldMkLst>
        <pc:spChg chg="mod">
          <ac:chgData name="Choi Jeomki" userId="f1912f8b0928b9f1" providerId="LiveId" clId="{D8FB46F6-7F0E-4535-B1A9-CD101ADCF625}" dt="2019-02-24T03:21:52.684" v="18169"/>
          <ac:spMkLst>
            <pc:docMk/>
            <pc:sldMk cId="2143234007" sldId="422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4:59:29.988" v="11702" actId="20577"/>
          <ac:spMkLst>
            <pc:docMk/>
            <pc:sldMk cId="2143234007" sldId="422"/>
            <ac:spMk id="3" creationId="{00000000-0000-0000-0000-000000000000}"/>
          </ac:spMkLst>
        </pc:spChg>
        <pc:spChg chg="mod ord">
          <ac:chgData name="Choi Jeomki" userId="f1912f8b0928b9f1" providerId="LiveId" clId="{D8FB46F6-7F0E-4535-B1A9-CD101ADCF625}" dt="2019-03-07T07:35:51.995" v="18253" actId="14100"/>
          <ac:spMkLst>
            <pc:docMk/>
            <pc:sldMk cId="2143234007" sldId="422"/>
            <ac:spMk id="4" creationId="{C79D062B-1463-45B2-A25C-0E3B98914C04}"/>
          </ac:spMkLst>
        </pc:spChg>
        <pc:spChg chg="del mod">
          <ac:chgData name="Choi Jeomki" userId="f1912f8b0928b9f1" providerId="LiveId" clId="{D8FB46F6-7F0E-4535-B1A9-CD101ADCF625}" dt="2019-02-23T04:45:05.742" v="11015" actId="478"/>
          <ac:spMkLst>
            <pc:docMk/>
            <pc:sldMk cId="2143234007" sldId="422"/>
            <ac:spMk id="5" creationId="{C5E7E629-F99B-4C52-8B87-DB8E87906E14}"/>
          </ac:spMkLst>
        </pc:spChg>
        <pc:spChg chg="add mod ord">
          <ac:chgData name="Choi Jeomki" userId="f1912f8b0928b9f1" providerId="LiveId" clId="{D8FB46F6-7F0E-4535-B1A9-CD101ADCF625}" dt="2019-02-23T04:59:34.375" v="11705" actId="20577"/>
          <ac:spMkLst>
            <pc:docMk/>
            <pc:sldMk cId="2143234007" sldId="422"/>
            <ac:spMk id="13" creationId="{E5F061C3-A40C-4531-8AB8-655CFF3808C8}"/>
          </ac:spMkLst>
        </pc:spChg>
        <pc:picChg chg="add mod">
          <ac:chgData name="Choi Jeomki" userId="f1912f8b0928b9f1" providerId="LiveId" clId="{D8FB46F6-7F0E-4535-B1A9-CD101ADCF625}" dt="2019-03-07T07:35:55.996" v="18257" actId="1037"/>
          <ac:picMkLst>
            <pc:docMk/>
            <pc:sldMk cId="2143234007" sldId="422"/>
            <ac:picMk id="6" creationId="{3A34A2B6-7F7C-4840-A282-6456581A985B}"/>
          </ac:picMkLst>
        </pc:picChg>
        <pc:picChg chg="add mod">
          <ac:chgData name="Choi Jeomki" userId="f1912f8b0928b9f1" providerId="LiveId" clId="{D8FB46F6-7F0E-4535-B1A9-CD101ADCF625}" dt="2019-03-07T07:35:55.996" v="18257" actId="1037"/>
          <ac:picMkLst>
            <pc:docMk/>
            <pc:sldMk cId="2143234007" sldId="422"/>
            <ac:picMk id="7" creationId="{8B007FEF-6BF7-4268-9562-A33A832544F3}"/>
          </ac:picMkLst>
        </pc:picChg>
        <pc:picChg chg="add del">
          <ac:chgData name="Choi Jeomki" userId="f1912f8b0928b9f1" providerId="LiveId" clId="{D8FB46F6-7F0E-4535-B1A9-CD101ADCF625}" dt="2019-02-23T04:43:00.880" v="10997" actId="478"/>
          <ac:picMkLst>
            <pc:docMk/>
            <pc:sldMk cId="2143234007" sldId="422"/>
            <ac:picMk id="8" creationId="{F9986973-D9CF-4A6F-81F7-C24F4583B6A1}"/>
          </ac:picMkLst>
        </pc:picChg>
        <pc:picChg chg="add del mod">
          <ac:chgData name="Choi Jeomki" userId="f1912f8b0928b9f1" providerId="LiveId" clId="{D8FB46F6-7F0E-4535-B1A9-CD101ADCF625}" dt="2019-02-23T04:43:45.246" v="11002" actId="478"/>
          <ac:picMkLst>
            <pc:docMk/>
            <pc:sldMk cId="2143234007" sldId="422"/>
            <ac:picMk id="9" creationId="{51E03001-1429-4C8D-BA22-9AD2A2A06C18}"/>
          </ac:picMkLst>
        </pc:picChg>
        <pc:picChg chg="add mod">
          <ac:chgData name="Choi Jeomki" userId="f1912f8b0928b9f1" providerId="LiveId" clId="{D8FB46F6-7F0E-4535-B1A9-CD101ADCF625}" dt="2019-02-23T04:56:01.984" v="11117" actId="208"/>
          <ac:picMkLst>
            <pc:docMk/>
            <pc:sldMk cId="2143234007" sldId="422"/>
            <ac:picMk id="10" creationId="{8D4175F2-2F26-4DC4-A93C-8F01DF74F2D8}"/>
          </ac:picMkLst>
        </pc:picChg>
        <pc:picChg chg="add mod">
          <ac:chgData name="Choi Jeomki" userId="f1912f8b0928b9f1" providerId="LiveId" clId="{D8FB46F6-7F0E-4535-B1A9-CD101ADCF625}" dt="2019-02-23T04:56:01.984" v="11117" actId="208"/>
          <ac:picMkLst>
            <pc:docMk/>
            <pc:sldMk cId="2143234007" sldId="422"/>
            <ac:picMk id="11" creationId="{F3275C62-7A00-414B-BBA1-D583483BA8BD}"/>
          </ac:picMkLst>
        </pc:picChg>
        <pc:picChg chg="add del mod">
          <ac:chgData name="Choi Jeomki" userId="f1912f8b0928b9f1" providerId="LiveId" clId="{D8FB46F6-7F0E-4535-B1A9-CD101ADCF625}" dt="2019-02-23T04:45:05.742" v="11015" actId="478"/>
          <ac:picMkLst>
            <pc:docMk/>
            <pc:sldMk cId="2143234007" sldId="422"/>
            <ac:picMk id="12" creationId="{D0D9D5A3-3668-4095-9140-66E47BDEC386}"/>
          </ac:picMkLst>
        </pc:picChg>
        <pc:picChg chg="add del mod">
          <ac:chgData name="Choi Jeomki" userId="f1912f8b0928b9f1" providerId="LiveId" clId="{D8FB46F6-7F0E-4535-B1A9-CD101ADCF625}" dt="2019-02-23T04:54:59.956" v="11059" actId="478"/>
          <ac:picMkLst>
            <pc:docMk/>
            <pc:sldMk cId="2143234007" sldId="422"/>
            <ac:picMk id="14" creationId="{6AC17B4E-541C-4A62-B3EC-E9A0AE5AA3A7}"/>
          </ac:picMkLst>
        </pc:picChg>
      </pc:sldChg>
      <pc:sldChg chg="addSp delSp modSp add">
        <pc:chgData name="Choi Jeomki" userId="f1912f8b0928b9f1" providerId="LiveId" clId="{D8FB46F6-7F0E-4535-B1A9-CD101ADCF625}" dt="2019-03-07T07:38:47.379" v="18266" actId="14100"/>
        <pc:sldMkLst>
          <pc:docMk/>
          <pc:sldMk cId="2801327216" sldId="423"/>
        </pc:sldMkLst>
        <pc:spChg chg="mod">
          <ac:chgData name="Choi Jeomki" userId="f1912f8b0928b9f1" providerId="LiveId" clId="{D8FB46F6-7F0E-4535-B1A9-CD101ADCF625}" dt="2019-02-24T03:22:55.935" v="18183"/>
          <ac:spMkLst>
            <pc:docMk/>
            <pc:sldMk cId="2801327216" sldId="423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5:17:35.107" v="12706"/>
          <ac:spMkLst>
            <pc:docMk/>
            <pc:sldMk cId="2801327216" sldId="423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3-07T07:38:47.379" v="18266" actId="14100"/>
          <ac:spMkLst>
            <pc:docMk/>
            <pc:sldMk cId="2801327216" sldId="423"/>
            <ac:spMk id="4" creationId="{C79D062B-1463-45B2-A25C-0E3B98914C04}"/>
          </ac:spMkLst>
        </pc:spChg>
        <pc:spChg chg="mod">
          <ac:chgData name="Choi Jeomki" userId="f1912f8b0928b9f1" providerId="LiveId" clId="{D8FB46F6-7F0E-4535-B1A9-CD101ADCF625}" dt="2019-03-07T07:38:37.064" v="18260" actId="20577"/>
          <ac:spMkLst>
            <pc:docMk/>
            <pc:sldMk cId="2801327216" sldId="423"/>
            <ac:spMk id="5" creationId="{C5E7E629-F99B-4C52-8B87-DB8E87906E14}"/>
          </ac:spMkLst>
        </pc:spChg>
        <pc:picChg chg="add del mod modCrop">
          <ac:chgData name="Choi Jeomki" userId="f1912f8b0928b9f1" providerId="LiveId" clId="{D8FB46F6-7F0E-4535-B1A9-CD101ADCF625}" dt="2019-02-23T05:10:27.253" v="12366" actId="478"/>
          <ac:picMkLst>
            <pc:docMk/>
            <pc:sldMk cId="2801327216" sldId="423"/>
            <ac:picMk id="6" creationId="{E38AFB81-322A-4D85-8EAD-DCB85767B74F}"/>
          </ac:picMkLst>
        </pc:picChg>
        <pc:picChg chg="add del mod modCrop">
          <ac:chgData name="Choi Jeomki" userId="f1912f8b0928b9f1" providerId="LiveId" clId="{D8FB46F6-7F0E-4535-B1A9-CD101ADCF625}" dt="2019-02-23T05:10:27.253" v="12366" actId="478"/>
          <ac:picMkLst>
            <pc:docMk/>
            <pc:sldMk cId="2801327216" sldId="423"/>
            <ac:picMk id="7" creationId="{3541E440-9AEE-4BF3-9711-E2F2CB6FE0F2}"/>
          </ac:picMkLst>
        </pc:picChg>
        <pc:picChg chg="add mod modCrop">
          <ac:chgData name="Choi Jeomki" userId="f1912f8b0928b9f1" providerId="LiveId" clId="{D8FB46F6-7F0E-4535-B1A9-CD101ADCF625}" dt="2019-03-07T07:38:39.631" v="18262" actId="1036"/>
          <ac:picMkLst>
            <pc:docMk/>
            <pc:sldMk cId="2801327216" sldId="423"/>
            <ac:picMk id="8" creationId="{C76B88E7-5F6A-494A-BE18-713B15CD972A}"/>
          </ac:picMkLst>
        </pc:picChg>
        <pc:picChg chg="add mod modCrop">
          <ac:chgData name="Choi Jeomki" userId="f1912f8b0928b9f1" providerId="LiveId" clId="{D8FB46F6-7F0E-4535-B1A9-CD101ADCF625}" dt="2019-03-07T07:38:43.642" v="18265" actId="1038"/>
          <ac:picMkLst>
            <pc:docMk/>
            <pc:sldMk cId="2801327216" sldId="423"/>
            <ac:picMk id="9" creationId="{B71BED6F-C054-4498-9A57-A839226BCF80}"/>
          </ac:picMkLst>
        </pc:picChg>
        <pc:picChg chg="add mod modCrop">
          <ac:chgData name="Choi Jeomki" userId="f1912f8b0928b9f1" providerId="LiveId" clId="{D8FB46F6-7F0E-4535-B1A9-CD101ADCF625}" dt="2019-03-07T07:38:43.642" v="18265" actId="1038"/>
          <ac:picMkLst>
            <pc:docMk/>
            <pc:sldMk cId="2801327216" sldId="423"/>
            <ac:picMk id="10" creationId="{B46FFE7E-9C7B-4BB0-9BBE-D14FF82DB3F5}"/>
          </ac:picMkLst>
        </pc:picChg>
        <pc:picChg chg="add mod modCrop">
          <ac:chgData name="Choi Jeomki" userId="f1912f8b0928b9f1" providerId="LiveId" clId="{D8FB46F6-7F0E-4535-B1A9-CD101ADCF625}" dt="2019-02-23T05:16:21.774" v="12418" actId="1036"/>
          <ac:picMkLst>
            <pc:docMk/>
            <pc:sldMk cId="2801327216" sldId="423"/>
            <ac:picMk id="11" creationId="{42A72258-7F0D-4F56-BAED-E80FC38AADB1}"/>
          </ac:picMkLst>
        </pc:picChg>
      </pc:sldChg>
      <pc:sldChg chg="addSp delSp modSp add">
        <pc:chgData name="Choi Jeomki" userId="f1912f8b0928b9f1" providerId="LiveId" clId="{D8FB46F6-7F0E-4535-B1A9-CD101ADCF625}" dt="2019-03-07T07:37:23.204" v="18258" actId="14100"/>
        <pc:sldMkLst>
          <pc:docMk/>
          <pc:sldMk cId="3282996524" sldId="425"/>
        </pc:sldMkLst>
        <pc:spChg chg="mod">
          <ac:chgData name="Choi Jeomki" userId="f1912f8b0928b9f1" providerId="LiveId" clId="{D8FB46F6-7F0E-4535-B1A9-CD101ADCF625}" dt="2019-02-24T03:21:58.476" v="18172" actId="20577"/>
          <ac:spMkLst>
            <pc:docMk/>
            <pc:sldMk cId="3282996524" sldId="425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05:07:18.707" v="12309"/>
          <ac:spMkLst>
            <pc:docMk/>
            <pc:sldMk cId="3282996524" sldId="425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05:02:47.831" v="11772" actId="554"/>
          <ac:spMkLst>
            <pc:docMk/>
            <pc:sldMk cId="3282996524" sldId="425"/>
            <ac:spMk id="4" creationId="{C79D062B-1463-45B2-A25C-0E3B98914C04}"/>
          </ac:spMkLst>
        </pc:spChg>
        <pc:spChg chg="del">
          <ac:chgData name="Choi Jeomki" userId="f1912f8b0928b9f1" providerId="LiveId" clId="{D8FB46F6-7F0E-4535-B1A9-CD101ADCF625}" dt="2019-02-23T04:59:51.349" v="11707" actId="478"/>
          <ac:spMkLst>
            <pc:docMk/>
            <pc:sldMk cId="3282996524" sldId="425"/>
            <ac:spMk id="5" creationId="{C5E7E629-F99B-4C52-8B87-DB8E87906E14}"/>
          </ac:spMkLst>
        </pc:spChg>
        <pc:spChg chg="add mod ord">
          <ac:chgData name="Choi Jeomki" userId="f1912f8b0928b9f1" providerId="LiveId" clId="{D8FB46F6-7F0E-4535-B1A9-CD101ADCF625}" dt="2019-03-07T07:37:23.204" v="18258" actId="14100"/>
          <ac:spMkLst>
            <pc:docMk/>
            <pc:sldMk cId="3282996524" sldId="425"/>
            <ac:spMk id="15" creationId="{612C0CFB-8598-47BC-9098-26FE58B7DB4F}"/>
          </ac:spMkLst>
        </pc:spChg>
        <pc:spChg chg="add mod">
          <ac:chgData name="Choi Jeomki" userId="f1912f8b0928b9f1" providerId="LiveId" clId="{D8FB46F6-7F0E-4535-B1A9-CD101ADCF625}" dt="2019-02-23T05:05:02.079" v="11826" actId="12788"/>
          <ac:spMkLst>
            <pc:docMk/>
            <pc:sldMk cId="3282996524" sldId="425"/>
            <ac:spMk id="17" creationId="{C02A3479-DC96-4D98-9CD7-37DE038D256D}"/>
          </ac:spMkLst>
        </pc:spChg>
        <pc:picChg chg="del">
          <ac:chgData name="Choi Jeomki" userId="f1912f8b0928b9f1" providerId="LiveId" clId="{D8FB46F6-7F0E-4535-B1A9-CD101ADCF625}" dt="2019-02-24T03:22:20.543" v="18173" actId="478"/>
          <ac:picMkLst>
            <pc:docMk/>
            <pc:sldMk cId="3282996524" sldId="425"/>
            <ac:picMk id="6" creationId="{3A34A2B6-7F7C-4840-A282-6456581A985B}"/>
          </ac:picMkLst>
        </pc:picChg>
        <pc:picChg chg="del mod">
          <ac:chgData name="Choi Jeomki" userId="f1912f8b0928b9f1" providerId="LiveId" clId="{D8FB46F6-7F0E-4535-B1A9-CD101ADCF625}" dt="2019-02-23T05:00:46.006" v="11725" actId="478"/>
          <ac:picMkLst>
            <pc:docMk/>
            <pc:sldMk cId="3282996524" sldId="425"/>
            <ac:picMk id="7" creationId="{8B007FEF-6BF7-4268-9562-A33A832544F3}"/>
          </ac:picMkLst>
        </pc:picChg>
        <pc:picChg chg="add mod modCrop">
          <ac:chgData name="Choi Jeomki" userId="f1912f8b0928b9f1" providerId="LiveId" clId="{D8FB46F6-7F0E-4535-B1A9-CD101ADCF625}" dt="2019-02-23T05:04:41.413" v="11821" actId="1036"/>
          <ac:picMkLst>
            <pc:docMk/>
            <pc:sldMk cId="3282996524" sldId="425"/>
            <ac:picMk id="8" creationId="{91A94591-9DAF-43D3-BE9D-09306F630FF9}"/>
          </ac:picMkLst>
        </pc:picChg>
        <pc:picChg chg="add mod">
          <ac:chgData name="Choi Jeomki" userId="f1912f8b0928b9f1" providerId="LiveId" clId="{D8FB46F6-7F0E-4535-B1A9-CD101ADCF625}" dt="2019-02-23T05:05:02.079" v="11826" actId="12788"/>
          <ac:picMkLst>
            <pc:docMk/>
            <pc:sldMk cId="3282996524" sldId="425"/>
            <ac:picMk id="9" creationId="{B2179346-1F14-48A2-931A-2FD40D8198AA}"/>
          </ac:picMkLst>
        </pc:picChg>
        <pc:picChg chg="del">
          <ac:chgData name="Choi Jeomki" userId="f1912f8b0928b9f1" providerId="LiveId" clId="{D8FB46F6-7F0E-4535-B1A9-CD101ADCF625}" dt="2019-02-23T04:59:56.232" v="11709" actId="478"/>
          <ac:picMkLst>
            <pc:docMk/>
            <pc:sldMk cId="3282996524" sldId="425"/>
            <ac:picMk id="10" creationId="{8D4175F2-2F26-4DC4-A93C-8F01DF74F2D8}"/>
          </ac:picMkLst>
        </pc:picChg>
        <pc:picChg chg="del">
          <ac:chgData name="Choi Jeomki" userId="f1912f8b0928b9f1" providerId="LiveId" clId="{D8FB46F6-7F0E-4535-B1A9-CD101ADCF625}" dt="2019-02-23T04:59:57.728" v="11710" actId="478"/>
          <ac:picMkLst>
            <pc:docMk/>
            <pc:sldMk cId="3282996524" sldId="425"/>
            <ac:picMk id="11" creationId="{F3275C62-7A00-414B-BBA1-D583483BA8BD}"/>
          </ac:picMkLst>
        </pc:picChg>
        <pc:picChg chg="mod modCrop">
          <ac:chgData name="Choi Jeomki" userId="f1912f8b0928b9f1" providerId="LiveId" clId="{D8FB46F6-7F0E-4535-B1A9-CD101ADCF625}" dt="2019-02-23T05:02:39.983" v="11770" actId="552"/>
          <ac:picMkLst>
            <pc:docMk/>
            <pc:sldMk cId="3282996524" sldId="425"/>
            <ac:picMk id="12" creationId="{D0D9D5A3-3668-4095-9140-66E47BDEC386}"/>
          </ac:picMkLst>
        </pc:picChg>
        <pc:picChg chg="add mod modCrop">
          <ac:chgData name="Choi Jeomki" userId="f1912f8b0928b9f1" providerId="LiveId" clId="{D8FB46F6-7F0E-4535-B1A9-CD101ADCF625}" dt="2019-02-23T05:02:39.983" v="11770" actId="552"/>
          <ac:picMkLst>
            <pc:docMk/>
            <pc:sldMk cId="3282996524" sldId="425"/>
            <ac:picMk id="13" creationId="{9624F684-5A15-4B6B-8585-31CF783B748C}"/>
          </ac:picMkLst>
        </pc:picChg>
        <pc:picChg chg="add mod modCrop">
          <ac:chgData name="Choi Jeomki" userId="f1912f8b0928b9f1" providerId="LiveId" clId="{D8FB46F6-7F0E-4535-B1A9-CD101ADCF625}" dt="2019-02-23T05:04:36.742" v="11815" actId="1036"/>
          <ac:picMkLst>
            <pc:docMk/>
            <pc:sldMk cId="3282996524" sldId="425"/>
            <ac:picMk id="14" creationId="{FC1F01F3-5AC5-4E01-9E4E-3E2EACEA6721}"/>
          </ac:picMkLst>
        </pc:picChg>
        <pc:picChg chg="add mod">
          <ac:chgData name="Choi Jeomki" userId="f1912f8b0928b9f1" providerId="LiveId" clId="{D8FB46F6-7F0E-4535-B1A9-CD101ADCF625}" dt="2019-02-23T05:05:02.079" v="11826" actId="12788"/>
          <ac:picMkLst>
            <pc:docMk/>
            <pc:sldMk cId="3282996524" sldId="425"/>
            <ac:picMk id="16" creationId="{716407C3-4B82-41D4-8943-506976D94F51}"/>
          </ac:picMkLst>
        </pc:picChg>
      </pc:sldChg>
      <pc:sldChg chg="addSp delSp modSp add">
        <pc:chgData name="Choi Jeomki" userId="f1912f8b0928b9f1" providerId="LiveId" clId="{D8FB46F6-7F0E-4535-B1A9-CD101ADCF625}" dt="2019-02-23T23:02:14.670" v="17964" actId="1035"/>
        <pc:sldMkLst>
          <pc:docMk/>
          <pc:sldMk cId="4248501804" sldId="426"/>
        </pc:sldMkLst>
        <pc:spChg chg="mod">
          <ac:chgData name="Choi Jeomki" userId="f1912f8b0928b9f1" providerId="LiveId" clId="{D8FB46F6-7F0E-4535-B1A9-CD101ADCF625}" dt="2019-02-23T15:55:09.903" v="15841"/>
          <ac:spMkLst>
            <pc:docMk/>
            <pc:sldMk cId="4248501804" sldId="426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15:55:00.805" v="15809"/>
          <ac:spMkLst>
            <pc:docMk/>
            <pc:sldMk cId="4248501804" sldId="426"/>
            <ac:spMk id="3" creationId="{00000000-0000-0000-0000-000000000000}"/>
          </ac:spMkLst>
        </pc:spChg>
        <pc:spChg chg="del">
          <ac:chgData name="Choi Jeomki" userId="f1912f8b0928b9f1" providerId="LiveId" clId="{D8FB46F6-7F0E-4535-B1A9-CD101ADCF625}" dt="2019-02-23T06:58:07.740" v="13214" actId="478"/>
          <ac:spMkLst>
            <pc:docMk/>
            <pc:sldMk cId="4248501804" sldId="426"/>
            <ac:spMk id="19" creationId="{1676B505-3A8C-4C4E-954F-0F9C9FA165FD}"/>
          </ac:spMkLst>
        </pc:spChg>
        <pc:spChg chg="del mod">
          <ac:chgData name="Choi Jeomki" userId="f1912f8b0928b9f1" providerId="LiveId" clId="{D8FB46F6-7F0E-4535-B1A9-CD101ADCF625}" dt="2019-02-23T15:49:18.934" v="15202" actId="478"/>
          <ac:spMkLst>
            <pc:docMk/>
            <pc:sldMk cId="4248501804" sldId="426"/>
            <ac:spMk id="21" creationId="{C2373626-04D2-4B63-A2A1-4F1E88AC7F94}"/>
          </ac:spMkLst>
        </pc:spChg>
        <pc:spChg chg="del mod">
          <ac:chgData name="Choi Jeomki" userId="f1912f8b0928b9f1" providerId="LiveId" clId="{D8FB46F6-7F0E-4535-B1A9-CD101ADCF625}" dt="2019-02-23T22:58:52.964" v="17544" actId="478"/>
          <ac:spMkLst>
            <pc:docMk/>
            <pc:sldMk cId="4248501804" sldId="426"/>
            <ac:spMk id="28" creationId="{8704CB08-960C-46C9-83BF-464F05547EFE}"/>
          </ac:spMkLst>
        </pc:spChg>
        <pc:spChg chg="mod">
          <ac:chgData name="Choi Jeomki" userId="f1912f8b0928b9f1" providerId="LiveId" clId="{D8FB46F6-7F0E-4535-B1A9-CD101ADCF625}" dt="2019-02-23T15:38:02.697" v="14792" actId="20577"/>
          <ac:spMkLst>
            <pc:docMk/>
            <pc:sldMk cId="4248501804" sldId="426"/>
            <ac:spMk id="30" creationId="{AF830C43-2089-4A09-93CD-4442D4B4705C}"/>
          </ac:spMkLst>
        </pc:spChg>
        <pc:spChg chg="del mod">
          <ac:chgData name="Choi Jeomki" userId="f1912f8b0928b9f1" providerId="LiveId" clId="{D8FB46F6-7F0E-4535-B1A9-CD101ADCF625}" dt="2019-02-23T22:58:52.964" v="17544" actId="478"/>
          <ac:spMkLst>
            <pc:docMk/>
            <pc:sldMk cId="4248501804" sldId="426"/>
            <ac:spMk id="39" creationId="{1CE92A92-49EB-4CAB-A3BA-1E62BF464F71}"/>
          </ac:spMkLst>
        </pc:spChg>
        <pc:spChg chg="del">
          <ac:chgData name="Choi Jeomki" userId="f1912f8b0928b9f1" providerId="LiveId" clId="{D8FB46F6-7F0E-4535-B1A9-CD101ADCF625}" dt="2019-02-23T14:37:16.229" v="13239" actId="478"/>
          <ac:spMkLst>
            <pc:docMk/>
            <pc:sldMk cId="4248501804" sldId="426"/>
            <ac:spMk id="42" creationId="{8B66E732-01E8-4A1A-88BA-EBBA8F0F6159}"/>
          </ac:spMkLst>
        </pc:spChg>
        <pc:spChg chg="add">
          <ac:chgData name="Choi Jeomki" userId="f1912f8b0928b9f1" providerId="LiveId" clId="{D8FB46F6-7F0E-4535-B1A9-CD101ADCF625}" dt="2019-02-23T14:37:16.785" v="13240"/>
          <ac:spMkLst>
            <pc:docMk/>
            <pc:sldMk cId="4248501804" sldId="426"/>
            <ac:spMk id="46" creationId="{7AA3AAA8-A09B-49C0-BB5E-95E34EB574AE}"/>
          </ac:spMkLst>
        </pc:spChg>
        <pc:spChg chg="del mod">
          <ac:chgData name="Choi Jeomki" userId="f1912f8b0928b9f1" providerId="LiveId" clId="{D8FB46F6-7F0E-4535-B1A9-CD101ADCF625}" dt="2019-02-23T22:58:52.964" v="17544" actId="478"/>
          <ac:spMkLst>
            <pc:docMk/>
            <pc:sldMk cId="4248501804" sldId="426"/>
            <ac:spMk id="48" creationId="{613ACBD4-7434-4D19-B977-ECDD3681E992}"/>
          </ac:spMkLst>
        </pc:spChg>
        <pc:spChg chg="del mod">
          <ac:chgData name="Choi Jeomki" userId="f1912f8b0928b9f1" providerId="LiveId" clId="{D8FB46F6-7F0E-4535-B1A9-CD101ADCF625}" dt="2019-02-23T22:58:52.964" v="17544" actId="478"/>
          <ac:spMkLst>
            <pc:docMk/>
            <pc:sldMk cId="4248501804" sldId="426"/>
            <ac:spMk id="49" creationId="{E70B4071-3795-425C-922C-617DB1AF8C94}"/>
          </ac:spMkLst>
        </pc:spChg>
        <pc:spChg chg="del">
          <ac:chgData name="Choi Jeomki" userId="f1912f8b0928b9f1" providerId="LiveId" clId="{D8FB46F6-7F0E-4535-B1A9-CD101ADCF625}" dt="2019-02-23T06:58:07.740" v="13214" actId="478"/>
          <ac:spMkLst>
            <pc:docMk/>
            <pc:sldMk cId="4248501804" sldId="426"/>
            <ac:spMk id="50" creationId="{B99958D9-53B2-4B72-812C-4865943CDD0C}"/>
          </ac:spMkLst>
        </pc:spChg>
        <pc:spChg chg="mod">
          <ac:chgData name="Choi Jeomki" userId="f1912f8b0928b9f1" providerId="LiveId" clId="{D8FB46F6-7F0E-4535-B1A9-CD101ADCF625}" dt="2019-02-23T22:57:53.845" v="17480"/>
          <ac:spMkLst>
            <pc:docMk/>
            <pc:sldMk cId="4248501804" sldId="426"/>
            <ac:spMk id="52" creationId="{6599E19B-5E21-4EFC-A0DA-42B46DB89623}"/>
          </ac:spMkLst>
        </pc:spChg>
        <pc:spChg chg="add mod">
          <ac:chgData name="Choi Jeomki" userId="f1912f8b0928b9f1" providerId="LiveId" clId="{D8FB46F6-7F0E-4535-B1A9-CD101ADCF625}" dt="2019-02-23T15:52:45.810" v="15537" actId="20577"/>
          <ac:spMkLst>
            <pc:docMk/>
            <pc:sldMk cId="4248501804" sldId="426"/>
            <ac:spMk id="55" creationId="{FAB02C1E-E8B0-40EA-B42C-75991E0C6459}"/>
          </ac:spMkLst>
        </pc:spChg>
        <pc:spChg chg="add mod">
          <ac:chgData name="Choi Jeomki" userId="f1912f8b0928b9f1" providerId="LiveId" clId="{D8FB46F6-7F0E-4535-B1A9-CD101ADCF625}" dt="2019-02-23T23:02:14.670" v="17964" actId="1035"/>
          <ac:spMkLst>
            <pc:docMk/>
            <pc:sldMk cId="4248501804" sldId="426"/>
            <ac:spMk id="56" creationId="{0B549E30-87AB-4899-95BE-671751FD8368}"/>
          </ac:spMkLst>
        </pc:spChg>
        <pc:spChg chg="add mod">
          <ac:chgData name="Choi Jeomki" userId="f1912f8b0928b9f1" providerId="LiveId" clId="{D8FB46F6-7F0E-4535-B1A9-CD101ADCF625}" dt="2019-02-23T23:02:10.176" v="17954" actId="1035"/>
          <ac:spMkLst>
            <pc:docMk/>
            <pc:sldMk cId="4248501804" sldId="426"/>
            <ac:spMk id="57" creationId="{53FD1E96-3AFE-4BE6-9367-37F766551970}"/>
          </ac:spMkLst>
        </pc:spChg>
        <pc:spChg chg="del mod">
          <ac:chgData name="Choi Jeomki" userId="f1912f8b0928b9f1" providerId="LiveId" clId="{D8FB46F6-7F0E-4535-B1A9-CD101ADCF625}" dt="2019-02-23T15:42:51.876" v="14819" actId="478"/>
          <ac:spMkLst>
            <pc:docMk/>
            <pc:sldMk cId="4248501804" sldId="426"/>
            <ac:spMk id="58" creationId="{C340C46F-D615-4EF6-8D33-1086E4288F1B}"/>
          </ac:spMkLst>
        </pc:spChg>
        <pc:spChg chg="del mod">
          <ac:chgData name="Choi Jeomki" userId="f1912f8b0928b9f1" providerId="LiveId" clId="{D8FB46F6-7F0E-4535-B1A9-CD101ADCF625}" dt="2019-02-23T15:42:51.876" v="14819" actId="478"/>
          <ac:spMkLst>
            <pc:docMk/>
            <pc:sldMk cId="4248501804" sldId="426"/>
            <ac:spMk id="59" creationId="{30498A1D-47B1-4583-8CA5-9EB8F13D0B4E}"/>
          </ac:spMkLst>
        </pc:spChg>
        <pc:spChg chg="del mod">
          <ac:chgData name="Choi Jeomki" userId="f1912f8b0928b9f1" providerId="LiveId" clId="{D8FB46F6-7F0E-4535-B1A9-CD101ADCF625}" dt="2019-02-23T22:58:52.964" v="17544" actId="478"/>
          <ac:spMkLst>
            <pc:docMk/>
            <pc:sldMk cId="4248501804" sldId="426"/>
            <ac:spMk id="60" creationId="{CB14C160-AFF0-49D2-852A-1CF5B15A9095}"/>
          </ac:spMkLst>
        </pc:spChg>
        <pc:spChg chg="add mod">
          <ac:chgData name="Choi Jeomki" userId="f1912f8b0928b9f1" providerId="LiveId" clId="{D8FB46F6-7F0E-4535-B1A9-CD101ADCF625}" dt="2019-02-23T23:02:03.102" v="17952" actId="948"/>
          <ac:spMkLst>
            <pc:docMk/>
            <pc:sldMk cId="4248501804" sldId="426"/>
            <ac:spMk id="61" creationId="{18E7FC4E-E3CD-411D-B562-954746C01F8D}"/>
          </ac:spMkLst>
        </pc:spChg>
        <pc:spChg chg="add mod">
          <ac:chgData name="Choi Jeomki" userId="f1912f8b0928b9f1" providerId="LiveId" clId="{D8FB46F6-7F0E-4535-B1A9-CD101ADCF625}" dt="2019-02-23T23:02:10.176" v="17954" actId="1035"/>
          <ac:spMkLst>
            <pc:docMk/>
            <pc:sldMk cId="4248501804" sldId="426"/>
            <ac:spMk id="62" creationId="{58968757-A6B8-45C0-AC19-BAE8D5ED8CAE}"/>
          </ac:spMkLst>
        </pc:spChg>
        <pc:spChg chg="add mod">
          <ac:chgData name="Choi Jeomki" userId="f1912f8b0928b9f1" providerId="LiveId" clId="{D8FB46F6-7F0E-4535-B1A9-CD101ADCF625}" dt="2019-02-23T22:57:33.668" v="17451"/>
          <ac:spMkLst>
            <pc:docMk/>
            <pc:sldMk cId="4248501804" sldId="426"/>
            <ac:spMk id="63" creationId="{15F5120E-F810-40F1-810C-D6CABD23AF62}"/>
          </ac:spMkLst>
        </pc:spChg>
        <pc:spChg chg="add mod">
          <ac:chgData name="Choi Jeomki" userId="f1912f8b0928b9f1" providerId="LiveId" clId="{D8FB46F6-7F0E-4535-B1A9-CD101ADCF625}" dt="2019-02-23T23:02:14.670" v="17964" actId="1035"/>
          <ac:spMkLst>
            <pc:docMk/>
            <pc:sldMk cId="4248501804" sldId="426"/>
            <ac:spMk id="64" creationId="{A7FC92C6-3A41-4AFF-ADA8-8A571930A0BE}"/>
          </ac:spMkLst>
        </pc:spChg>
        <pc:spChg chg="add ord">
          <ac:chgData name="Choi Jeomki" userId="f1912f8b0928b9f1" providerId="LiveId" clId="{D8FB46F6-7F0E-4535-B1A9-CD101ADCF625}" dt="2019-02-23T22:59:09.334" v="17546" actId="167"/>
          <ac:spMkLst>
            <pc:docMk/>
            <pc:sldMk cId="4248501804" sldId="426"/>
            <ac:spMk id="65" creationId="{E7E142D7-887C-4795-B1D0-BA48AA3D1077}"/>
          </ac:spMkLst>
        </pc:spChg>
        <pc:grpChg chg="del">
          <ac:chgData name="Choi Jeomki" userId="f1912f8b0928b9f1" providerId="LiveId" clId="{D8FB46F6-7F0E-4535-B1A9-CD101ADCF625}" dt="2019-02-23T15:49:18.934" v="15202" actId="478"/>
          <ac:grpSpMkLst>
            <pc:docMk/>
            <pc:sldMk cId="4248501804" sldId="426"/>
            <ac:grpSpMk id="11" creationId="{33E9CC24-682A-47E7-9C2A-6D7F6668D6B2}"/>
          </ac:grpSpMkLst>
        </pc:grpChg>
        <pc:grpChg chg="add">
          <ac:chgData name="Choi Jeomki" userId="f1912f8b0928b9f1" providerId="LiveId" clId="{D8FB46F6-7F0E-4535-B1A9-CD101ADCF625}" dt="2019-02-23T15:49:19.178" v="15203"/>
          <ac:grpSpMkLst>
            <pc:docMk/>
            <pc:sldMk cId="4248501804" sldId="426"/>
            <ac:grpSpMk id="47" creationId="{889C8343-7A98-4411-87CF-DDFF317D1CE9}"/>
          </ac:grpSpMkLst>
        </pc:grpChg>
        <pc:cxnChg chg="del">
          <ac:chgData name="Choi Jeomki" userId="f1912f8b0928b9f1" providerId="LiveId" clId="{D8FB46F6-7F0E-4535-B1A9-CD101ADCF625}" dt="2019-02-23T14:37:16.229" v="13239" actId="478"/>
          <ac:cxnSpMkLst>
            <pc:docMk/>
            <pc:sldMk cId="4248501804" sldId="426"/>
            <ac:cxnSpMk id="38" creationId="{C13C761F-ABE8-4CB0-ADF9-CFEB35F0FB67}"/>
          </ac:cxnSpMkLst>
        </pc:cxnChg>
        <pc:cxnChg chg="add mod">
          <ac:chgData name="Choi Jeomki" userId="f1912f8b0928b9f1" providerId="LiveId" clId="{D8FB46F6-7F0E-4535-B1A9-CD101ADCF625}" dt="2019-02-23T22:59:25.014" v="17563" actId="14100"/>
          <ac:cxnSpMkLst>
            <pc:docMk/>
            <pc:sldMk cId="4248501804" sldId="426"/>
            <ac:cxnSpMk id="40" creationId="{0A8C5B93-94B7-42F7-96F2-995D3B309F4D}"/>
          </ac:cxnSpMkLst>
        </pc:cxnChg>
        <pc:cxnChg chg="del">
          <ac:chgData name="Choi Jeomki" userId="f1912f8b0928b9f1" providerId="LiveId" clId="{D8FB46F6-7F0E-4535-B1A9-CD101ADCF625}" dt="2019-02-23T14:37:16.229" v="13239" actId="478"/>
          <ac:cxnSpMkLst>
            <pc:docMk/>
            <pc:sldMk cId="4248501804" sldId="426"/>
            <ac:cxnSpMk id="41" creationId="{1CB26761-82EF-40D7-A66C-05DA757D5F72}"/>
          </ac:cxnSpMkLst>
        </pc:cxnChg>
        <pc:cxnChg chg="add">
          <ac:chgData name="Choi Jeomki" userId="f1912f8b0928b9f1" providerId="LiveId" clId="{D8FB46F6-7F0E-4535-B1A9-CD101ADCF625}" dt="2019-02-23T14:37:16.785" v="13240"/>
          <ac:cxnSpMkLst>
            <pc:docMk/>
            <pc:sldMk cId="4248501804" sldId="426"/>
            <ac:cxnSpMk id="43" creationId="{0B7FBD9F-A6FD-47BA-BBDA-920BC6B2F05F}"/>
          </ac:cxnSpMkLst>
        </pc:cxnChg>
      </pc:sldChg>
      <pc:sldChg chg="addSp delSp modSp add">
        <pc:chgData name="Choi Jeomki" userId="f1912f8b0928b9f1" providerId="LiveId" clId="{D8FB46F6-7F0E-4535-B1A9-CD101ADCF625}" dt="2019-02-24T23:52:23.622" v="18185" actId="115"/>
        <pc:sldMkLst>
          <pc:docMk/>
          <pc:sldMk cId="3461163840" sldId="427"/>
        </pc:sldMkLst>
        <pc:spChg chg="mod">
          <ac:chgData name="Choi Jeomki" userId="f1912f8b0928b9f1" providerId="LiveId" clId="{D8FB46F6-7F0E-4535-B1A9-CD101ADCF625}" dt="2019-02-24T23:52:23.622" v="18185" actId="115"/>
          <ac:spMkLst>
            <pc:docMk/>
            <pc:sldMk cId="3461163840" sldId="427"/>
            <ac:spMk id="21" creationId="{9F771F1A-289E-4A2A-9DA2-873F091B5C83}"/>
          </ac:spMkLst>
        </pc:spChg>
        <pc:spChg chg="del">
          <ac:chgData name="Choi Jeomki" userId="f1912f8b0928b9f1" providerId="LiveId" clId="{D8FB46F6-7F0E-4535-B1A9-CD101ADCF625}" dt="2019-02-23T15:49:45.310" v="15206"/>
          <ac:spMkLst>
            <pc:docMk/>
            <pc:sldMk cId="3461163840" sldId="427"/>
            <ac:spMk id="22" creationId="{1A322131-E279-448F-9C8D-3FD113363A3D}"/>
          </ac:spMkLst>
        </pc:spChg>
        <pc:spChg chg="add">
          <ac:chgData name="Choi Jeomki" userId="f1912f8b0928b9f1" providerId="LiveId" clId="{D8FB46F6-7F0E-4535-B1A9-CD101ADCF625}" dt="2019-02-23T15:49:53.689" v="15246"/>
          <ac:spMkLst>
            <pc:docMk/>
            <pc:sldMk cId="3461163840" sldId="427"/>
            <ac:spMk id="28" creationId="{761A8AC1-7ECA-42DE-A5D0-CFCA78DA1966}"/>
          </ac:spMkLst>
        </pc:spChg>
        <pc:spChg chg="mod">
          <ac:chgData name="Choi Jeomki" userId="f1912f8b0928b9f1" providerId="LiveId" clId="{D8FB46F6-7F0E-4535-B1A9-CD101ADCF625}" dt="2019-02-23T15:49:53.151" v="15245" actId="1036"/>
          <ac:spMkLst>
            <pc:docMk/>
            <pc:sldMk cId="3461163840" sldId="427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D8FB46F6-7F0E-4535-B1A9-CD101ADCF625}" dt="2019-02-23T16:01:29.784" v="16174" actId="14100"/>
        <pc:sldMkLst>
          <pc:docMk/>
          <pc:sldMk cId="2186306468" sldId="428"/>
        </pc:sldMkLst>
        <pc:spChg chg="del mod">
          <ac:chgData name="Choi Jeomki" userId="f1912f8b0928b9f1" providerId="LiveId" clId="{D8FB46F6-7F0E-4535-B1A9-CD101ADCF625}" dt="2019-02-23T16:01:24.791" v="16171"/>
          <ac:spMkLst>
            <pc:docMk/>
            <pc:sldMk cId="2186306468" sldId="428"/>
            <ac:spMk id="21" creationId="{9F771F1A-289E-4A2A-9DA2-873F091B5C83}"/>
          </ac:spMkLst>
        </pc:spChg>
        <pc:spChg chg="add">
          <ac:chgData name="Choi Jeomki" userId="f1912f8b0928b9f1" providerId="LiveId" clId="{D8FB46F6-7F0E-4535-B1A9-CD101ADCF625}" dt="2019-02-23T15:50:13.288" v="15287"/>
          <ac:spMkLst>
            <pc:docMk/>
            <pc:sldMk cId="2186306468" sldId="428"/>
            <ac:spMk id="22" creationId="{DA88A5B0-E6EB-4F41-BBA8-F57EC2E77695}"/>
          </ac:spMkLst>
        </pc:spChg>
        <pc:spChg chg="add">
          <ac:chgData name="Choi Jeomki" userId="f1912f8b0928b9f1" providerId="LiveId" clId="{D8FB46F6-7F0E-4535-B1A9-CD101ADCF625}" dt="2019-02-23T16:01:26.755" v="16173"/>
          <ac:spMkLst>
            <pc:docMk/>
            <pc:sldMk cId="2186306468" sldId="428"/>
            <ac:spMk id="29" creationId="{988C70C9-28DA-4F03-B990-47F88EFBCC05}"/>
          </ac:spMkLst>
        </pc:spChg>
        <pc:spChg chg="del">
          <ac:chgData name="Choi Jeomki" userId="f1912f8b0928b9f1" providerId="LiveId" clId="{D8FB46F6-7F0E-4535-B1A9-CD101ADCF625}" dt="2019-02-23T15:50:08.046" v="15249"/>
          <ac:spMkLst>
            <pc:docMk/>
            <pc:sldMk cId="2186306468" sldId="428"/>
            <ac:spMk id="37" creationId="{6A062C83-2067-45C1-AF2B-F40BD29AA2AB}"/>
          </ac:spMkLst>
        </pc:spChg>
        <pc:spChg chg="mod">
          <ac:chgData name="Choi Jeomki" userId="f1912f8b0928b9f1" providerId="LiveId" clId="{D8FB46F6-7F0E-4535-B1A9-CD101ADCF625}" dt="2019-02-23T16:01:29.784" v="16174" actId="14100"/>
          <ac:spMkLst>
            <pc:docMk/>
            <pc:sldMk cId="2186306468" sldId="428"/>
            <ac:spMk id="39" creationId="{00000000-0000-0000-0000-000000000000}"/>
          </ac:spMkLst>
        </pc:spChg>
      </pc:sldChg>
      <pc:sldChg chg="modSp add">
        <pc:chgData name="Choi Jeomki" userId="f1912f8b0928b9f1" providerId="LiveId" clId="{D8FB46F6-7F0E-4535-B1A9-CD101ADCF625}" dt="2019-03-07T07:53:07.236" v="18343" actId="208"/>
        <pc:sldMkLst>
          <pc:docMk/>
          <pc:sldMk cId="2060167543" sldId="429"/>
        </pc:sldMkLst>
        <pc:spChg chg="mod">
          <ac:chgData name="Choi Jeomki" userId="f1912f8b0928b9f1" providerId="LiveId" clId="{D8FB46F6-7F0E-4535-B1A9-CD101ADCF625}" dt="2019-02-23T15:57:47.910" v="15872"/>
          <ac:spMkLst>
            <pc:docMk/>
            <pc:sldMk cId="2060167543" sldId="429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15:58:33.033" v="16043"/>
          <ac:spMkLst>
            <pc:docMk/>
            <pc:sldMk cId="2060167543" sldId="429"/>
            <ac:spMk id="3" creationId="{00000000-0000-0000-0000-000000000000}"/>
          </ac:spMkLst>
        </pc:spChg>
        <pc:picChg chg="mod">
          <ac:chgData name="Choi Jeomki" userId="f1912f8b0928b9f1" providerId="LiveId" clId="{D8FB46F6-7F0E-4535-B1A9-CD101ADCF625}" dt="2019-03-07T07:53:07.236" v="18343" actId="208"/>
          <ac:picMkLst>
            <pc:docMk/>
            <pc:sldMk cId="2060167543" sldId="429"/>
            <ac:picMk id="6" creationId="{569BB408-0721-4B59-A6C6-B75F61BF7CB7}"/>
          </ac:picMkLst>
        </pc:picChg>
        <pc:picChg chg="mod">
          <ac:chgData name="Choi Jeomki" userId="f1912f8b0928b9f1" providerId="LiveId" clId="{D8FB46F6-7F0E-4535-B1A9-CD101ADCF625}" dt="2019-03-07T07:53:07.236" v="18343" actId="208"/>
          <ac:picMkLst>
            <pc:docMk/>
            <pc:sldMk cId="2060167543" sldId="429"/>
            <ac:picMk id="8" creationId="{A031CCCF-38A5-41A6-9490-C3951BBA7030}"/>
          </ac:picMkLst>
        </pc:picChg>
      </pc:sldChg>
      <pc:sldChg chg="modSp add">
        <pc:chgData name="Choi Jeomki" userId="f1912f8b0928b9f1" providerId="LiveId" clId="{D8FB46F6-7F0E-4535-B1A9-CD101ADCF625}" dt="2019-03-07T07:53:03.941" v="18342" actId="208"/>
        <pc:sldMkLst>
          <pc:docMk/>
          <pc:sldMk cId="2230295460" sldId="430"/>
        </pc:sldMkLst>
        <pc:picChg chg="mod">
          <ac:chgData name="Choi Jeomki" userId="f1912f8b0928b9f1" providerId="LiveId" clId="{D8FB46F6-7F0E-4535-B1A9-CD101ADCF625}" dt="2019-03-07T07:53:03.941" v="18342" actId="208"/>
          <ac:picMkLst>
            <pc:docMk/>
            <pc:sldMk cId="2230295460" sldId="430"/>
            <ac:picMk id="7" creationId="{D601E3B3-77D5-441B-8EFD-C46425C22538}"/>
          </ac:picMkLst>
        </pc:picChg>
        <pc:picChg chg="mod">
          <ac:chgData name="Choi Jeomki" userId="f1912f8b0928b9f1" providerId="LiveId" clId="{D8FB46F6-7F0E-4535-B1A9-CD101ADCF625}" dt="2019-03-07T07:53:03.941" v="18342" actId="208"/>
          <ac:picMkLst>
            <pc:docMk/>
            <pc:sldMk cId="2230295460" sldId="430"/>
            <ac:picMk id="8" creationId="{9350BAE6-CC16-4DAF-B8E2-F76ABA50DD7A}"/>
          </ac:picMkLst>
        </pc:picChg>
        <pc:picChg chg="mod">
          <ac:chgData name="Choi Jeomki" userId="f1912f8b0928b9f1" providerId="LiveId" clId="{D8FB46F6-7F0E-4535-B1A9-CD101ADCF625}" dt="2019-03-07T07:53:03.941" v="18342" actId="208"/>
          <ac:picMkLst>
            <pc:docMk/>
            <pc:sldMk cId="2230295460" sldId="430"/>
            <ac:picMk id="9" creationId="{74F4BB8C-1EEB-4052-814D-DA4AE67D0254}"/>
          </ac:picMkLst>
        </pc:picChg>
        <pc:picChg chg="mod">
          <ac:chgData name="Choi Jeomki" userId="f1912f8b0928b9f1" providerId="LiveId" clId="{D8FB46F6-7F0E-4535-B1A9-CD101ADCF625}" dt="2019-03-07T07:53:03.941" v="18342" actId="208"/>
          <ac:picMkLst>
            <pc:docMk/>
            <pc:sldMk cId="2230295460" sldId="430"/>
            <ac:picMk id="10" creationId="{1F9CF78B-8B1F-4E89-8392-EE14D4B80CBC}"/>
          </ac:picMkLst>
        </pc:picChg>
      </pc:sldChg>
      <pc:sldChg chg="addSp delSp modSp add">
        <pc:chgData name="Choi Jeomki" userId="f1912f8b0928b9f1" providerId="LiveId" clId="{D8FB46F6-7F0E-4535-B1A9-CD101ADCF625}" dt="2019-03-07T07:52:47.115" v="18338" actId="208"/>
        <pc:sldMkLst>
          <pc:docMk/>
          <pc:sldMk cId="1163335287" sldId="431"/>
        </pc:sldMkLst>
        <pc:spChg chg="mod">
          <ac:chgData name="Choi Jeomki" userId="f1912f8b0928b9f1" providerId="LiveId" clId="{D8FB46F6-7F0E-4535-B1A9-CD101ADCF625}" dt="2019-02-23T22:40:02.787" v="17297"/>
          <ac:spMkLst>
            <pc:docMk/>
            <pc:sldMk cId="1163335287" sldId="431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22:40:50.420" v="17376" actId="20577"/>
          <ac:spMkLst>
            <pc:docMk/>
            <pc:sldMk cId="1163335287" sldId="431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2-23T22:43:20.673" v="17431" actId="14100"/>
          <ac:spMkLst>
            <pc:docMk/>
            <pc:sldMk cId="1163335287" sldId="431"/>
            <ac:spMk id="4" creationId="{C79D062B-1463-45B2-A25C-0E3B98914C04}"/>
          </ac:spMkLst>
        </pc:spChg>
        <pc:spChg chg="del">
          <ac:chgData name="Choi Jeomki" userId="f1912f8b0928b9f1" providerId="LiveId" clId="{D8FB46F6-7F0E-4535-B1A9-CD101ADCF625}" dt="2019-02-23T22:40:13.256" v="17300" actId="478"/>
          <ac:spMkLst>
            <pc:docMk/>
            <pc:sldMk cId="1163335287" sldId="431"/>
            <ac:spMk id="5" creationId="{C5E7E629-F99B-4C52-8B87-DB8E87906E14}"/>
          </ac:spMkLst>
        </pc:spChg>
        <pc:picChg chg="add del mod">
          <ac:chgData name="Choi Jeomki" userId="f1912f8b0928b9f1" providerId="LiveId" clId="{D8FB46F6-7F0E-4535-B1A9-CD101ADCF625}" dt="2019-02-23T22:44:33.074" v="17436" actId="478"/>
          <ac:picMkLst>
            <pc:docMk/>
            <pc:sldMk cId="1163335287" sldId="431"/>
            <ac:picMk id="6" creationId="{22E7D3BF-3B33-42F3-AF86-D15BB055F207}"/>
          </ac:picMkLst>
        </pc:picChg>
        <pc:picChg chg="add mod">
          <ac:chgData name="Choi Jeomki" userId="f1912f8b0928b9f1" providerId="LiveId" clId="{D8FB46F6-7F0E-4535-B1A9-CD101ADCF625}" dt="2019-03-07T07:52:47.115" v="18338" actId="208"/>
          <ac:picMkLst>
            <pc:docMk/>
            <pc:sldMk cId="1163335287" sldId="431"/>
            <ac:picMk id="7" creationId="{CA52E838-F898-4A94-9166-A657ACB0B768}"/>
          </ac:picMkLst>
        </pc:picChg>
      </pc:sldChg>
      <pc:sldChg chg="addSp delSp modSp add">
        <pc:chgData name="Choi Jeomki" userId="f1912f8b0928b9f1" providerId="LiveId" clId="{D8FB46F6-7F0E-4535-B1A9-CD101ADCF625}" dt="2019-03-07T07:54:09.999" v="18395" actId="1036"/>
        <pc:sldMkLst>
          <pc:docMk/>
          <pc:sldMk cId="3212709627" sldId="432"/>
        </pc:sldMkLst>
        <pc:spChg chg="mod">
          <ac:chgData name="Choi Jeomki" userId="f1912f8b0928b9f1" providerId="LiveId" clId="{D8FB46F6-7F0E-4535-B1A9-CD101ADCF625}" dt="2019-02-23T23:04:15.064" v="17983"/>
          <ac:spMkLst>
            <pc:docMk/>
            <pc:sldMk cId="3212709627" sldId="432"/>
            <ac:spMk id="2" creationId="{00000000-0000-0000-0000-000000000000}"/>
          </ac:spMkLst>
        </pc:spChg>
        <pc:spChg chg="mod">
          <ac:chgData name="Choi Jeomki" userId="f1912f8b0928b9f1" providerId="LiveId" clId="{D8FB46F6-7F0E-4535-B1A9-CD101ADCF625}" dt="2019-02-23T23:04:38.992" v="18095" actId="20577"/>
          <ac:spMkLst>
            <pc:docMk/>
            <pc:sldMk cId="3212709627" sldId="432"/>
            <ac:spMk id="3" creationId="{00000000-0000-0000-0000-000000000000}"/>
          </ac:spMkLst>
        </pc:spChg>
        <pc:spChg chg="mod">
          <ac:chgData name="Choi Jeomki" userId="f1912f8b0928b9f1" providerId="LiveId" clId="{D8FB46F6-7F0E-4535-B1A9-CD101ADCF625}" dt="2019-03-07T07:54:03.218" v="18387" actId="14100"/>
          <ac:spMkLst>
            <pc:docMk/>
            <pc:sldMk cId="3212709627" sldId="432"/>
            <ac:spMk id="4" creationId="{C79D062B-1463-45B2-A25C-0E3B98914C04}"/>
          </ac:spMkLst>
        </pc:spChg>
        <pc:picChg chg="add del">
          <ac:chgData name="Choi Jeomki" userId="f1912f8b0928b9f1" providerId="LiveId" clId="{D8FB46F6-7F0E-4535-B1A9-CD101ADCF625}" dt="2019-02-23T23:05:59.437" v="18109" actId="478"/>
          <ac:picMkLst>
            <pc:docMk/>
            <pc:sldMk cId="3212709627" sldId="432"/>
            <ac:picMk id="5" creationId="{1A54C1A3-DDAC-4DCB-A6BE-E83E334EB6EE}"/>
          </ac:picMkLst>
        </pc:picChg>
        <pc:picChg chg="add mod modCrop">
          <ac:chgData name="Choi Jeomki" userId="f1912f8b0928b9f1" providerId="LiveId" clId="{D8FB46F6-7F0E-4535-B1A9-CD101ADCF625}" dt="2019-03-07T07:54:09.999" v="18395" actId="1036"/>
          <ac:picMkLst>
            <pc:docMk/>
            <pc:sldMk cId="3212709627" sldId="432"/>
            <ac:picMk id="5" creationId="{2D145654-9B1A-4DBE-895C-079ED269172D}"/>
          </ac:picMkLst>
        </pc:picChg>
        <pc:picChg chg="add del mod modCrop">
          <ac:chgData name="Choi Jeomki" userId="f1912f8b0928b9f1" providerId="LiveId" clId="{D8FB46F6-7F0E-4535-B1A9-CD101ADCF625}" dt="2019-02-23T23:06:37.610" v="18120" actId="478"/>
          <ac:picMkLst>
            <pc:docMk/>
            <pc:sldMk cId="3212709627" sldId="432"/>
            <ac:picMk id="6" creationId="{A6A7EF7B-AC0D-4AF8-A055-4C078EFCB269}"/>
          </ac:picMkLst>
        </pc:picChg>
        <pc:picChg chg="del">
          <ac:chgData name="Choi Jeomki" userId="f1912f8b0928b9f1" providerId="LiveId" clId="{D8FB46F6-7F0E-4535-B1A9-CD101ADCF625}" dt="2019-02-23T23:06:37.610" v="18120" actId="478"/>
          <ac:picMkLst>
            <pc:docMk/>
            <pc:sldMk cId="3212709627" sldId="432"/>
            <ac:picMk id="7" creationId="{CA52E838-F898-4A94-9166-A657ACB0B768}"/>
          </ac:picMkLst>
        </pc:picChg>
        <pc:picChg chg="add del mod modCrop">
          <ac:chgData name="Choi Jeomki" userId="f1912f8b0928b9f1" providerId="LiveId" clId="{D8FB46F6-7F0E-4535-B1A9-CD101ADCF625}" dt="2019-02-23T23:07:55.066" v="18137" actId="478"/>
          <ac:picMkLst>
            <pc:docMk/>
            <pc:sldMk cId="3212709627" sldId="432"/>
            <ac:picMk id="8" creationId="{9C413FDC-4C2A-46A5-94D7-8C521A1F4D94}"/>
          </ac:picMkLst>
        </pc:picChg>
        <pc:picChg chg="add del mod modCrop">
          <ac:chgData name="Choi Jeomki" userId="f1912f8b0928b9f1" providerId="LiveId" clId="{D8FB46F6-7F0E-4535-B1A9-CD101ADCF625}" dt="2019-03-07T07:52:39.054" v="18333" actId="478"/>
          <ac:picMkLst>
            <pc:docMk/>
            <pc:sldMk cId="3212709627" sldId="432"/>
            <ac:picMk id="9" creationId="{3B02352D-B5E8-4A19-BF7E-2ACB9652103B}"/>
          </ac:picMkLst>
        </pc:picChg>
        <pc:picChg chg="add del mod modCrop">
          <ac:chgData name="Choi Jeomki" userId="f1912f8b0928b9f1" providerId="LiveId" clId="{D8FB46F6-7F0E-4535-B1A9-CD101ADCF625}" dt="2019-03-07T07:52:39.054" v="18333" actId="478"/>
          <ac:picMkLst>
            <pc:docMk/>
            <pc:sldMk cId="3212709627" sldId="432"/>
            <ac:picMk id="10" creationId="{62FDD883-93DF-4B9D-AD15-44C1CEE73C8F}"/>
          </ac:picMkLst>
        </pc:picChg>
        <pc:picChg chg="add mod">
          <ac:chgData name="Choi Jeomki" userId="f1912f8b0928b9f1" providerId="LiveId" clId="{D8FB46F6-7F0E-4535-B1A9-CD101ADCF625}" dt="2019-03-07T07:54:05.932" v="18391" actId="1038"/>
          <ac:picMkLst>
            <pc:docMk/>
            <pc:sldMk cId="3212709627" sldId="432"/>
            <ac:picMk id="11" creationId="{79D92F9D-7ACF-43CF-88EC-3A2814D7D01F}"/>
          </ac:picMkLst>
        </pc:picChg>
        <pc:picChg chg="add mod modCrop">
          <ac:chgData name="Choi Jeomki" userId="f1912f8b0928b9f1" providerId="LiveId" clId="{D8FB46F6-7F0E-4535-B1A9-CD101ADCF625}" dt="2019-03-07T07:54:09.999" v="18395" actId="1036"/>
          <ac:picMkLst>
            <pc:docMk/>
            <pc:sldMk cId="3212709627" sldId="432"/>
            <ac:picMk id="12" creationId="{19AC35DE-4BFB-4B50-9007-15C0DED1C003}"/>
          </ac:picMkLst>
        </pc:picChg>
      </pc:sldChg>
    </pc:docChg>
  </pc:docChgLst>
  <pc:docChgLst>
    <pc:chgData name="Choi Jeomki" userId="f1912f8b0928b9f1" providerId="LiveId" clId="{473EBD16-4E12-4E46-BB87-A007938A700F}"/>
    <pc:docChg chg="undo custSel addSld delSld modSld">
      <pc:chgData name="Choi Jeomki" userId="f1912f8b0928b9f1" providerId="LiveId" clId="{473EBD16-4E12-4E46-BB87-A007938A700F}" dt="2019-02-20T06:16:21.462" v="3824"/>
      <pc:docMkLst>
        <pc:docMk/>
      </pc:docMkLst>
      <pc:sldChg chg="addSp delSp modSp">
        <pc:chgData name="Choi Jeomki" userId="f1912f8b0928b9f1" providerId="LiveId" clId="{473EBD16-4E12-4E46-BB87-A007938A700F}" dt="2019-02-20T06:16:21.462" v="3824"/>
        <pc:sldMkLst>
          <pc:docMk/>
          <pc:sldMk cId="2342380751" sldId="328"/>
        </pc:sldMkLst>
        <pc:spChg chg="add">
          <ac:chgData name="Choi Jeomki" userId="f1912f8b0928b9f1" providerId="LiveId" clId="{473EBD16-4E12-4E46-BB87-A007938A700F}" dt="2019-02-20T06:16:21.462" v="3824"/>
          <ac:spMkLst>
            <pc:docMk/>
            <pc:sldMk cId="2342380751" sldId="328"/>
            <ac:spMk id="21" creationId="{9F771F1A-289E-4A2A-9DA2-873F091B5C83}"/>
          </ac:spMkLst>
        </pc:spChg>
        <pc:spChg chg="del mod">
          <ac:chgData name="Choi Jeomki" userId="f1912f8b0928b9f1" providerId="LiveId" clId="{473EBD16-4E12-4E46-BB87-A007938A700F}" dt="2019-02-20T06:16:21.259" v="3823" actId="478"/>
          <ac:spMkLst>
            <pc:docMk/>
            <pc:sldMk cId="2342380751" sldId="328"/>
            <ac:spMk id="38" creationId="{03B0C20E-F3BD-4BFF-A5C3-9D9003619DA7}"/>
          </ac:spMkLst>
        </pc:spChg>
      </pc:sldChg>
    </pc:docChg>
  </pc:docChgLst>
  <pc:docChgLst>
    <pc:chgData name="Choi Jeomki" userId="f1912f8b0928b9f1" providerId="LiveId" clId="{B2BCA8AB-E8F2-4DD2-A10D-D82BF7F41353}"/>
    <pc:docChg chg="undo custSel addSld delSld modSld sldOrd">
      <pc:chgData name="Choi Jeomki" userId="f1912f8b0928b9f1" providerId="LiveId" clId="{B2BCA8AB-E8F2-4DD2-A10D-D82BF7F41353}" dt="2019-02-19T20:03:07.382" v="7106" actId="2696"/>
      <pc:docMkLst>
        <pc:docMk/>
      </pc:docMkLst>
      <pc:sldChg chg="addSp delSp modSp">
        <pc:chgData name="Choi Jeomki" userId="f1912f8b0928b9f1" providerId="LiveId" clId="{B2BCA8AB-E8F2-4DD2-A10D-D82BF7F41353}" dt="2019-02-19T19:49:44.588" v="6995" actId="14100"/>
        <pc:sldMkLst>
          <pc:docMk/>
          <pc:sldMk cId="2342380751" sldId="328"/>
        </pc:sldMkLst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2" creationId="{00000000-0000-0000-0000-000000000000}"/>
          </ac:spMkLst>
        </pc:spChg>
        <pc:spChg chg="del mod topLvl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28" creationId="{00000000-0000-0000-0000-000000000000}"/>
          </ac:spMkLst>
        </pc:spChg>
        <pc:spChg chg="mod topLvl">
          <ac:chgData name="Choi Jeomki" userId="f1912f8b0928b9f1" providerId="LiveId" clId="{B2BCA8AB-E8F2-4DD2-A10D-D82BF7F41353}" dt="2019-02-19T00:36:04.524" v="144" actId="164"/>
          <ac:spMkLst>
            <pc:docMk/>
            <pc:sldMk cId="2342380751" sldId="328"/>
            <ac:spMk id="31" creationId="{E052EB2C-9735-49AD-B6DC-8CC33E6546ED}"/>
          </ac:spMkLst>
        </pc:spChg>
        <pc:spChg chg="add del mod">
          <ac:chgData name="Choi Jeomki" userId="f1912f8b0928b9f1" providerId="LiveId" clId="{B2BCA8AB-E8F2-4DD2-A10D-D82BF7F41353}" dt="2019-02-19T00:36:58.021" v="256"/>
          <ac:spMkLst>
            <pc:docMk/>
            <pc:sldMk cId="2342380751" sldId="328"/>
            <ac:spMk id="34" creationId="{F2205CC0-98E1-4A9F-BE97-861229A11C17}"/>
          </ac:spMkLst>
        </pc:spChg>
        <pc:spChg chg="add">
          <ac:chgData name="Choi Jeomki" userId="f1912f8b0928b9f1" providerId="LiveId" clId="{B2BCA8AB-E8F2-4DD2-A10D-D82BF7F41353}" dt="2019-02-19T00:36:10.527" v="147"/>
          <ac:spMkLst>
            <pc:docMk/>
            <pc:sldMk cId="2342380751" sldId="328"/>
            <ac:spMk id="37" creationId="{6A062C83-2067-45C1-AF2B-F40BD29AA2AB}"/>
          </ac:spMkLst>
        </pc:spChg>
        <pc:spChg chg="add mod">
          <ac:chgData name="Choi Jeomki" userId="f1912f8b0928b9f1" providerId="LiveId" clId="{B2BCA8AB-E8F2-4DD2-A10D-D82BF7F41353}" dt="2019-02-19T19:49:44.588" v="6995" actId="14100"/>
          <ac:spMkLst>
            <pc:docMk/>
            <pc:sldMk cId="2342380751" sldId="328"/>
            <ac:spMk id="38" creationId="{03B0C20E-F3BD-4BFF-A5C3-9D9003619DA7}"/>
          </ac:spMkLst>
        </pc:spChg>
        <pc:spChg chg="mod">
          <ac:chgData name="Choi Jeomki" userId="f1912f8b0928b9f1" providerId="LiveId" clId="{B2BCA8AB-E8F2-4DD2-A10D-D82BF7F41353}" dt="2019-02-19T00:36:59.493" v="258" actId="1035"/>
          <ac:spMkLst>
            <pc:docMk/>
            <pc:sldMk cId="2342380751" sldId="328"/>
            <ac:spMk id="39" creationId="{00000000-0000-0000-0000-000000000000}"/>
          </ac:spMkLst>
        </pc:spChg>
        <pc:spChg chg="add">
          <ac:chgData name="Choi Jeomki" userId="f1912f8b0928b9f1" providerId="LiveId" clId="{B2BCA8AB-E8F2-4DD2-A10D-D82BF7F41353}" dt="2019-02-19T00:37:00.242" v="259"/>
          <ac:spMkLst>
            <pc:docMk/>
            <pc:sldMk cId="2342380751" sldId="328"/>
            <ac:spMk id="40" creationId="{2E8B52F4-5469-4176-A3F4-7DE5E5DE6216}"/>
          </ac:spMkLst>
        </pc:spChg>
        <pc:spChg chg="del mod">
          <ac:chgData name="Choi Jeomki" userId="f1912f8b0928b9f1" providerId="LiveId" clId="{B2BCA8AB-E8F2-4DD2-A10D-D82BF7F41353}" dt="2019-02-19T00:36:08.129" v="145"/>
          <ac:spMkLst>
            <pc:docMk/>
            <pc:sldMk cId="2342380751" sldId="328"/>
            <ac:spMk id="41" creationId="{C02E41DF-A7D7-4963-A7C6-F4B8D3B8002F}"/>
          </ac:spMkLst>
        </pc:spChg>
        <pc:grpChg chg="add mod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2" creationId="{159BD907-7557-4079-97A6-67DDAF52F5C8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10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3" creationId="{A49B5C0F-8F04-4D52-943C-1750C8E88D1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29" creationId="{A49B5C0F-8F04-4D52-943C-1750C8E88D1E}"/>
          </ac:grpSpMkLst>
        </pc:grpChg>
        <pc:grpChg chg="mod topLvl">
          <ac:chgData name="Choi Jeomki" userId="f1912f8b0928b9f1" providerId="LiveId" clId="{B2BCA8AB-E8F2-4DD2-A10D-D82BF7F41353}" dt="2019-02-19T00:36:04.524" v="144" actId="164"/>
          <ac:grpSpMkLst>
            <pc:docMk/>
            <pc:sldMk cId="2342380751" sldId="328"/>
            <ac:grpSpMk id="30" creationId="{A375AF22-7E7E-4960-93A1-14D1F741953E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5" creationId="{00000000-0000-0000-0000-000000000000}"/>
          </ac:grpSpMkLst>
        </pc:grpChg>
        <pc:grpChg chg="del">
          <ac:chgData name="Choi Jeomki" userId="f1912f8b0928b9f1" providerId="LiveId" clId="{B2BCA8AB-E8F2-4DD2-A10D-D82BF7F41353}" dt="2019-02-19T00:35:58.671" v="143" actId="165"/>
          <ac:grpSpMkLst>
            <pc:docMk/>
            <pc:sldMk cId="2342380751" sldId="328"/>
            <ac:grpSpMk id="36" creationId="{00000000-0000-0000-0000-000000000000}"/>
          </ac:grpSpMkLst>
        </pc:grpChg>
      </pc:sldChg>
    </pc:docChg>
  </pc:docChgLst>
  <pc:docChgLst>
    <pc:chgData name="Choi Jeomki" userId="f1912f8b0928b9f1" providerId="LiveId" clId="{315BBA2E-6CC4-4D29-B740-1062B65A74E6}"/>
    <pc:docChg chg="undo redo custSel addSld delSld modSld sldOrd">
      <pc:chgData name="Choi Jeomki" userId="f1912f8b0928b9f1" providerId="LiveId" clId="{315BBA2E-6CC4-4D29-B740-1062B65A74E6}" dt="2019-02-18T16:49:11.523" v="18842" actId="2696"/>
      <pc:docMkLst>
        <pc:docMk/>
      </pc:docMkLst>
    </pc:docChg>
  </pc:docChgLst>
  <pc:docChgLst>
    <pc:chgData name="Choi Jeomki" userId="f1912f8b0928b9f1" providerId="LiveId" clId="{87A2D2B5-65FF-4A81-BB2F-74A5A8C11D8B}"/>
    <pc:docChg chg="undo redo custSel addSld delSld modSld sldOrd">
      <pc:chgData name="Choi Jeomki" userId="f1912f8b0928b9f1" providerId="LiveId" clId="{87A2D2B5-65FF-4A81-BB2F-74A5A8C11D8B}" dt="2019-02-22T15:17:42.193" v="23102" actId="478"/>
      <pc:docMkLst>
        <pc:docMk/>
      </pc:docMkLst>
      <pc:sldChg chg="modSp">
        <pc:chgData name="Choi Jeomki" userId="f1912f8b0928b9f1" providerId="LiveId" clId="{87A2D2B5-65FF-4A81-BB2F-74A5A8C11D8B}" dt="2019-02-21T01:01:30.890" v="109" actId="14100"/>
        <pc:sldMkLst>
          <pc:docMk/>
          <pc:sldMk cId="2342380751" sldId="328"/>
        </pc:sldMkLst>
        <pc:spChg chg="mod">
          <ac:chgData name="Choi Jeomki" userId="f1912f8b0928b9f1" providerId="LiveId" clId="{87A2D2B5-65FF-4A81-BB2F-74A5A8C11D8B}" dt="2019-02-21T01:01:25.611" v="108" actId="14100"/>
          <ac:spMkLst>
            <pc:docMk/>
            <pc:sldMk cId="2342380751" sldId="328"/>
            <ac:spMk id="21" creationId="{9F771F1A-289E-4A2A-9DA2-873F091B5C83}"/>
          </ac:spMkLst>
        </pc:spChg>
        <pc:spChg chg="mod">
          <ac:chgData name="Choi Jeomki" userId="f1912f8b0928b9f1" providerId="LiveId" clId="{87A2D2B5-65FF-4A81-BB2F-74A5A8C11D8B}" dt="2019-02-21T01:01:08.478" v="61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87A2D2B5-65FF-4A81-BB2F-74A5A8C11D8B}" dt="2019-02-21T01:01:14.828" v="84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87A2D2B5-65FF-4A81-BB2F-74A5A8C11D8B}" dt="2019-02-21T01:01:30.890" v="109" actId="14100"/>
          <ac:spMkLst>
            <pc:docMk/>
            <pc:sldMk cId="2342380751" sldId="328"/>
            <ac:spMk id="39" creationId="{00000000-0000-0000-0000-000000000000}"/>
          </ac:spMkLst>
        </pc:spChg>
      </pc:sldChg>
      <pc:sldChg chg="addSp delSp modSp add">
        <pc:chgData name="Choi Jeomki" userId="f1912f8b0928b9f1" providerId="LiveId" clId="{87A2D2B5-65FF-4A81-BB2F-74A5A8C11D8B}" dt="2019-02-21T06:14:19.566" v="4811" actId="20577"/>
        <pc:sldMkLst>
          <pc:docMk/>
          <pc:sldMk cId="3368062862" sldId="379"/>
        </pc:sldMkLst>
        <pc:spChg chg="mod">
          <ac:chgData name="Choi Jeomki" userId="f1912f8b0928b9f1" providerId="LiveId" clId="{87A2D2B5-65FF-4A81-BB2F-74A5A8C11D8B}" dt="2019-02-21T05:20:07.631" v="3366"/>
          <ac:spMkLst>
            <pc:docMk/>
            <pc:sldMk cId="3368062862" sldId="379"/>
            <ac:spMk id="2" creationId="{00000000-0000-0000-0000-000000000000}"/>
          </ac:spMkLst>
        </pc:spChg>
        <pc:spChg chg="mod">
          <ac:chgData name="Choi Jeomki" userId="f1912f8b0928b9f1" providerId="LiveId" clId="{87A2D2B5-65FF-4A81-BB2F-74A5A8C11D8B}" dt="2019-02-21T06:14:19.566" v="4811" actId="20577"/>
          <ac:spMkLst>
            <pc:docMk/>
            <pc:sldMk cId="3368062862" sldId="379"/>
            <ac:spMk id="3" creationId="{00000000-0000-0000-0000-000000000000}"/>
          </ac:spMkLst>
        </pc:spChg>
        <pc:spChg chg="mod">
          <ac:chgData name="Choi Jeomki" userId="f1912f8b0928b9f1" providerId="LiveId" clId="{87A2D2B5-65FF-4A81-BB2F-74A5A8C11D8B}" dt="2019-02-21T05:19:38.157" v="3322" actId="1038"/>
          <ac:spMkLst>
            <pc:docMk/>
            <pc:sldMk cId="3368062862" sldId="379"/>
            <ac:spMk id="5" creationId="{A339D399-F722-4686-9D90-0D79D02B6F96}"/>
          </ac:spMkLst>
        </pc:spChg>
        <pc:spChg chg="mod">
          <ac:chgData name="Choi Jeomki" userId="f1912f8b0928b9f1" providerId="LiveId" clId="{87A2D2B5-65FF-4A81-BB2F-74A5A8C11D8B}" dt="2019-02-21T05:19:11.811" v="3280" actId="1037"/>
          <ac:spMkLst>
            <pc:docMk/>
            <pc:sldMk cId="3368062862" sldId="379"/>
            <ac:spMk id="8" creationId="{D6004900-81E4-425F-9F1B-B8A115D9A8CE}"/>
          </ac:spMkLst>
        </pc:spChg>
        <pc:picChg chg="add mod modCrop">
          <ac:chgData name="Choi Jeomki" userId="f1912f8b0928b9f1" providerId="LiveId" clId="{87A2D2B5-65FF-4A81-BB2F-74A5A8C11D8B}" dt="2019-02-21T06:09:45.216" v="4708" actId="208"/>
          <ac:picMkLst>
            <pc:docMk/>
            <pc:sldMk cId="3368062862" sldId="379"/>
            <ac:picMk id="4" creationId="{51F97D33-4DEF-4932-90DE-8F9D7944AFB6}"/>
          </ac:picMkLst>
        </pc:picChg>
        <pc:picChg chg="mod">
          <ac:chgData name="Choi Jeomki" userId="f1912f8b0928b9f1" providerId="LiveId" clId="{87A2D2B5-65FF-4A81-BB2F-74A5A8C11D8B}" dt="2019-02-21T06:09:45.216" v="4708" actId="208"/>
          <ac:picMkLst>
            <pc:docMk/>
            <pc:sldMk cId="3368062862" sldId="379"/>
            <ac:picMk id="9" creationId="{77C4F66C-731D-407A-BBEC-7DD6051D7F9C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1" creationId="{AD857126-7C55-4753-A73E-DEBAD5AE4EA8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2" creationId="{DF17DF21-5DE7-488E-AC1A-1B36B0EB006D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3" creationId="{26A44F23-1C5D-474A-B0DA-65B33EF8C6F6}"/>
          </ac:picMkLst>
        </pc:picChg>
        <pc:picChg chg="add mod modCrop">
          <ac:chgData name="Choi Jeomki" userId="f1912f8b0928b9f1" providerId="LiveId" clId="{87A2D2B5-65FF-4A81-BB2F-74A5A8C11D8B}" dt="2019-02-21T06:09:45.216" v="4708" actId="208"/>
          <ac:picMkLst>
            <pc:docMk/>
            <pc:sldMk cId="3368062862" sldId="379"/>
            <ac:picMk id="14" creationId="{EF302C6B-63E3-40E9-AB89-D32AB1100612}"/>
          </ac:picMkLst>
        </pc:picChg>
        <pc:picChg chg="add mod modCrop">
          <ac:chgData name="Choi Jeomki" userId="f1912f8b0928b9f1" providerId="LiveId" clId="{87A2D2B5-65FF-4A81-BB2F-74A5A8C11D8B}" dt="2019-02-21T06:09:45.216" v="4708" actId="208"/>
          <ac:picMkLst>
            <pc:docMk/>
            <pc:sldMk cId="3368062862" sldId="379"/>
            <ac:picMk id="15" creationId="{9672C854-8E3A-4CA8-9140-3B4947D681F1}"/>
          </ac:picMkLst>
        </pc:picChg>
        <pc:picChg chg="del">
          <ac:chgData name="Choi Jeomki" userId="f1912f8b0928b9f1" providerId="LiveId" clId="{87A2D2B5-65FF-4A81-BB2F-74A5A8C11D8B}" dt="2019-02-21T05:17:14.515" v="3242" actId="478"/>
          <ac:picMkLst>
            <pc:docMk/>
            <pc:sldMk cId="3368062862" sldId="379"/>
            <ac:picMk id="17" creationId="{3BBAD8D6-8E8B-42DC-BA4E-DFE7C7C5BFBA}"/>
          </ac:picMkLst>
        </pc:picChg>
      </pc:sldChg>
      <pc:sldChg chg="add">
        <pc:chgData name="Choi Jeomki" userId="f1912f8b0928b9f1" providerId="LiveId" clId="{87A2D2B5-65FF-4A81-BB2F-74A5A8C11D8B}" dt="2019-02-22T13:29:39.077" v="20399"/>
        <pc:sldMkLst>
          <pc:docMk/>
          <pc:sldMk cId="425626669" sldId="405"/>
        </pc:sldMkLst>
      </pc:sldChg>
    </pc:docChg>
  </pc:docChgLst>
  <pc:docChgLst>
    <pc:chgData name="Choi Jeomki" userId="f1912f8b0928b9f1" providerId="LiveId" clId="{B4B7B63D-7C3A-4F4D-8645-46B1095D79C5}"/>
    <pc:docChg chg="undo custSel addSld delSld modSld sldOrd">
      <pc:chgData name="Choi Jeomki" userId="f1912f8b0928b9f1" providerId="LiveId" clId="{B4B7B63D-7C3A-4F4D-8645-46B1095D79C5}" dt="2019-02-18T00:35:26.056" v="7985" actId="1076"/>
      <pc:docMkLst>
        <pc:docMk/>
      </pc:docMkLst>
    </pc:docChg>
  </pc:docChgLst>
  <pc:docChgLst>
    <pc:chgData name="Choi Jeomki" userId="f1912f8b0928b9f1" providerId="LiveId" clId="{3125F63D-9B4B-464C-A171-C6D67B09C83B}"/>
    <pc:docChg chg="undo custSel addSld delSld modSld sldOrd">
      <pc:chgData name="Choi Jeomki" userId="f1912f8b0928b9f1" providerId="LiveId" clId="{3125F63D-9B4B-464C-A171-C6D67B09C83B}" dt="2019-02-21T00:37:27.369" v="6828" actId="2696"/>
      <pc:docMkLst>
        <pc:docMk/>
      </pc:docMkLst>
      <pc:sldChg chg="addSp delSp modSp">
        <pc:chgData name="Choi Jeomki" userId="f1912f8b0928b9f1" providerId="LiveId" clId="{3125F63D-9B4B-464C-A171-C6D67B09C83B}" dt="2019-02-20T06:19:43.673" v="93"/>
        <pc:sldMkLst>
          <pc:docMk/>
          <pc:sldMk cId="2342380751" sldId="328"/>
        </pc:sldMkLst>
        <pc:spChg chg="mod">
          <ac:chgData name="Choi Jeomki" userId="f1912f8b0928b9f1" providerId="LiveId" clId="{3125F63D-9B4B-464C-A171-C6D67B09C83B}" dt="2019-02-20T06:19:35.280" v="90" actId="5793"/>
          <ac:spMkLst>
            <pc:docMk/>
            <pc:sldMk cId="2342380751" sldId="328"/>
            <ac:spMk id="21" creationId="{9F771F1A-289E-4A2A-9DA2-873F091B5C83}"/>
          </ac:spMkLst>
        </pc:spChg>
        <pc:spChg chg="add">
          <ac:chgData name="Choi Jeomki" userId="f1912f8b0928b9f1" providerId="LiveId" clId="{3125F63D-9B4B-464C-A171-C6D67B09C83B}" dt="2019-02-20T06:19:43.673" v="93"/>
          <ac:spMkLst>
            <pc:docMk/>
            <pc:sldMk cId="2342380751" sldId="328"/>
            <ac:spMk id="22" creationId="{1A322131-E279-448F-9C8D-3FD113363A3D}"/>
          </ac:spMkLst>
        </pc:spChg>
        <pc:spChg chg="mod">
          <ac:chgData name="Choi Jeomki" userId="f1912f8b0928b9f1" providerId="LiveId" clId="{3125F63D-9B4B-464C-A171-C6D67B09C83B}" dt="2019-02-20T06:18:57.400" v="7"/>
          <ac:spMkLst>
            <pc:docMk/>
            <pc:sldMk cId="2342380751" sldId="328"/>
            <ac:spMk id="37" creationId="{6A062C83-2067-45C1-AF2B-F40BD29AA2AB}"/>
          </ac:spMkLst>
        </pc:spChg>
        <pc:spChg chg="mod">
          <ac:chgData name="Choi Jeomki" userId="f1912f8b0928b9f1" providerId="LiveId" clId="{3125F63D-9B4B-464C-A171-C6D67B09C83B}" dt="2019-02-20T06:19:43.327" v="92" actId="14100"/>
          <ac:spMkLst>
            <pc:docMk/>
            <pc:sldMk cId="2342380751" sldId="328"/>
            <ac:spMk id="39" creationId="{00000000-0000-0000-0000-000000000000}"/>
          </ac:spMkLst>
        </pc:spChg>
        <pc:spChg chg="del mod">
          <ac:chgData name="Choi Jeomki" userId="f1912f8b0928b9f1" providerId="LiveId" clId="{3125F63D-9B4B-464C-A171-C6D67B09C83B}" dt="2019-02-20T06:19:41.263" v="91"/>
          <ac:spMkLst>
            <pc:docMk/>
            <pc:sldMk cId="2342380751" sldId="328"/>
            <ac:spMk id="40" creationId="{2E8B52F4-5469-4176-A3F4-7DE5E5DE621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E081BE3-DC48-429B-8783-84C1870EC1BE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68A8EEA-F0DD-4139-861A-A080A8C114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9810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1023" units="deg"/>
          <inkml:channel name="T" type="integer" max="2.14748E9" units="dev"/>
        </inkml:traceFormat>
        <inkml:channelProperties>
          <inkml:channelProperty channel="X" name="resolution" value="2155.72363" units="1/cm"/>
          <inkml:channelProperty channel="Y" name="resolution" value="3449.15796" units="1/cm"/>
          <inkml:channelProperty channel="F" name="resolution" value="2.84167" units="1/deg"/>
          <inkml:channelProperty channel="T" name="resolution" value="1" units="1/dev"/>
        </inkml:channelProperties>
      </inkml:inkSource>
      <inkml:timestamp xml:id="ts0" timeString="2019-01-26T03:13:53.411"/>
    </inkml:context>
    <inkml:brush xml:id="br0">
      <inkml:brushProperty name="width" value="0.05292" units="cm"/>
      <inkml:brushProperty name="height" value="0.05292" units="cm"/>
      <inkml:brushProperty name="color" value="#92D050"/>
    </inkml:brush>
  </inkml:definitions>
  <inkml:trace contextRef="#ctx0" brushRef="#br0">0 405 100 0,'0'0'81'0,"0"4"-60"16,0-4-21-16,0 0 0 0,0 0 2 15,0 0 7-15,0 0 0 16,0 0 7-16,0 0 5 16,0 0 10-16,0 0-2 15,0 0-4-15,0 0-6 16,0 0-5-16,0 0-4 15,0 0-3-15,0 0-3 16,0 0 3-16,0 0-2 16,0 0 1-16,0 0-3 15,0 0-2-15,0 0 2 16,0 0-2-16,0 0 0 16,0 0 3-16,0 0 3 0,0 0-2 15,0 0 1-15,0 0-3 16,0 0-3-16,0 0 1 15,0 0-1-15,0 0 0 16,0 0 0-16,0 0-2 16,0 0 2-16,0 0-1 15,0 0-4-15,0 0-3 16,0 0-12-16,0 0-12 16,0 0-7-16,0 0-4 15,0 0-7-15,0 0-3 16,0 0-19-16,0 0-9 15,0-6 48-15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B09B64-F0CB-4B7F-99D4-51DC397D2E29}" type="datetimeFigureOut">
              <a:rPr lang="ko-KR" altLang="en-US" smtClean="0"/>
              <a:t>2020-01-10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926306-6D90-4D79-8F24-CD46E2BCC7C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68208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슬라이드 번호 개체 틀 5">
            <a:extLst>
              <a:ext uri="{FF2B5EF4-FFF2-40B4-BE49-F238E27FC236}">
                <a16:creationId xmlns="" xmlns:a16="http://schemas.microsoft.com/office/drawing/2014/main" id="{0CB424CF-7778-4EEC-9173-283868AE45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82400" y="6492875"/>
            <a:ext cx="606554" cy="365125"/>
          </a:xfrm>
          <a:prstGeom prst="rect">
            <a:avLst/>
          </a:prstGeom>
        </p:spPr>
        <p:txBody>
          <a:bodyPr/>
          <a:lstStyle/>
          <a:p>
            <a:fld id="{479A1CA8-FDF9-4AA7-97B1-737D2510CD2A}" type="slidenum">
              <a:rPr lang="ko-KR" altLang="en-US" smtClean="0"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495338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09959" y="0"/>
            <a:ext cx="4078995" cy="4078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6431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90476729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777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제목 13"/>
          <p:cNvSpPr>
            <a:spLocks noGrp="1"/>
          </p:cNvSpPr>
          <p:nvPr>
            <p:ph type="title"/>
          </p:nvPr>
        </p:nvSpPr>
        <p:spPr>
          <a:xfrm>
            <a:off x="-3046" y="515527"/>
            <a:ext cx="12195046" cy="822741"/>
          </a:xfrm>
          <a:prstGeom prst="rect">
            <a:avLst/>
          </a:prstGeom>
        </p:spPr>
        <p:txBody>
          <a:bodyPr/>
          <a:lstStyle>
            <a:lvl1pPr marL="0" algn="ctr" defTabSz="914400" rtl="0" eaLnBrk="1" latinLnBrk="1" hangingPunct="1">
              <a:defRPr lang="ko-KR" altLang="en-US" sz="6000" b="1" kern="1200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dist="31750" dir="1800000" algn="tl">
                    <a:schemeClr val="bg2">
                      <a:lumMod val="50000"/>
                      <a:alpha val="45000"/>
                    </a:scheme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grpSp>
        <p:nvGrpSpPr>
          <p:cNvPr id="17" name="그룹 16"/>
          <p:cNvGrpSpPr/>
          <p:nvPr userDrawn="1"/>
        </p:nvGrpSpPr>
        <p:grpSpPr>
          <a:xfrm>
            <a:off x="1656816" y="1430844"/>
            <a:ext cx="8878368" cy="349649"/>
            <a:chOff x="385449" y="2912549"/>
            <a:chExt cx="2153540" cy="0"/>
          </a:xfrm>
        </p:grpSpPr>
        <p:cxnSp>
          <p:nvCxnSpPr>
            <p:cNvPr id="18" name="직선 연결선 17"/>
            <p:cNvCxnSpPr/>
            <p:nvPr/>
          </p:nvCxnSpPr>
          <p:spPr>
            <a:xfrm>
              <a:off x="385449" y="2912549"/>
              <a:ext cx="1076770" cy="0"/>
            </a:xfrm>
            <a:prstGeom prst="line">
              <a:avLst/>
            </a:prstGeom>
            <a:ln w="57150">
              <a:solidFill>
                <a:srgbClr val="163E94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직선 연결선 18"/>
            <p:cNvCxnSpPr/>
            <p:nvPr/>
          </p:nvCxnSpPr>
          <p:spPr>
            <a:xfrm>
              <a:off x="1462219" y="2912549"/>
              <a:ext cx="1076770" cy="0"/>
            </a:xfrm>
            <a:prstGeom prst="line">
              <a:avLst/>
            </a:prstGeom>
            <a:ln w="57150">
              <a:solidFill>
                <a:srgbClr val="36AAD9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" name="텍스트 개체 틀 3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  <a:prstGeom prst="rect">
            <a:avLst/>
          </a:prstGeom>
        </p:spPr>
        <p:txBody>
          <a:bodyPr anchor="t"/>
          <a:lstStyle>
            <a:lvl1pPr marL="0" indent="0" algn="ctr">
              <a:buNone/>
              <a:defRPr lang="ko-KR" altLang="en-US" sz="2000" kern="1200" spc="-100" baseline="0" dirty="0" smtClean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  <a:outerShdw dist="31750" dir="1800000" algn="tl">
                    <a:srgbClr val="E7E6E6">
                      <a:lumMod val="50000"/>
                      <a:alpha val="45000"/>
                    </a:srgbClr>
                  </a:outerShdw>
                </a:effectLst>
                <a:latin typeface="나눔바른고딕"/>
                <a:ea typeface="나눔스퀘어 Bold" panose="020B0600000101010101" pitchFamily="50" charset="-127"/>
                <a:cs typeface="+mn-cs"/>
              </a:defRPr>
            </a:lvl1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2057205860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777">
          <p15:clr>
            <a:srgbClr val="FBAE40"/>
          </p15:clr>
        </p15:guide>
        <p15:guide id="2" pos="325" userDrawn="1">
          <p15:clr>
            <a:srgbClr val="FBAE40"/>
          </p15:clr>
        </p15:guide>
        <p15:guide id="3" pos="6879" userDrawn="1">
          <p15:clr>
            <a:srgbClr val="FBAE40"/>
          </p15:clr>
        </p15:guide>
        <p15:guide id="4" orient="horz" pos="4224" userDrawn="1">
          <p15:clr>
            <a:srgbClr val="FBAE40"/>
          </p15:clr>
        </p15:guide>
        <p15:guide id="5" orient="horz" pos="1275" userDrawn="1">
          <p15:clr>
            <a:srgbClr val="FBAE40"/>
          </p15:clr>
        </p15:guide>
        <p15:guide id="6" pos="1028" userDrawn="1">
          <p15:clr>
            <a:srgbClr val="FBAE40"/>
          </p15:clr>
        </p15:guide>
        <p15:guide id="7" pos="6652" userDrawn="1">
          <p15:clr>
            <a:srgbClr val="FBAE40"/>
          </p15:clr>
        </p15:guide>
        <p15:guide id="8" orient="horz" pos="1366" userDrawn="1">
          <p15:clr>
            <a:srgbClr val="FBAE40"/>
          </p15:clr>
        </p15:guide>
        <p15:guide id="9" orient="horz" pos="981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그림 11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43077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그림 3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6089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0279611-B52C-4EDF-976E-2D9201541E3A}"/>
              </a:ext>
            </a:extLst>
          </p:cNvPr>
          <p:cNvGrpSpPr/>
          <p:nvPr userDrawn="1"/>
        </p:nvGrpSpPr>
        <p:grpSpPr>
          <a:xfrm>
            <a:off x="485775" y="828676"/>
            <a:ext cx="11220450" cy="5664200"/>
            <a:chOff x="258210" y="394051"/>
            <a:chExt cx="11694630" cy="6030137"/>
          </a:xfrm>
          <a:solidFill>
            <a:srgbClr val="FBFBFB"/>
          </a:solidFill>
        </p:grpSpPr>
        <p:sp>
          <p:nvSpPr>
            <p:cNvPr id="8" name="직사각형 7">
              <a:extLst>
                <a:ext uri="{FF2B5EF4-FFF2-40B4-BE49-F238E27FC236}">
                  <a16:creationId xmlns="" xmlns:a16="http://schemas.microsoft.com/office/drawing/2014/main" id="{59A7459B-F787-44A0-972B-BF9AB6D5B50B}"/>
                </a:ext>
              </a:extLst>
            </p:cNvPr>
            <p:cNvSpPr/>
            <p:nvPr userDrawn="1"/>
          </p:nvSpPr>
          <p:spPr>
            <a:xfrm rot="151375">
              <a:off x="277260" y="430490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7" name="직사각형 6">
              <a:extLst>
                <a:ext uri="{FF2B5EF4-FFF2-40B4-BE49-F238E27FC236}">
                  <a16:creationId xmlns="" xmlns:a16="http://schemas.microsoft.com/office/drawing/2014/main" id="{2CF2DB29-6C69-43EF-821A-FBF64128BEE5}"/>
                </a:ext>
              </a:extLst>
            </p:cNvPr>
            <p:cNvSpPr/>
            <p:nvPr userDrawn="1"/>
          </p:nvSpPr>
          <p:spPr>
            <a:xfrm>
              <a:off x="258210" y="394051"/>
              <a:ext cx="11675580" cy="5993698"/>
            </a:xfrm>
            <a:prstGeom prst="rect">
              <a:avLst/>
            </a:prstGeom>
            <a:grpFill/>
            <a:ln>
              <a:solidFill>
                <a:schemeClr val="bg1">
                  <a:lumMod val="95000"/>
                </a:schemeClr>
              </a:solidFill>
            </a:ln>
            <a:effectLst>
              <a:outerShdw blurRad="50800" dist="88900" dir="2700000" algn="tl" rotWithShape="0">
                <a:prstClr val="black">
                  <a:alpha val="4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815431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  <p:sldLayoutId id="2147483653" r:id="rId5"/>
    <p:sldLayoutId id="2147483652" r:id="rId6"/>
  </p:sldLayoutIdLst>
  <p:hf hdr="0" ftr="0" dt="0"/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tags" Target="../tags/tag8.xml"/><Relationship Id="rId3" Type="http://schemas.openxmlformats.org/officeDocument/2006/relationships/tags" Target="../tags/tag3.xml"/><Relationship Id="rId7" Type="http://schemas.openxmlformats.org/officeDocument/2006/relationships/tags" Target="../tags/tag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6.png"/><Relationship Id="rId5" Type="http://schemas.openxmlformats.org/officeDocument/2006/relationships/tags" Target="../tags/tag5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4.xml"/><Relationship Id="rId9" Type="http://schemas.openxmlformats.org/officeDocument/2006/relationships/tags" Target="../tags/tag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tags" Target="../tags/tag17.xml"/><Relationship Id="rId13" Type="http://schemas.openxmlformats.org/officeDocument/2006/relationships/image" Target="../media/image29.png"/><Relationship Id="rId3" Type="http://schemas.openxmlformats.org/officeDocument/2006/relationships/tags" Target="../tags/tag12.xml"/><Relationship Id="rId7" Type="http://schemas.openxmlformats.org/officeDocument/2006/relationships/tags" Target="../tags/tag16.xml"/><Relationship Id="rId12" Type="http://schemas.openxmlformats.org/officeDocument/2006/relationships/image" Target="../media/image6.png"/><Relationship Id="rId2" Type="http://schemas.openxmlformats.org/officeDocument/2006/relationships/tags" Target="../tags/tag11.xml"/><Relationship Id="rId1" Type="http://schemas.openxmlformats.org/officeDocument/2006/relationships/tags" Target="../tags/tag10.xml"/><Relationship Id="rId6" Type="http://schemas.openxmlformats.org/officeDocument/2006/relationships/tags" Target="../tags/tag15.xml"/><Relationship Id="rId11" Type="http://schemas.openxmlformats.org/officeDocument/2006/relationships/slideLayout" Target="../slideLayouts/slideLayout4.xml"/><Relationship Id="rId5" Type="http://schemas.openxmlformats.org/officeDocument/2006/relationships/tags" Target="../tags/tag14.xml"/><Relationship Id="rId10" Type="http://schemas.openxmlformats.org/officeDocument/2006/relationships/tags" Target="../tags/tag19.xml"/><Relationship Id="rId4" Type="http://schemas.openxmlformats.org/officeDocument/2006/relationships/tags" Target="../tags/tag13.xml"/><Relationship Id="rId9" Type="http://schemas.openxmlformats.org/officeDocument/2006/relationships/tags" Target="../tags/tag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53.png"/><Relationship Id="rId4" Type="http://schemas.openxmlformats.org/officeDocument/2006/relationships/image" Target="../media/image52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tags" Target="../tags/tag27.xml"/><Relationship Id="rId3" Type="http://schemas.openxmlformats.org/officeDocument/2006/relationships/tags" Target="../tags/tag22.xml"/><Relationship Id="rId7" Type="http://schemas.openxmlformats.org/officeDocument/2006/relationships/tags" Target="../tags/tag26.xml"/><Relationship Id="rId12" Type="http://schemas.openxmlformats.org/officeDocument/2006/relationships/image" Target="../media/image29.png"/><Relationship Id="rId2" Type="http://schemas.openxmlformats.org/officeDocument/2006/relationships/tags" Target="../tags/tag21.xml"/><Relationship Id="rId1" Type="http://schemas.openxmlformats.org/officeDocument/2006/relationships/tags" Target="../tags/tag20.xml"/><Relationship Id="rId6" Type="http://schemas.openxmlformats.org/officeDocument/2006/relationships/tags" Target="../tags/tag25.xml"/><Relationship Id="rId11" Type="http://schemas.openxmlformats.org/officeDocument/2006/relationships/image" Target="../media/image6.png"/><Relationship Id="rId5" Type="http://schemas.openxmlformats.org/officeDocument/2006/relationships/tags" Target="../tags/tag24.xml"/><Relationship Id="rId10" Type="http://schemas.openxmlformats.org/officeDocument/2006/relationships/slideLayout" Target="../slideLayouts/slideLayout4.xml"/><Relationship Id="rId4" Type="http://schemas.openxmlformats.org/officeDocument/2006/relationships/tags" Target="../tags/tag23.xml"/><Relationship Id="rId9" Type="http://schemas.openxmlformats.org/officeDocument/2006/relationships/tags" Target="../tags/tag28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45.png"/><Relationship Id="rId4" Type="http://schemas.openxmlformats.org/officeDocument/2006/relationships/image" Target="../media/image44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png"/><Relationship Id="rId2" Type="http://schemas.openxmlformats.org/officeDocument/2006/relationships/image" Target="../media/image5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9.png"/><Relationship Id="rId5" Type="http://schemas.openxmlformats.org/officeDocument/2006/relationships/image" Target="../media/image58.png"/><Relationship Id="rId4" Type="http://schemas.openxmlformats.org/officeDocument/2006/relationships/image" Target="../media/image5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1.pn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image" Target="../media/image63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407886" y="2852777"/>
            <a:ext cx="897257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8. </a:t>
            </a:r>
            <a:r>
              <a:rPr lang="ko-KR" altLang="en-US" sz="6600" b="1" spc="-300" dirty="0" smtClean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데이터 정제</a:t>
            </a:r>
            <a:endParaRPr lang="ko-KR" altLang="en-US" sz="6600" b="1" spc="-300" dirty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894125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5" name="잉크 4"/>
              <p14:cNvContentPartPr/>
              <p14:nvPr/>
            </p14:nvContentPartPr>
            <p14:xfrm>
              <a:off x="0" y="145080"/>
              <a:ext cx="360" cy="2520"/>
            </p14:xfrm>
          </p:contentPart>
        </mc:Choice>
        <mc:Fallback xmlns="">
          <p:pic>
            <p:nvPicPr>
              <p:cNvPr id="5" name="잉크 4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-8640" y="138600"/>
                <a:ext cx="17640" cy="17640"/>
              </a:xfrm>
              <a:prstGeom prst="rect">
                <a:avLst/>
              </a:prstGeom>
            </p:spPr>
          </p:pic>
        </mc:Fallback>
      </mc:AlternateContent>
      <p:sp>
        <p:nvSpPr>
          <p:cNvPr id="25" name="TextBox 24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9" y="2056310"/>
            <a:ext cx="7764786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err="1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결측치</a:t>
            </a: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처리하기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26" name="그룹 25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203329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7" name="그룹 26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9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0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8" name="TextBox 27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1" name="TextBox 30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3173190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이상치 처리하기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3153761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33" name="그룹 32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35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4" name="TextBox 33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18210"/>
              <a:ext cx="4063626" cy="544091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/>
          <p:cNvSpPr txBox="1"/>
          <p:nvPr/>
        </p:nvSpPr>
        <p:spPr>
          <a:xfrm>
            <a:off x="9906000" y="2033298"/>
            <a:ext cx="33695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3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9753714" y="3169652"/>
            <a:ext cx="4892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10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  <p:sp>
        <p:nvSpPr>
          <p:cNvPr id="39" name="TextBox 38">
            <a:extLst>
              <a:ext uri="{FF2B5EF4-FFF2-40B4-BE49-F238E27FC236}">
                <a16:creationId xmlns="" xmlns:a16="http://schemas.microsoft.com/office/drawing/2014/main" id="{1FB602C5-E855-4D86-B3E0-B12A2EADDDA0}"/>
              </a:ext>
            </a:extLst>
          </p:cNvPr>
          <p:cNvSpPr txBox="1"/>
          <p:nvPr/>
        </p:nvSpPr>
        <p:spPr>
          <a:xfrm>
            <a:off x="2567078" y="4343177"/>
            <a:ext cx="7764787" cy="523220"/>
          </a:xfrm>
          <a:prstGeom prst="rect">
            <a:avLst/>
          </a:prstGeom>
          <a:solidFill>
            <a:srgbClr val="5AA8CF"/>
          </a:solidFill>
        </p:spPr>
        <p:txBody>
          <a:bodyPr wrap="square" rtlCol="0" anchor="ctr">
            <a:spAutoFit/>
          </a:bodyPr>
          <a:lstStyle/>
          <a:p>
            <a:pPr marL="14288">
              <a:spcAft>
                <a:spcPts val="1200"/>
              </a:spcAft>
              <a:buSzPct val="80000"/>
            </a:pPr>
            <a:r>
              <a:rPr lang="ko-KR" altLang="en-US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스케일링 적용하기</a:t>
            </a:r>
            <a:endParaRPr lang="en-US" altLang="ko-KR" sz="2800" dirty="0">
              <a:ln w="25400" cap="flat">
                <a:noFill/>
                <a:miter lim="800000"/>
              </a:ln>
              <a:solidFill>
                <a:schemeClr val="bg1"/>
              </a:solidFill>
              <a:effectLst>
                <a:glow>
                  <a:schemeClr val="bg1"/>
                </a:glow>
              </a:effectLst>
              <a:latin typeface="스웨거 TTF" panose="020B0600000101010101" pitchFamily="50" charset="-127"/>
              <a:ea typeface="스웨거 TTF" panose="020B0600000101010101" pitchFamily="50" charset="-127"/>
            </a:endParaRPr>
          </a:p>
        </p:txBody>
      </p:sp>
      <p:grpSp>
        <p:nvGrpSpPr>
          <p:cNvPr id="40" name="그룹 3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1986130" y="4323748"/>
            <a:ext cx="404758" cy="539110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41" name="그룹 4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4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4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42" name="TextBox 4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58741"/>
              <a:ext cx="4063626" cy="46302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sz="2000" b="1" spc="-300" dirty="0" smtClean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sz="2000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5" name="TextBox 44"/>
          <p:cNvSpPr txBox="1"/>
          <p:nvPr/>
        </p:nvSpPr>
        <p:spPr>
          <a:xfrm>
            <a:off x="9753716" y="4339639"/>
            <a:ext cx="48923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altLang="ko-KR" sz="2800" dirty="0" smtClean="0">
                <a:ln w="25400" cap="flat">
                  <a:noFill/>
                  <a:miter lim="800000"/>
                </a:ln>
                <a:solidFill>
                  <a:schemeClr val="bg1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21</a:t>
            </a:r>
            <a:endParaRPr lang="ko-KR" altLang="en-US" sz="2800" b="1" spc="-300" dirty="0" smtClean="0">
              <a:ln w="25400" cap="flat">
                <a:solidFill>
                  <a:schemeClr val="bg1"/>
                </a:solidFill>
                <a:miter lim="800000"/>
              </a:ln>
              <a:solidFill>
                <a:srgbClr val="173F95"/>
              </a:solidFill>
              <a:effectLst>
                <a:glow>
                  <a:schemeClr val="bg1"/>
                </a:glow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Impact" panose="020B0806030902050204" pitchFamily="34" charset="0"/>
              <a:ea typeface="휴먼모음T" panose="0203050400010101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848439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2144146"/>
            <a:ext cx="271953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716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이상치 처리하기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318758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스케일링 적용하기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1A322131-E279-448F-9C8D-3FD113363A3D}"/>
              </a:ext>
            </a:extLst>
          </p:cNvPr>
          <p:cNvSpPr txBox="1"/>
          <p:nvPr/>
        </p:nvSpPr>
        <p:spPr>
          <a:xfrm>
            <a:off x="4672614" y="2148345"/>
            <a:ext cx="2690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결측치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처리하기</a:t>
            </a:r>
          </a:p>
        </p:txBody>
      </p:sp>
    </p:spTree>
    <p:extLst>
      <p:ext uri="{BB962C8B-B14F-4D97-AF65-F5344CB8AC3E}">
        <p14:creationId xmlns:p14="http://schemas.microsoft.com/office/powerpoint/2010/main" val="23423807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처리하기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데이터셋에 일부 값이 누락된 상태를 의미하는 </a:t>
            </a:r>
            <a:r>
              <a:rPr lang="ko-KR" altLang="en-US" dirty="0" err="1"/>
              <a:t>결측치는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제외</a:t>
            </a:r>
            <a:r>
              <a:rPr lang="en-US" altLang="ko-KR" dirty="0"/>
              <a:t>·</a:t>
            </a:r>
            <a:r>
              <a:rPr lang="ko-KR" altLang="en-US" dirty="0"/>
              <a:t>삭제처리</a:t>
            </a:r>
            <a:r>
              <a:rPr lang="en-US" altLang="ko-KR" dirty="0"/>
              <a:t>, </a:t>
            </a:r>
            <a:r>
              <a:rPr lang="ko-KR" altLang="en-US" dirty="0"/>
              <a:t>단순대체법</a:t>
            </a:r>
            <a:r>
              <a:rPr lang="en-US" altLang="ko-KR" dirty="0"/>
              <a:t>, </a:t>
            </a:r>
            <a:r>
              <a:rPr lang="ko-KR" altLang="en-US" dirty="0"/>
              <a:t>다중대체법을 활용해 정제작업을 수행함</a:t>
            </a:r>
            <a:endParaRPr lang="en-US" altLang="ko-KR" dirty="0"/>
          </a:p>
        </p:txBody>
      </p:sp>
      <p:sp>
        <p:nvSpPr>
          <p:cNvPr id="19" name="모서리가 둥근 직사각형 29">
            <a:extLst>
              <a:ext uri="{FF2B5EF4-FFF2-40B4-BE49-F238E27FC236}">
                <a16:creationId xmlns="" xmlns:a16="http://schemas.microsoft.com/office/drawing/2014/main" id="{1676B505-3A8C-4C4E-954F-0F9C9FA165FD}"/>
              </a:ext>
            </a:extLst>
          </p:cNvPr>
          <p:cNvSpPr/>
          <p:nvPr/>
        </p:nvSpPr>
        <p:spPr bwMode="auto">
          <a:xfrm>
            <a:off x="5436638" y="6019078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다중대체법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(multiple imputation)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1CC67DDD-A2E6-4908-A523-C5E28C2014C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39516" y="4146914"/>
            <a:ext cx="3116902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조작적 정의내용에 부합하지 않는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항목값이나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범위에서 크게 벗어난 값을 의미하는데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 크게 벗어난 이상치를 극단치로 구별하기도 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수집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 오류나 실제 특이한 값이 발생한 경우에 기인함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DD287236-34BD-4067-97EA-54E9723D15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39516" y="2721453"/>
            <a:ext cx="3116902" cy="8863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데이터에서 특정변수의 일부 값이 누락된 것을 의미하는데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설문조사시 무응답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측정센서의 오작동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응답불가 등에 의해 발생하며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R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 변수는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&lt;NA&gt;,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표기함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2562F81-6836-454B-9EFD-1D9F4ABF1239}"/>
              </a:ext>
            </a:extLst>
          </p:cNvPr>
          <p:cNvGrpSpPr/>
          <p:nvPr/>
        </p:nvGrpSpPr>
        <p:grpSpPr>
          <a:xfrm>
            <a:off x="1739517" y="3720053"/>
            <a:ext cx="3116902" cy="396044"/>
            <a:chOff x="1790966" y="3614207"/>
            <a:chExt cx="3116902" cy="396044"/>
          </a:xfrm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E857B8B-D9C7-4B76-9DEE-D62B441D3663}"/>
                </a:ext>
              </a:extLst>
            </p:cNvPr>
            <p:cNvGrpSpPr/>
            <p:nvPr/>
          </p:nvGrpSpPr>
          <p:grpSpPr>
            <a:xfrm>
              <a:off x="1790966" y="3614207"/>
              <a:ext cx="3116902" cy="396044"/>
              <a:chOff x="6673389" y="2491579"/>
              <a:chExt cx="4147837" cy="623886"/>
            </a:xfrm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AD74EA2E-C83E-431C-BF87-C6BD82DA73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5606C522-0774-48F7-8EAC-F994C4E8238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3D5D45AC-541E-4CF2-B2FA-F20F4ACF5FEC}"/>
                </a:ext>
              </a:extLst>
            </p:cNvPr>
            <p:cNvSpPr txBox="1"/>
            <p:nvPr/>
          </p:nvSpPr>
          <p:spPr>
            <a:xfrm>
              <a:off x="2474179" y="3717234"/>
              <a:ext cx="175048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이상치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(outlier)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C5396FD4-2ABC-4952-9DDA-488F061E1989}"/>
              </a:ext>
            </a:extLst>
          </p:cNvPr>
          <p:cNvGrpSpPr/>
          <p:nvPr/>
        </p:nvGrpSpPr>
        <p:grpSpPr>
          <a:xfrm>
            <a:off x="1739517" y="2290539"/>
            <a:ext cx="3116902" cy="396044"/>
            <a:chOff x="1790966" y="2184693"/>
            <a:chExt cx="3116902" cy="396044"/>
          </a:xfrm>
        </p:grpSpPr>
        <p:grpSp>
          <p:nvGrpSpPr>
            <p:cNvPr id="34" name="그룹 33">
              <a:extLst>
                <a:ext uri="{FF2B5EF4-FFF2-40B4-BE49-F238E27FC236}">
                  <a16:creationId xmlns="" xmlns:a16="http://schemas.microsoft.com/office/drawing/2014/main" id="{45C7C127-8F92-40F3-B69F-C4898D64DC6C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2B2DD359-8FA9-44AD-82DC-289994DF10C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오른쪽 대괄호 8">
                <a:extLst>
                  <a:ext uri="{FF2B5EF4-FFF2-40B4-BE49-F238E27FC236}">
                    <a16:creationId xmlns="" xmlns:a16="http://schemas.microsoft.com/office/drawing/2014/main" id="{0A78881E-5E5F-4B8B-990C-646D63273F4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3604002B-AF08-471C-8E4C-9D9A875670A5}"/>
                </a:ext>
              </a:extLst>
            </p:cNvPr>
            <p:cNvSpPr txBox="1"/>
            <p:nvPr/>
          </p:nvSpPr>
          <p:spPr>
            <a:xfrm>
              <a:off x="2140594" y="2287720"/>
              <a:ext cx="24176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 err="1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결측치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(missing value)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9" name="모서리가 둥근 직사각형 29">
            <a:extLst>
              <a:ext uri="{FF2B5EF4-FFF2-40B4-BE49-F238E27FC236}">
                <a16:creationId xmlns="" xmlns:a16="http://schemas.microsoft.com/office/drawing/2014/main" id="{1CE92A92-49EB-4CAB-A3BA-1E62BF464F71}"/>
              </a:ext>
            </a:extLst>
          </p:cNvPr>
          <p:cNvSpPr/>
          <p:nvPr/>
        </p:nvSpPr>
        <p:spPr bwMode="auto">
          <a:xfrm>
            <a:off x="5436638" y="3969060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단순대체법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(single imputation)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8" name="Rectangle 7">
            <a:extLst>
              <a:ext uri="{FF2B5EF4-FFF2-40B4-BE49-F238E27FC236}">
                <a16:creationId xmlns="" xmlns:a16="http://schemas.microsoft.com/office/drawing/2014/main" id="{8704CB08-960C-46C9-83BF-464F05547EF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51206" y="2274371"/>
            <a:ext cx="5569207" cy="4431229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타원 91">
            <a:extLst>
              <a:ext uri="{FF2B5EF4-FFF2-40B4-BE49-F238E27FC236}">
                <a16:creationId xmlns="" xmlns:a16="http://schemas.microsoft.com/office/drawing/2014/main" id="{16F08C8C-1E03-4246-8752-D4A1F8D451A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2162" y="3933769"/>
            <a:ext cx="1049880" cy="1006350"/>
          </a:xfrm>
          <a:prstGeom prst="ellipse">
            <a:avLst/>
          </a:prstGeom>
          <a:solidFill>
            <a:srgbClr val="336699"/>
          </a:solidFill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개별변수</a:t>
            </a:r>
            <a: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정제방법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왼쪽 중괄호 44">
            <a:extLst>
              <a:ext uri="{FF2B5EF4-FFF2-40B4-BE49-F238E27FC236}">
                <a16:creationId xmlns="" xmlns:a16="http://schemas.microsoft.com/office/drawing/2014/main" id="{2B5F1D4E-ECD6-4B18-9A87-21588EE78D6C}"/>
              </a:ext>
            </a:extLst>
          </p:cNvPr>
          <p:cNvSpPr/>
          <p:nvPr/>
        </p:nvSpPr>
        <p:spPr bwMode="auto">
          <a:xfrm>
            <a:off x="1467960" y="2454726"/>
            <a:ext cx="216000" cy="4212034"/>
          </a:xfrm>
          <a:prstGeom prst="lef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7" name="직사각형 46">
            <a:extLst>
              <a:ext uri="{FF2B5EF4-FFF2-40B4-BE49-F238E27FC236}">
                <a16:creationId xmlns="" xmlns:a16="http://schemas.microsoft.com/office/drawing/2014/main" id="{30EA2BE5-E3E0-4BDC-9F72-423DEAF56A0B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490855" y="2671085"/>
            <a:ext cx="5069195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개념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불완전한 자료는 모두 무시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결측치가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있는 변수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레코드는 제거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남아 있는 완전하게 측정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수집된 자료만으로 분석함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방법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완전제거법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결측값이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발생한 레코드 전체를 삭제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), </a:t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한쌍제거법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특정분석에 사용할 변수만 삭제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등</a:t>
            </a:r>
          </a:p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결측값이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무작위로 발생한 경우에 사용해야 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정제방법이 쉽지만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남은 자료를 활용하지 못하는 비효율성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통계적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검정력이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감소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="" xmlns:a16="http://schemas.microsoft.com/office/drawing/2014/main" id="{613ACBD4-7434-4D19-B977-ECDD3681E992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490855" y="4293096"/>
            <a:ext cx="5069195" cy="16312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개념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특정변수의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결측값을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남아 있는 다른 데이터의 평균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최빈치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중간값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회귀값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등으로 대체하는 방법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방법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남은 데이터를 모두 활용해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단순대체값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계산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반영하는 일괄대체방법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특정 범주변수와 항목이 일치하는 데이터만을 활용해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단순대체값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계산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반영하는 유사유형대체방법 등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사용이 간단하고 남은 자료활용 장점이 있지만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관측된 자료에서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대체값을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만들기 때문에 표준오차가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과소추정되어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분석결과의 편의</a:t>
            </a:r>
            <a:r>
              <a:rPr lang="en-US" altLang="ko-KR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(bias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를 발생시킴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="" xmlns:a16="http://schemas.microsoft.com/office/drawing/2014/main" id="{681A1A18-D7A4-4621-B25D-B5E747A0986F}"/>
              </a:ext>
            </a:extLst>
          </p:cNvPr>
          <p:cNvCxnSpPr>
            <a:cxnSpLocks/>
          </p:cNvCxnSpPr>
          <p:nvPr/>
        </p:nvCxnSpPr>
        <p:spPr>
          <a:xfrm>
            <a:off x="4740971" y="2271642"/>
            <a:ext cx="634949" cy="2729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3" name="직선 연결선 42">
            <a:extLst>
              <a:ext uri="{FF2B5EF4-FFF2-40B4-BE49-F238E27FC236}">
                <a16:creationId xmlns="" xmlns:a16="http://schemas.microsoft.com/office/drawing/2014/main" id="{E3A54D34-E042-4E8A-BA86-218A0D1C4077}"/>
              </a:ext>
            </a:extLst>
          </p:cNvPr>
          <p:cNvCxnSpPr>
            <a:cxnSpLocks/>
          </p:cNvCxnSpPr>
          <p:nvPr/>
        </p:nvCxnSpPr>
        <p:spPr>
          <a:xfrm>
            <a:off x="4835860" y="2686584"/>
            <a:ext cx="515345" cy="401878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46" name="AutoShape 8">
            <a:extLst>
              <a:ext uri="{FF2B5EF4-FFF2-40B4-BE49-F238E27FC236}">
                <a16:creationId xmlns="" xmlns:a16="http://schemas.microsoft.com/office/drawing/2014/main" id="{E25CA818-829E-4D60-A241-49764B43BD03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6200000">
            <a:off x="4444117" y="3058683"/>
            <a:ext cx="1440000" cy="164730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49" name="모서리가 둥근 직사각형 29">
            <a:extLst>
              <a:ext uri="{FF2B5EF4-FFF2-40B4-BE49-F238E27FC236}">
                <a16:creationId xmlns="" xmlns:a16="http://schemas.microsoft.com/office/drawing/2014/main" id="{E70B4071-3795-425C-922C-617DB1AF8C94}"/>
              </a:ext>
            </a:extLst>
          </p:cNvPr>
          <p:cNvSpPr/>
          <p:nvPr/>
        </p:nvSpPr>
        <p:spPr bwMode="auto">
          <a:xfrm>
            <a:off x="5436638" y="234671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제외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삭제처리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(remove)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B99958D9-53B2-4B72-812C-4865943CDD0C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490855" y="6336032"/>
            <a:ext cx="50691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확률적 회귀대체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베이지안 대체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 err="1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최근접</a:t>
            </a:r>
            <a:r>
              <a:rPr lang="ko-KR" altLang="en-US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이웃 </a:t>
            </a:r>
            <a:r>
              <a:rPr lang="en-US" altLang="ko-KR" sz="1200" dirty="0" smtClean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등 예측분석을 활용해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여러 개의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대체값을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계산하여 이들의 평균값을 분석에 사용하는 방법</a:t>
            </a:r>
          </a:p>
        </p:txBody>
      </p:sp>
      <p:grpSp>
        <p:nvGrpSpPr>
          <p:cNvPr id="52" name="그룹 51">
            <a:extLst>
              <a:ext uri="{FF2B5EF4-FFF2-40B4-BE49-F238E27FC236}">
                <a16:creationId xmlns="" xmlns:a16="http://schemas.microsoft.com/office/drawing/2014/main" id="{AFE9A39E-95DD-47E8-A2CA-A5F0EE325E83}"/>
              </a:ext>
            </a:extLst>
          </p:cNvPr>
          <p:cNvGrpSpPr/>
          <p:nvPr/>
        </p:nvGrpSpPr>
        <p:grpSpPr>
          <a:xfrm>
            <a:off x="1739517" y="5301208"/>
            <a:ext cx="3116902" cy="396044"/>
            <a:chOff x="1790966" y="5193196"/>
            <a:chExt cx="3116902" cy="396044"/>
          </a:xfrm>
        </p:grpSpPr>
        <p:grpSp>
          <p:nvGrpSpPr>
            <p:cNvPr id="53" name="그룹 52">
              <a:extLst>
                <a:ext uri="{FF2B5EF4-FFF2-40B4-BE49-F238E27FC236}">
                  <a16:creationId xmlns="" xmlns:a16="http://schemas.microsoft.com/office/drawing/2014/main" id="{74D64705-4AA4-4360-89DD-C3D9CB7F2C1A}"/>
                </a:ext>
              </a:extLst>
            </p:cNvPr>
            <p:cNvGrpSpPr/>
            <p:nvPr/>
          </p:nvGrpSpPr>
          <p:grpSpPr>
            <a:xfrm>
              <a:off x="1790966" y="5193196"/>
              <a:ext cx="3116902" cy="396044"/>
              <a:chOff x="6673389" y="2491579"/>
              <a:chExt cx="4147837" cy="623886"/>
            </a:xfrm>
          </p:grpSpPr>
          <p:sp>
            <p:nvSpPr>
              <p:cNvPr id="55" name="오른쪽 대괄호 8">
                <a:extLst>
                  <a:ext uri="{FF2B5EF4-FFF2-40B4-BE49-F238E27FC236}">
                    <a16:creationId xmlns="" xmlns:a16="http://schemas.microsoft.com/office/drawing/2014/main" id="{11929C11-D448-436D-B3AF-47ADBCB5C33C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6" name="오른쪽 대괄호 8">
                <a:extLst>
                  <a:ext uri="{FF2B5EF4-FFF2-40B4-BE49-F238E27FC236}">
                    <a16:creationId xmlns="" xmlns:a16="http://schemas.microsoft.com/office/drawing/2014/main" id="{9D99863C-F523-4E07-8AA0-4C50B978583B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4" name="TextBox 53">
              <a:extLst>
                <a:ext uri="{FF2B5EF4-FFF2-40B4-BE49-F238E27FC236}">
                  <a16:creationId xmlns="" xmlns:a16="http://schemas.microsoft.com/office/drawing/2014/main" id="{DE7181D3-16D0-428C-864F-4AE959E81A3F}"/>
                </a:ext>
              </a:extLst>
            </p:cNvPr>
            <p:cNvSpPr txBox="1"/>
            <p:nvPr/>
          </p:nvSpPr>
          <p:spPr>
            <a:xfrm>
              <a:off x="2267492" y="5296223"/>
              <a:ext cx="216386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스케일링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(scaling)</a:t>
              </a:r>
            </a:p>
          </p:txBody>
        </p:sp>
      </p:grpSp>
      <p:sp>
        <p:nvSpPr>
          <p:cNvPr id="57" name="직사각형 56">
            <a:extLst>
              <a:ext uri="{FF2B5EF4-FFF2-40B4-BE49-F238E27FC236}">
                <a16:creationId xmlns="" xmlns:a16="http://schemas.microsoft.com/office/drawing/2014/main" id="{AC85BFB9-6410-4FEB-89A4-F8FCED496BB0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1739515" y="5778785"/>
            <a:ext cx="3204357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분석대상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변수들의 분포특성을 적절한 변환작업을 통해 변수들 간에 서로 비슷하게 만들거나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표준정규분포와 변수들의 분포를 비슷하게 만드는 방법</a:t>
            </a:r>
          </a:p>
        </p:txBody>
      </p:sp>
    </p:spTree>
    <p:extLst>
      <p:ext uri="{BB962C8B-B14F-4D97-AF65-F5344CB8AC3E}">
        <p14:creationId xmlns:p14="http://schemas.microsoft.com/office/powerpoint/2010/main" val="42562666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데이터셋에 포함된 </a:t>
            </a:r>
            <a:r>
              <a:rPr lang="ko-KR" altLang="en-US" dirty="0" err="1"/>
              <a:t>결측치</a:t>
            </a:r>
            <a:r>
              <a:rPr lang="ko-KR" altLang="en-US" dirty="0"/>
              <a:t> 현황파악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원본 데이터셋을 구성하는 </a:t>
            </a:r>
            <a:r>
              <a:rPr lang="ko-KR" altLang="en-US" dirty="0" err="1"/>
              <a:t>관찰치와</a:t>
            </a:r>
            <a:r>
              <a:rPr lang="ko-KR" altLang="en-US" dirty="0"/>
              <a:t> </a:t>
            </a:r>
            <a:r>
              <a:rPr lang="ko-KR" altLang="en-US" dirty="0" smtClean="0"/>
              <a:t>변수 </a:t>
            </a:r>
            <a:r>
              <a:rPr lang="ko-KR" altLang="en-US" dirty="0" err="1" smtClean="0"/>
              <a:t>컬럼별로</a:t>
            </a:r>
            <a:r>
              <a:rPr lang="ko-KR" altLang="en-US" dirty="0" smtClean="0"/>
              <a:t> </a:t>
            </a:r>
            <a:r>
              <a:rPr lang="ko-KR" altLang="en-US" dirty="0" err="1"/>
              <a:t>결측치</a:t>
            </a:r>
            <a:r>
              <a:rPr lang="ko-KR" altLang="en-US" dirty="0"/>
              <a:t> 포함유무와</a:t>
            </a:r>
            <a:r>
              <a:rPr lang="en-US" altLang="ko-KR" dirty="0"/>
              <a:t> </a:t>
            </a:r>
            <a:r>
              <a:rPr lang="ko-KR" altLang="en-US" dirty="0"/>
              <a:t>포함정도에 대해서 전반적으로 살펴봄</a:t>
            </a: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A339D399-F722-4686-9D90-0D79D02B6F96}"/>
              </a:ext>
            </a:extLst>
          </p:cNvPr>
          <p:cNvSpPr/>
          <p:nvPr/>
        </p:nvSpPr>
        <p:spPr>
          <a:xfrm>
            <a:off x="524905" y="2176936"/>
            <a:ext cx="403189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8" name="사각형: 둥근 모서리 76">
            <a:extLst>
              <a:ext uri="{FF2B5EF4-FFF2-40B4-BE49-F238E27FC236}">
                <a16:creationId xmlns="" xmlns:a16="http://schemas.microsoft.com/office/drawing/2014/main" id="{D6004900-81E4-425F-9F1B-B8A115D9A8CE}"/>
              </a:ext>
            </a:extLst>
          </p:cNvPr>
          <p:cNvSpPr/>
          <p:nvPr/>
        </p:nvSpPr>
        <p:spPr>
          <a:xfrm>
            <a:off x="4727847" y="2176936"/>
            <a:ext cx="619256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포함유무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is.na(my)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 함수이용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포함현황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::skim(my)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결측값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규모파악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is.na %&gt;% sum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colSums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77C4F66C-731D-407A-BBEC-7DD6051D7F9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98943" y="3438691"/>
            <a:ext cx="2598405" cy="3168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9BBFE57-B2C1-419F-9814-6E63519919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9569" y="2456892"/>
            <a:ext cx="752475" cy="285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72B575F2-2FB0-4B47-9AF1-FBD30331AA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7015" y="2463512"/>
            <a:ext cx="4486275" cy="5905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9D575C20-FE7E-43F0-91A9-B4ED3EBE67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93165" y="3936443"/>
            <a:ext cx="4810125" cy="10096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C58723BB-E851-4F11-9C67-265FCB604B6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83640" y="5426172"/>
            <a:ext cx="4819650" cy="122437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36806286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결측치</a:t>
            </a:r>
            <a:r>
              <a:rPr lang="ko-KR" altLang="en-US" dirty="0"/>
              <a:t> 패키지를 활용한 현황파악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결측치를</a:t>
            </a:r>
            <a:r>
              <a:rPr lang="ko-KR" altLang="en-US" dirty="0"/>
              <a:t> 다루는 외부 기여패키지를 통해서 데이터셋에 포함된 </a:t>
            </a:r>
            <a:r>
              <a:rPr lang="ko-KR" altLang="en-US" dirty="0" err="1"/>
              <a:t>결측치</a:t>
            </a:r>
            <a:r>
              <a:rPr lang="ko-KR" altLang="en-US" dirty="0"/>
              <a:t> 현황을 입체적으로 파악할 수 있음</a:t>
            </a:r>
            <a:endParaRPr lang="en-US" altLang="ko-KR" dirty="0"/>
          </a:p>
        </p:txBody>
      </p:sp>
      <p:sp>
        <p:nvSpPr>
          <p:cNvPr id="12" name="사각형: 둥근 모서리 76">
            <a:extLst>
              <a:ext uri="{FF2B5EF4-FFF2-40B4-BE49-F238E27FC236}">
                <a16:creationId xmlns="" xmlns:a16="http://schemas.microsoft.com/office/drawing/2014/main" id="{2EE29FA0-725A-40EE-A5A4-D43239B622EC}"/>
              </a:ext>
            </a:extLst>
          </p:cNvPr>
          <p:cNvSpPr/>
          <p:nvPr/>
        </p:nvSpPr>
        <p:spPr>
          <a:xfrm>
            <a:off x="524904" y="2176936"/>
            <a:ext cx="434695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패키지이용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현황파악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naniar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n_miss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갯수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n_complete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시그널갯수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miss_var_summary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miss_case_summary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레코드별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vis_miss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패턴 시각화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="" xmlns:a16="http://schemas.microsoft.com/office/drawing/2014/main" id="{FA78C714-E1D6-4B16-8DDB-A32B8FB0BE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6469" y="3198014"/>
            <a:ext cx="1095375" cy="6000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FD3203BC-FC64-484C-B4F4-61FCD6CEBFC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49420"/>
          <a:stretch/>
        </p:blipFill>
        <p:spPr>
          <a:xfrm>
            <a:off x="685165" y="4359580"/>
            <a:ext cx="1924050" cy="216799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EDD4343D-8C4E-43FB-B64E-2E0817A7452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49559"/>
          <a:stretch/>
        </p:blipFill>
        <p:spPr>
          <a:xfrm>
            <a:off x="2767794" y="4359580"/>
            <a:ext cx="1924050" cy="216201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5" name="사각형: 둥근 모서리 76">
            <a:extLst>
              <a:ext uri="{FF2B5EF4-FFF2-40B4-BE49-F238E27FC236}">
                <a16:creationId xmlns="" xmlns:a16="http://schemas.microsoft.com/office/drawing/2014/main" id="{6CBB1D4D-C36C-4ED6-97B3-BC81EC8175B5}"/>
              </a:ext>
            </a:extLst>
          </p:cNvPr>
          <p:cNvSpPr/>
          <p:nvPr/>
        </p:nvSpPr>
        <p:spPr>
          <a:xfrm>
            <a:off x="5051883" y="2176936"/>
            <a:ext cx="586852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vis_miss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패턴 시각화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A2C79CCE-FBAB-475F-AEB0-FD1A2C05E5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77756" y="2632095"/>
            <a:ext cx="5416781" cy="34549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3438227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특정기능함수 </a:t>
            </a:r>
            <a:r>
              <a:rPr lang="ko-KR" altLang="en-US" dirty="0" err="1"/>
              <a:t>연산시</a:t>
            </a:r>
            <a:r>
              <a:rPr lang="ko-KR" altLang="en-US" dirty="0"/>
              <a:t> </a:t>
            </a:r>
            <a:r>
              <a:rPr lang="ko-KR" altLang="en-US" dirty="0" err="1"/>
              <a:t>결측치</a:t>
            </a:r>
            <a:r>
              <a:rPr lang="ko-KR" altLang="en-US" dirty="0"/>
              <a:t> 제외옵션 사용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특정변수에 대한 데이터를 활용한 </a:t>
            </a:r>
            <a:r>
              <a:rPr lang="ko-KR" altLang="en-US" dirty="0" err="1"/>
              <a:t>분석시</a:t>
            </a:r>
            <a:r>
              <a:rPr lang="ko-KR" altLang="en-US" dirty="0"/>
              <a:t>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포함되어 있는 </a:t>
            </a:r>
            <a:r>
              <a:rPr lang="ko-KR" altLang="en-US" dirty="0" err="1"/>
              <a:t>결측값을</a:t>
            </a:r>
            <a:r>
              <a:rPr lang="ko-KR" altLang="en-US" dirty="0"/>
              <a:t> 제외하는 옵션을 통해 연산이 정상적으로 처리되도록 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4A01939A-172B-4199-BEDF-EA6EDC645318}"/>
              </a:ext>
            </a:extLst>
          </p:cNvPr>
          <p:cNvSpPr/>
          <p:nvPr/>
        </p:nvSpPr>
        <p:spPr>
          <a:xfrm>
            <a:off x="524905" y="2176936"/>
            <a:ext cx="391491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변수 사용시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제외옵션 사용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ifany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my$age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ifany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164DD90B-24CD-4E0D-AABA-D237487C21A8}"/>
              </a:ext>
            </a:extLst>
          </p:cNvPr>
          <p:cNvSpPr/>
          <p:nvPr/>
        </p:nvSpPr>
        <p:spPr>
          <a:xfrm>
            <a:off x="4583833" y="2176936"/>
            <a:ext cx="633658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사용시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제외옵션 사용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mean(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na.rm = TRUE)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use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complete.obs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범주형과 연속형간 요약집계시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제외옵션 사용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값을 포함한 상태 요약집계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select(age, count) %&gt;%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::summarize(Avg = mean(count))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값을 필터링으로 제외시킨 상태 요약집계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select(age, count)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filter(!is.na(age) &amp; !is.na(count))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group_by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(age)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::summarize(Avg = mean(count))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2D5C5791-6513-4995-9FB3-264D845982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1584" y="2447426"/>
            <a:ext cx="1913252" cy="1066403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B395675-E59C-4515-827E-A042596948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308" y="4293096"/>
            <a:ext cx="2954528" cy="231505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C56F4685-800D-43BB-B818-F7284402E111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48583"/>
          <a:stretch/>
        </p:blipFill>
        <p:spPr>
          <a:xfrm>
            <a:off x="7466409" y="2431618"/>
            <a:ext cx="3314700" cy="592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9CC86657-2866-481D-81CA-2C5795D2C0D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53426"/>
          <a:stretch/>
        </p:blipFill>
        <p:spPr>
          <a:xfrm>
            <a:off x="8179643" y="5028092"/>
            <a:ext cx="1228725" cy="146837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37D67987-1BEA-4F14-887C-A0377C3628FD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50247"/>
          <a:stretch/>
        </p:blipFill>
        <p:spPr>
          <a:xfrm>
            <a:off x="9552384" y="5028092"/>
            <a:ext cx="1228725" cy="156859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07E6A600-739B-437A-A0B6-FAD8848AE04A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48583"/>
          <a:stretch/>
        </p:blipFill>
        <p:spPr>
          <a:xfrm>
            <a:off x="7466409" y="3149919"/>
            <a:ext cx="3314700" cy="592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54063055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데이터셋에 포함된 </a:t>
            </a:r>
            <a:r>
              <a:rPr lang="ko-KR" altLang="en-US" dirty="0" err="1"/>
              <a:t>결측치</a:t>
            </a:r>
            <a:r>
              <a:rPr lang="ko-KR" altLang="en-US" dirty="0"/>
              <a:t> 제거방법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데이터셋에 포함된 </a:t>
            </a:r>
            <a:r>
              <a:rPr lang="ko-KR" altLang="en-US" dirty="0" err="1"/>
              <a:t>결측값을</a:t>
            </a:r>
            <a:r>
              <a:rPr lang="ko-KR" altLang="en-US" dirty="0"/>
              <a:t> 한번에 제거처리 할 수 있으며</a:t>
            </a:r>
            <a:r>
              <a:rPr lang="en-US" altLang="ko-KR" dirty="0"/>
              <a:t>, </a:t>
            </a:r>
            <a:r>
              <a:rPr lang="ko-KR" altLang="en-US" dirty="0"/>
              <a:t>특정변수나 특정레코드로 범위를 지정해서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 err="1"/>
              <a:t>결측치</a:t>
            </a:r>
            <a:r>
              <a:rPr lang="ko-KR" altLang="en-US" dirty="0"/>
              <a:t> 처리 후 남은 시그널 데이터로 분석을 수행할 수 있음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66EDDA20-94F5-4746-A6A0-32808D520589}"/>
              </a:ext>
            </a:extLst>
          </p:cNvPr>
          <p:cNvSpPr/>
          <p:nvPr/>
        </p:nvSpPr>
        <p:spPr>
          <a:xfrm>
            <a:off x="524905" y="2176936"/>
            <a:ext cx="391491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원본데이터셋의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 재확인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포함 레코드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일괄 삭제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my_omd &lt;- na.omit(my)</a:t>
            </a: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anyNA(my_omd)</a:t>
            </a: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my_omd %&gt;% </a:t>
            </a: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is.na %&gt;% sum</a:t>
            </a:r>
          </a:p>
          <a:p>
            <a:pPr>
              <a:lnSpc>
                <a:spcPct val="110000"/>
              </a:lnSpc>
            </a:pPr>
            <a:r>
              <a:rPr kumimoji="1" lang="pl-PL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dim(my_omd)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stats::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complete.cases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complete.cases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my_cpd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8BD3FDE7-0093-4891-9481-9ACC504D77B9}"/>
              </a:ext>
            </a:extLst>
          </p:cNvPr>
          <p:cNvSpPr/>
          <p:nvPr/>
        </p:nvSpPr>
        <p:spPr>
          <a:xfrm>
            <a:off x="4583833" y="2176936"/>
            <a:ext cx="633658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포함 특정 레코드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/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변수를 부분적으로 삭제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숙박시설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에 포함된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삭제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my_na_accom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na.omit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my$na_accom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my$na_accom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1~100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 레코드에 포함된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삭제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summary(my[1:100, ])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(my[1:100, ])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my[1:100, ]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my_na_100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complete.cases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(my[1:100, ])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(my[1:100, ])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my$na_accom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9AE956C3-7ADA-4B85-BA2C-57EF343E26F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42106"/>
          <a:stretch/>
        </p:blipFill>
        <p:spPr>
          <a:xfrm>
            <a:off x="7392144" y="2701126"/>
            <a:ext cx="3762375" cy="99259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09C4AA1C-223D-4585-85D9-FEE2A301F7C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8005"/>
          <a:stretch/>
        </p:blipFill>
        <p:spPr>
          <a:xfrm>
            <a:off x="7392144" y="3818661"/>
            <a:ext cx="3762375" cy="7200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0D98F2C8-D771-450D-A936-AD72257B98C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254"/>
          <a:stretch/>
        </p:blipFill>
        <p:spPr>
          <a:xfrm>
            <a:off x="7392144" y="4883525"/>
            <a:ext cx="2876550" cy="593801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8FE9CAF6-C2D0-4F60-B4F4-B8F9326E499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50594"/>
          <a:stretch/>
        </p:blipFill>
        <p:spPr>
          <a:xfrm>
            <a:off x="7392144" y="5877344"/>
            <a:ext cx="2876550" cy="7200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3FBA182E-6A60-4AD4-A1EF-0251D008C40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2501" y="2456803"/>
            <a:ext cx="1524000" cy="8572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583F6835-9012-4D04-82A6-224302FDD05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127301" y="3905039"/>
            <a:ext cx="1219200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5" name="그림 14">
            <a:extLst>
              <a:ext uri="{FF2B5EF4-FFF2-40B4-BE49-F238E27FC236}">
                <a16:creationId xmlns="" xmlns:a16="http://schemas.microsoft.com/office/drawing/2014/main" id="{54CAAE0A-41A2-414A-9164-95623AD4A4C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6751" y="5946835"/>
            <a:ext cx="18097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0938373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결측값</a:t>
            </a:r>
            <a:r>
              <a:rPr lang="ko-KR" altLang="en-US" dirty="0"/>
              <a:t> 단순대체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데이터셋을 구성하는 </a:t>
            </a:r>
            <a:r>
              <a:rPr lang="ko-KR" altLang="en-US" dirty="0" err="1"/>
              <a:t>특정변수컬럼</a:t>
            </a:r>
            <a:r>
              <a:rPr lang="en-US" altLang="ko-KR" dirty="0"/>
              <a:t>, </a:t>
            </a:r>
            <a:r>
              <a:rPr lang="ko-KR" altLang="en-US" dirty="0"/>
              <a:t>또는 전체 </a:t>
            </a:r>
            <a:r>
              <a:rPr lang="ko-KR" altLang="en-US" dirty="0" err="1"/>
              <a:t>변수컬럼들에</a:t>
            </a:r>
            <a:r>
              <a:rPr lang="ko-KR" altLang="en-US" dirty="0"/>
              <a:t> 포함된 </a:t>
            </a:r>
            <a:r>
              <a:rPr lang="ko-KR" altLang="en-US" dirty="0" err="1"/>
              <a:t>결측치를</a:t>
            </a:r>
            <a:r>
              <a:rPr lang="ko-KR" altLang="en-US" dirty="0"/>
              <a:t> 임의의 값으로 대체하여 후속분석에 활용함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024063"/>
            <a:ext cx="3914912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특정변수의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임의값으로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단순대체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방문횟수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(count)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현황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방문횟수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(count)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대체할 대표치 산정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0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이나평균값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중앙값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활용함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count_avg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mean(na.rm =TRUE) %&gt;% print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count_med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median(na.rm =TRUE) %&gt;% print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count_mode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  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names %&gt;% print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방문횟수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(count)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대체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[is.na(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)]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count_mode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방문횟수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(count)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대체결과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my$count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is.na %&gt;% sum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4835861" y="2024063"/>
            <a:ext cx="6264696" cy="4681537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값을 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중앙값으로 일괄 단순대체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median, na.rm = TRUE)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 산정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중앙값을 각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마다 대체입력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function(x)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(is.na(x), yes = median(x, na.rm = TRUE), no = x))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my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데이터셋에 포함된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 재확인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is.na(my)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(my,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anyNA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is.na %&gt;% sum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sapply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(is.na) %&gt;% </a:t>
            </a:r>
          </a:p>
          <a:p>
            <a:pPr>
              <a:lnSpc>
                <a:spcPct val="105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colSums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9AF29DA5-E815-484D-BC3D-CDF65AD9B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6553" y="2589825"/>
            <a:ext cx="195262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40D85C43-1DC1-4366-80B0-0FABAB03D1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60953" y="3765663"/>
            <a:ext cx="1038225" cy="866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2DD7DAD8-7E69-4A90-A937-149E28A85E1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737028" y="5873576"/>
            <a:ext cx="1962150" cy="5619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0542059-D69C-4D7D-B4D5-0DBB83E8353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67363" y="2428141"/>
            <a:ext cx="5353050" cy="10001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C09FF0BD-E40C-4AE6-9D4A-DCCDB0152A84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61121"/>
          <a:stretch/>
        </p:blipFill>
        <p:spPr>
          <a:xfrm>
            <a:off x="6816080" y="5627256"/>
            <a:ext cx="4819650" cy="99987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9CC0172E-A82A-414D-A2FA-A5346E0CE1B5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l="413" t="417" r="83566" b="88383"/>
          <a:stretch/>
        </p:blipFill>
        <p:spPr>
          <a:xfrm>
            <a:off x="7572020" y="4176837"/>
            <a:ext cx="772176" cy="28803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3DEAE076-F8BF-4F62-ACF5-2DB81716B97A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10791" b="50000"/>
          <a:stretch/>
        </p:blipFill>
        <p:spPr>
          <a:xfrm>
            <a:off x="6816080" y="4534081"/>
            <a:ext cx="4819650" cy="100834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86C010A9-4D4A-479C-B67A-1F93D333A39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t="49196" r="68690" b="38204"/>
          <a:stretch/>
        </p:blipFill>
        <p:spPr>
          <a:xfrm>
            <a:off x="8480879" y="4153979"/>
            <a:ext cx="1509025" cy="32403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679211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3253504"/>
            <a:ext cx="2719531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7" name="TextBox 36">
            <a:extLst>
              <a:ext uri="{FF2B5EF4-FFF2-40B4-BE49-F238E27FC236}">
                <a16:creationId xmlns="" xmlns:a16="http://schemas.microsoft.com/office/drawing/2014/main" id="{6A062C83-2067-45C1-AF2B-F40BD29AA2AB}"/>
              </a:ext>
            </a:extLst>
          </p:cNvPr>
          <p:cNvSpPr txBox="1"/>
          <p:nvPr/>
        </p:nvSpPr>
        <p:spPr>
          <a:xfrm>
            <a:off x="4672614" y="3246480"/>
            <a:ext cx="2716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이상치 처리하기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9F771F1A-289E-4A2A-9DA2-873F091B5C83}"/>
              </a:ext>
            </a:extLst>
          </p:cNvPr>
          <p:cNvSpPr txBox="1"/>
          <p:nvPr/>
        </p:nvSpPr>
        <p:spPr>
          <a:xfrm>
            <a:off x="4672613" y="4344615"/>
            <a:ext cx="309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스케일링 적용하기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761A8AC1-7ECA-42DE-A5D0-CFCA78DA1966}"/>
              </a:ext>
            </a:extLst>
          </p:cNvPr>
          <p:cNvSpPr txBox="1"/>
          <p:nvPr/>
        </p:nvSpPr>
        <p:spPr>
          <a:xfrm>
            <a:off x="4672614" y="2148345"/>
            <a:ext cx="2690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결측치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처리하기</a:t>
            </a:r>
          </a:p>
        </p:txBody>
      </p:sp>
    </p:spTree>
    <p:extLst>
      <p:ext uri="{BB962C8B-B14F-4D97-AF65-F5344CB8AC3E}">
        <p14:creationId xmlns:p14="http://schemas.microsoft.com/office/powerpoint/2010/main" val="346116384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이상치 처리하기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변수별</a:t>
            </a:r>
            <a:r>
              <a:rPr lang="ko-KR" altLang="en-US" dirty="0"/>
              <a:t> 조작적 정의내용에 부합하지 않는 </a:t>
            </a:r>
            <a:r>
              <a:rPr lang="ko-KR" altLang="en-US" dirty="0" err="1"/>
              <a:t>항목값이나</a:t>
            </a:r>
            <a:r>
              <a:rPr lang="ko-KR" altLang="en-US" dirty="0"/>
              <a:t> 범위에서 크게 벗어난 값을 의미하며</a:t>
            </a:r>
            <a:r>
              <a:rPr lang="en-US" altLang="ko-KR" dirty="0"/>
              <a:t>, </a:t>
            </a:r>
            <a:br>
              <a:rPr lang="en-US" altLang="ko-KR" dirty="0"/>
            </a:br>
            <a:r>
              <a:rPr lang="ko-KR" altLang="en-US" dirty="0"/>
              <a:t>이상치 판정법에 따라 단순 제거</a:t>
            </a:r>
            <a:r>
              <a:rPr lang="en-US" altLang="ko-KR" dirty="0"/>
              <a:t>·</a:t>
            </a:r>
            <a:r>
              <a:rPr lang="ko-KR" altLang="en-US" dirty="0"/>
              <a:t>삭제</a:t>
            </a:r>
            <a:r>
              <a:rPr lang="en-US" altLang="ko-KR" dirty="0"/>
              <a:t>, </a:t>
            </a:r>
            <a:r>
              <a:rPr lang="ko-KR" altLang="en-US" dirty="0"/>
              <a:t>다른 값으로 대체</a:t>
            </a:r>
            <a:r>
              <a:rPr lang="en-US" altLang="ko-KR" dirty="0"/>
              <a:t>, </a:t>
            </a:r>
            <a:r>
              <a:rPr lang="ko-KR" altLang="en-US" dirty="0" err="1"/>
              <a:t>리샘플링</a:t>
            </a:r>
            <a:r>
              <a:rPr lang="en-US" altLang="ko-KR" dirty="0"/>
              <a:t>·</a:t>
            </a:r>
            <a:r>
              <a:rPr lang="ko-KR" altLang="en-US" dirty="0"/>
              <a:t>샘플분리 등의 처리방법이 있음 </a:t>
            </a:r>
            <a:endParaRPr lang="en-US" altLang="ko-KR" dirty="0"/>
          </a:p>
        </p:txBody>
      </p:sp>
      <p:sp>
        <p:nvSpPr>
          <p:cNvPr id="19" name="모서리가 둥근 직사각형 29">
            <a:extLst>
              <a:ext uri="{FF2B5EF4-FFF2-40B4-BE49-F238E27FC236}">
                <a16:creationId xmlns="" xmlns:a16="http://schemas.microsoft.com/office/drawing/2014/main" id="{1676B505-3A8C-4C4E-954F-0F9C9FA165FD}"/>
              </a:ext>
            </a:extLst>
          </p:cNvPr>
          <p:cNvSpPr/>
          <p:nvPr/>
        </p:nvSpPr>
        <p:spPr bwMode="auto">
          <a:xfrm>
            <a:off x="5436638" y="620374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0" cap="none" spc="0" normalizeH="0" baseline="0" noProof="0" dirty="0" err="1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리샘플링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샘플분리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1CC67DDD-A2E6-4908-A523-C5E28C2014C6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1739516" y="4146914"/>
            <a:ext cx="3116902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조작적 정의내용에 부합하지 않는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항목값이나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범위에서 크게 벗어난 값을 의미하는데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 크게 벗어난 이상치를 극단치로 구별하기도 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수집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 오류나 실제 특이한 값이 발생한 경우에 기인함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DD287236-34BD-4067-97EA-54E9723D152E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39516" y="2721453"/>
            <a:ext cx="3116902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데이터에서 특정변수의 일부 값이 누락된 것을 의미하는데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설문조사시 무응답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측정센서의 오작동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응답불가 등에 의해 발생하며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R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문자형변수는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&lt;NA&gt;,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표기함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2562F81-6836-454B-9EFD-1D9F4ABF1239}"/>
              </a:ext>
            </a:extLst>
          </p:cNvPr>
          <p:cNvGrpSpPr/>
          <p:nvPr/>
        </p:nvGrpSpPr>
        <p:grpSpPr>
          <a:xfrm>
            <a:off x="1739517" y="3720053"/>
            <a:ext cx="3116902" cy="396044"/>
            <a:chOff x="1790966" y="3614207"/>
            <a:chExt cx="3116902" cy="396044"/>
          </a:xfrm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E857B8B-D9C7-4B76-9DEE-D62B441D3663}"/>
                </a:ext>
              </a:extLst>
            </p:cNvPr>
            <p:cNvGrpSpPr/>
            <p:nvPr/>
          </p:nvGrpSpPr>
          <p:grpSpPr>
            <a:xfrm>
              <a:off x="1790966" y="3614207"/>
              <a:ext cx="3116902" cy="396044"/>
              <a:chOff x="6673389" y="2491579"/>
              <a:chExt cx="4147837" cy="623886"/>
            </a:xfrm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AD74EA2E-C83E-431C-BF87-C6BD82DA73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5606C522-0774-48F7-8EAC-F994C4E8238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3D5D45AC-541E-4CF2-B2FA-F20F4ACF5FEC}"/>
                </a:ext>
              </a:extLst>
            </p:cNvPr>
            <p:cNvSpPr txBox="1"/>
            <p:nvPr/>
          </p:nvSpPr>
          <p:spPr>
            <a:xfrm>
              <a:off x="2474179" y="3717234"/>
              <a:ext cx="175048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이상치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(outlier)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C5396FD4-2ABC-4952-9DDA-488F061E1989}"/>
              </a:ext>
            </a:extLst>
          </p:cNvPr>
          <p:cNvGrpSpPr/>
          <p:nvPr/>
        </p:nvGrpSpPr>
        <p:grpSpPr>
          <a:xfrm>
            <a:off x="1739517" y="2290539"/>
            <a:ext cx="3116902" cy="396044"/>
            <a:chOff x="1790966" y="2184693"/>
            <a:chExt cx="3116902" cy="396044"/>
          </a:xfrm>
        </p:grpSpPr>
        <p:grpSp>
          <p:nvGrpSpPr>
            <p:cNvPr id="34" name="그룹 33">
              <a:extLst>
                <a:ext uri="{FF2B5EF4-FFF2-40B4-BE49-F238E27FC236}">
                  <a16:creationId xmlns="" xmlns:a16="http://schemas.microsoft.com/office/drawing/2014/main" id="{45C7C127-8F92-40F3-B69F-C4898D64DC6C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2B2DD359-8FA9-44AD-82DC-289994DF10C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오른쪽 대괄호 8">
                <a:extLst>
                  <a:ext uri="{FF2B5EF4-FFF2-40B4-BE49-F238E27FC236}">
                    <a16:creationId xmlns="" xmlns:a16="http://schemas.microsoft.com/office/drawing/2014/main" id="{0A78881E-5E5F-4B8B-990C-646D63273F4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3604002B-AF08-471C-8E4C-9D9A875670A5}"/>
                </a:ext>
              </a:extLst>
            </p:cNvPr>
            <p:cNvSpPr txBox="1"/>
            <p:nvPr/>
          </p:nvSpPr>
          <p:spPr>
            <a:xfrm>
              <a:off x="2140594" y="2287720"/>
              <a:ext cx="24176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 err="1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결측치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(missing value)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39" name="모서리가 둥근 직사각형 29">
            <a:extLst>
              <a:ext uri="{FF2B5EF4-FFF2-40B4-BE49-F238E27FC236}">
                <a16:creationId xmlns="" xmlns:a16="http://schemas.microsoft.com/office/drawing/2014/main" id="{1CE92A92-49EB-4CAB-A3BA-1E62BF464F71}"/>
              </a:ext>
            </a:extLst>
          </p:cNvPr>
          <p:cNvSpPr/>
          <p:nvPr/>
        </p:nvSpPr>
        <p:spPr bwMode="auto">
          <a:xfrm>
            <a:off x="5436638" y="472293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단순 제거</a:t>
            </a:r>
            <a:r>
              <a:rPr kumimoji="1" lang="en-US" altLang="ko-KR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삭제</a:t>
            </a:r>
          </a:p>
        </p:txBody>
      </p:sp>
      <p:sp>
        <p:nvSpPr>
          <p:cNvPr id="28" name="Rectangle 7">
            <a:extLst>
              <a:ext uri="{FF2B5EF4-FFF2-40B4-BE49-F238E27FC236}">
                <a16:creationId xmlns="" xmlns:a16="http://schemas.microsoft.com/office/drawing/2014/main" id="{8704CB08-960C-46C9-83BF-464F05547EFE}"/>
              </a:ext>
            </a:extLst>
          </p:cNvPr>
          <p:cNvSpPr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5351206" y="2274371"/>
            <a:ext cx="5569207" cy="4431229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4" name="타원 91">
            <a:extLst>
              <a:ext uri="{FF2B5EF4-FFF2-40B4-BE49-F238E27FC236}">
                <a16:creationId xmlns="" xmlns:a16="http://schemas.microsoft.com/office/drawing/2014/main" id="{16F08C8C-1E03-4246-8752-D4A1F8D451A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2162" y="3933769"/>
            <a:ext cx="1049880" cy="1006350"/>
          </a:xfrm>
          <a:prstGeom prst="ellipse">
            <a:avLst/>
          </a:prstGeom>
          <a:solidFill>
            <a:srgbClr val="336699"/>
          </a:solidFill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개별변수</a:t>
            </a:r>
            <a: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정제방법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왼쪽 중괄호 44">
            <a:extLst>
              <a:ext uri="{FF2B5EF4-FFF2-40B4-BE49-F238E27FC236}">
                <a16:creationId xmlns="" xmlns:a16="http://schemas.microsoft.com/office/drawing/2014/main" id="{2B5F1D4E-ECD6-4B18-9A87-21588EE78D6C}"/>
              </a:ext>
            </a:extLst>
          </p:cNvPr>
          <p:cNvSpPr/>
          <p:nvPr/>
        </p:nvSpPr>
        <p:spPr bwMode="auto">
          <a:xfrm>
            <a:off x="1467960" y="2454726"/>
            <a:ext cx="216000" cy="4212034"/>
          </a:xfrm>
          <a:prstGeom prst="lef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8" name="직사각형 47">
            <a:extLst>
              <a:ext uri="{FF2B5EF4-FFF2-40B4-BE49-F238E27FC236}">
                <a16:creationId xmlns="" xmlns:a16="http://schemas.microsoft.com/office/drawing/2014/main" id="{613ACBD4-7434-4D19-B977-ECDD3681E992}"/>
              </a:ext>
            </a:extLst>
          </p:cNvPr>
          <p:cNvSpPr/>
          <p:nvPr>
            <p:custDataLst>
              <p:tags r:id="rId5"/>
            </p:custDataLst>
          </p:nvPr>
        </p:nvSpPr>
        <p:spPr>
          <a:xfrm>
            <a:off x="5490855" y="5046970"/>
            <a:ext cx="50691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분석결과를 왜곡시킬 수 있으므로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일정기준 이상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이하는 절단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(trimming)·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제거하면 되나 샘플수가 작을 때에는 적용하기 어려움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</p:txBody>
      </p:sp>
      <p:sp>
        <p:nvSpPr>
          <p:cNvPr id="49" name="모서리가 둥근 직사각형 29">
            <a:extLst>
              <a:ext uri="{FF2B5EF4-FFF2-40B4-BE49-F238E27FC236}">
                <a16:creationId xmlns="" xmlns:a16="http://schemas.microsoft.com/office/drawing/2014/main" id="{E70B4071-3795-425C-922C-617DB1AF8C94}"/>
              </a:ext>
            </a:extLst>
          </p:cNvPr>
          <p:cNvSpPr/>
          <p:nvPr/>
        </p:nvSpPr>
        <p:spPr bwMode="auto">
          <a:xfrm>
            <a:off x="5436638" y="234671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이상치 판정방법</a:t>
            </a:r>
            <a:endParaRPr kumimoji="1" lang="ko-KR" altLang="en-US" sz="1400" b="1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0" name="직사각형 49">
            <a:extLst>
              <a:ext uri="{FF2B5EF4-FFF2-40B4-BE49-F238E27FC236}">
                <a16:creationId xmlns="" xmlns:a16="http://schemas.microsoft.com/office/drawing/2014/main" id="{B99958D9-53B2-4B72-812C-4865943CDD0C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5490855" y="6520698"/>
            <a:ext cx="5069195" cy="18466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이상치를 포함한 데이터와 아닌 데이터로 분리해서 별도로 분석을 수행 </a:t>
            </a:r>
          </a:p>
        </p:txBody>
      </p:sp>
      <p:cxnSp>
        <p:nvCxnSpPr>
          <p:cNvPr id="38" name="직선 연결선 37">
            <a:extLst>
              <a:ext uri="{FF2B5EF4-FFF2-40B4-BE49-F238E27FC236}">
                <a16:creationId xmlns="" xmlns:a16="http://schemas.microsoft.com/office/drawing/2014/main" id="{C13C761F-ABE8-4CB0-ADF9-CFEB35F0FB67}"/>
              </a:ext>
            </a:extLst>
          </p:cNvPr>
          <p:cNvCxnSpPr>
            <a:cxnSpLocks/>
          </p:cNvCxnSpPr>
          <p:nvPr/>
        </p:nvCxnSpPr>
        <p:spPr>
          <a:xfrm flipV="1">
            <a:off x="4799856" y="2290538"/>
            <a:ext cx="551349" cy="1429515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1" name="직선 연결선 40">
            <a:extLst>
              <a:ext uri="{FF2B5EF4-FFF2-40B4-BE49-F238E27FC236}">
                <a16:creationId xmlns="" xmlns:a16="http://schemas.microsoft.com/office/drawing/2014/main" id="{1CB26761-82EF-40D7-A66C-05DA757D5F72}"/>
              </a:ext>
            </a:extLst>
          </p:cNvPr>
          <p:cNvCxnSpPr>
            <a:cxnSpLocks/>
          </p:cNvCxnSpPr>
          <p:nvPr/>
        </p:nvCxnSpPr>
        <p:spPr>
          <a:xfrm>
            <a:off x="4828138" y="4116097"/>
            <a:ext cx="523067" cy="2589267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42" name="AutoShape 8">
            <a:extLst>
              <a:ext uri="{FF2B5EF4-FFF2-40B4-BE49-F238E27FC236}">
                <a16:creationId xmlns="" xmlns:a16="http://schemas.microsoft.com/office/drawing/2014/main" id="{8B66E732-01E8-4A1A-88BA-EBBA8F0F6159}"/>
              </a:ext>
            </a:extLst>
          </p:cNvPr>
          <p:cNvSpPr>
            <a:spLocks noChangeArrowheads="1"/>
          </p:cNvSpPr>
          <p:nvPr>
            <p:custDataLst>
              <p:tags r:id="rId7"/>
            </p:custDataLst>
          </p:nvPr>
        </p:nvSpPr>
        <p:spPr bwMode="auto">
          <a:xfrm rot="16200000">
            <a:off x="4444117" y="4031686"/>
            <a:ext cx="1440000" cy="164730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sp>
        <p:nvSpPr>
          <p:cNvPr id="58" name="모서리가 둥근 직사각형 29">
            <a:extLst>
              <a:ext uri="{FF2B5EF4-FFF2-40B4-BE49-F238E27FC236}">
                <a16:creationId xmlns="" xmlns:a16="http://schemas.microsoft.com/office/drawing/2014/main" id="{C340C46F-D615-4EF6-8D33-1086E4288F1B}"/>
              </a:ext>
            </a:extLst>
          </p:cNvPr>
          <p:cNvSpPr/>
          <p:nvPr/>
        </p:nvSpPr>
        <p:spPr bwMode="auto">
          <a:xfrm>
            <a:off x="5436638" y="5447660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i="0" u="none" strike="noStrike" kern="0" cap="none" spc="0" normalizeH="0" baseline="0" noProof="0" dirty="0">
                <a:ln>
                  <a:noFill/>
                </a:ln>
                <a:solidFill>
                  <a:srgbClr val="2B3749"/>
                </a:solidFill>
                <a:effectLst/>
                <a:uLnTx/>
                <a:uFillTx/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값으로 대체</a:t>
            </a:r>
          </a:p>
        </p:txBody>
      </p:sp>
      <p:sp>
        <p:nvSpPr>
          <p:cNvPr id="59" name="직사각형 58">
            <a:extLst>
              <a:ext uri="{FF2B5EF4-FFF2-40B4-BE49-F238E27FC236}">
                <a16:creationId xmlns="" xmlns:a16="http://schemas.microsoft.com/office/drawing/2014/main" id="{30498A1D-47B1-4583-8CA5-9EB8F13D0B4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490855" y="5764614"/>
            <a:ext cx="5069195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특정변수의 이상치를 해당변수의 남아 있는 다른 데이터를 활용한 대표치나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상한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하한치로 조정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</a:t>
            </a: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winsorizing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예측모델에 의한 예측치로 대체하는 방법</a:t>
            </a:r>
          </a:p>
        </p:txBody>
      </p:sp>
      <p:sp>
        <p:nvSpPr>
          <p:cNvPr id="60" name="직사각형 59">
            <a:extLst>
              <a:ext uri="{FF2B5EF4-FFF2-40B4-BE49-F238E27FC236}">
                <a16:creationId xmlns="" xmlns:a16="http://schemas.microsoft.com/office/drawing/2014/main" id="{CB14C160-AFF0-49D2-852A-1CF5B15A9095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490855" y="2627387"/>
            <a:ext cx="5429557" cy="19774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논리적 기준을 통한 판단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3"/>
              </a:buBlip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조작적 정의내용에 부합하지 않는 존재할 수 없는 값이면 이상치로 판정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3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:1, 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여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:2 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다른 숫자인 경우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),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고객나이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: 15~70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이후 연령대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</a:t>
            </a:r>
          </a:p>
          <a:p>
            <a:pPr marL="265113" indent="-250825" fontAlgn="base" latinLnBrk="0"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2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통계적 기준을 통한 판단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3"/>
              </a:buBlip>
            </a:pP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spc="-15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일변량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표준화점수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(z-score)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 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2.5~4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이상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또는 평균에서 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3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표준편차 이상 떨어진 값</a:t>
            </a: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3"/>
              </a:buBlip>
            </a:pP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spc="-15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일변량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boxplot IQR(Q1~Q3) * ±1.5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배 이상 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벗어난 값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회귀모형에서</a:t>
            </a:r>
            <a:r>
              <a:rPr lang="en-US" altLang="ko-KR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spc="-15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Cook'D</a:t>
            </a:r>
            <a:r>
              <a:rPr lang="ko-KR" altLang="en-US" sz="1200" spc="-15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거리</a:t>
            </a:r>
            <a:endParaRPr lang="en-US" altLang="ko-KR" sz="1200" spc="-15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3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이변량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산점도에서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추세패턴이나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관계타원영역에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포함되지 않는 데이터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  <a:p>
            <a:pPr marL="500063" lvl="1" indent="-285750" fontAlgn="base"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3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다변량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주성분분석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마할로노비스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값 등 활용</a:t>
            </a:r>
          </a:p>
        </p:txBody>
      </p:sp>
      <p:grpSp>
        <p:nvGrpSpPr>
          <p:cNvPr id="67" name="그룹 66">
            <a:extLst>
              <a:ext uri="{FF2B5EF4-FFF2-40B4-BE49-F238E27FC236}">
                <a16:creationId xmlns="" xmlns:a16="http://schemas.microsoft.com/office/drawing/2014/main" id="{4EEBF156-1529-43FB-BC46-455D29D1CCD9}"/>
              </a:ext>
            </a:extLst>
          </p:cNvPr>
          <p:cNvGrpSpPr/>
          <p:nvPr/>
        </p:nvGrpSpPr>
        <p:grpSpPr>
          <a:xfrm>
            <a:off x="1739517" y="5301208"/>
            <a:ext cx="3116902" cy="396044"/>
            <a:chOff x="1790966" y="5193196"/>
            <a:chExt cx="3116902" cy="396044"/>
          </a:xfrm>
        </p:grpSpPr>
        <p:grpSp>
          <p:nvGrpSpPr>
            <p:cNvPr id="68" name="그룹 67">
              <a:extLst>
                <a:ext uri="{FF2B5EF4-FFF2-40B4-BE49-F238E27FC236}">
                  <a16:creationId xmlns="" xmlns:a16="http://schemas.microsoft.com/office/drawing/2014/main" id="{D26150F2-9391-4314-BF23-82F786D5EE59}"/>
                </a:ext>
              </a:extLst>
            </p:cNvPr>
            <p:cNvGrpSpPr/>
            <p:nvPr/>
          </p:nvGrpSpPr>
          <p:grpSpPr>
            <a:xfrm>
              <a:off x="1790966" y="5193196"/>
              <a:ext cx="3116902" cy="396044"/>
              <a:chOff x="6673389" y="2491579"/>
              <a:chExt cx="4147837" cy="623886"/>
            </a:xfrm>
          </p:grpSpPr>
          <p:sp>
            <p:nvSpPr>
              <p:cNvPr id="70" name="오른쪽 대괄호 8">
                <a:extLst>
                  <a:ext uri="{FF2B5EF4-FFF2-40B4-BE49-F238E27FC236}">
                    <a16:creationId xmlns="" xmlns:a16="http://schemas.microsoft.com/office/drawing/2014/main" id="{3361E18C-0E97-4EF7-AB84-999F8D19C26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71" name="오른쪽 대괄호 8">
                <a:extLst>
                  <a:ext uri="{FF2B5EF4-FFF2-40B4-BE49-F238E27FC236}">
                    <a16:creationId xmlns="" xmlns:a16="http://schemas.microsoft.com/office/drawing/2014/main" id="{CBE5FCB0-A6F6-4587-ABEA-5A6B8BA8B22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="" xmlns:a16="http://schemas.microsoft.com/office/drawing/2014/main" id="{25ED4BC4-3585-4120-98CC-BCCA0E9A4745}"/>
                </a:ext>
              </a:extLst>
            </p:cNvPr>
            <p:cNvSpPr txBox="1"/>
            <p:nvPr/>
          </p:nvSpPr>
          <p:spPr>
            <a:xfrm>
              <a:off x="2267492" y="5296223"/>
              <a:ext cx="2163862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데이터 스케일링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(scaling)</a:t>
              </a:r>
            </a:p>
          </p:txBody>
        </p:sp>
      </p:grpSp>
      <p:sp>
        <p:nvSpPr>
          <p:cNvPr id="72" name="직사각형 71">
            <a:extLst>
              <a:ext uri="{FF2B5EF4-FFF2-40B4-BE49-F238E27FC236}">
                <a16:creationId xmlns="" xmlns:a16="http://schemas.microsoft.com/office/drawing/2014/main" id="{57D0593F-8DB2-4B2F-9D8D-3BFFEB711CD2}"/>
              </a:ext>
            </a:extLst>
          </p:cNvPr>
          <p:cNvSpPr/>
          <p:nvPr>
            <p:custDataLst>
              <p:tags r:id="rId10"/>
            </p:custDataLst>
          </p:nvPr>
        </p:nvSpPr>
        <p:spPr>
          <a:xfrm>
            <a:off x="1739515" y="5778785"/>
            <a:ext cx="3204357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분석대상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변수들의 분포특성을 적절한 변환작업을 통해 변수들 간에 서로 비슷하게 만들거나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표준정규분포와 변수들의 분포를 비슷하게 만드는 방법</a:t>
            </a:r>
          </a:p>
        </p:txBody>
      </p:sp>
    </p:spTree>
    <p:extLst>
      <p:ext uri="{BB962C8B-B14F-4D97-AF65-F5344CB8AC3E}">
        <p14:creationId xmlns:p14="http://schemas.microsoft.com/office/powerpoint/2010/main" val="97678879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 이상치 현황파악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 중에서 직업유형</a:t>
            </a:r>
            <a:r>
              <a:rPr lang="en-US" altLang="ko-KR" dirty="0"/>
              <a:t>(job) </a:t>
            </a:r>
            <a:r>
              <a:rPr lang="ko-KR" altLang="en-US" dirty="0"/>
              <a:t>변수의 실제  수집된 데이터 값이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사전에 설정한 조작적정의에 부합되지 않는지 기술통계 분석으로 현황을 파악함</a:t>
            </a:r>
            <a:endParaRPr lang="en-US" altLang="ko-KR" dirty="0"/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4481823" y="2176936"/>
            <a:ext cx="676275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변수 중 논리적으로 조작적 정의내용에 부합하지 않는 변수 탐색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조작적정의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외래관광객 직업유형을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가지로 조사함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공무원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2: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기업인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경영직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4: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판매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서비스직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- 5: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전문직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6: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노무직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7: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자영업자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8: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9: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- 10: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은퇴자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11: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무직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12: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 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번직업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~12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번직업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이외에 다른 직업유형이 보임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7A6ECC71-9A0A-43DA-8179-216170C96C72}"/>
              </a:ext>
            </a:extLst>
          </p:cNvPr>
          <p:cNvSpPr/>
          <p:nvPr/>
        </p:nvSpPr>
        <p:spPr>
          <a:xfrm>
            <a:off x="524905" y="2176936"/>
            <a:ext cx="373489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class(my)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str(my)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95788BD4-6015-4A38-AD77-BD94B22DB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3472" y="3438691"/>
            <a:ext cx="2598405" cy="316858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F2F7FFA6-B133-49BF-B6F5-126E712F1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35960" y="4013121"/>
            <a:ext cx="2657475" cy="2952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9154898-BA17-4A57-B7A4-6BEEC704ED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0444" y="5147064"/>
            <a:ext cx="6762750" cy="1447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0" name="사각형: 둥근 모서리 9">
            <a:extLst>
              <a:ext uri="{FF2B5EF4-FFF2-40B4-BE49-F238E27FC236}">
                <a16:creationId xmlns="" xmlns:a16="http://schemas.microsoft.com/office/drawing/2014/main" id="{5B92E015-747A-4A79-AB4E-1366ABFB6FCF}"/>
              </a:ext>
            </a:extLst>
          </p:cNvPr>
          <p:cNvSpPr/>
          <p:nvPr/>
        </p:nvSpPr>
        <p:spPr>
          <a:xfrm>
            <a:off x="10416480" y="6057292"/>
            <a:ext cx="1050120" cy="537572"/>
          </a:xfrm>
          <a:prstGeom prst="roundRect">
            <a:avLst/>
          </a:prstGeom>
          <a:noFill/>
          <a:ln w="19050"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083350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범주형 변수 </a:t>
            </a:r>
            <a:r>
              <a:rPr lang="ko-KR" altLang="en-US" dirty="0"/>
              <a:t>원본 수치형에서 문자형으로 리코딩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다항명목형으로 측정된 직업유형</a:t>
            </a:r>
            <a:r>
              <a:rPr lang="en-US" altLang="ko-KR" dirty="0"/>
              <a:t>(job)</a:t>
            </a:r>
            <a:r>
              <a:rPr lang="ko-KR" altLang="en-US" dirty="0"/>
              <a:t>변수의 측정값</a:t>
            </a:r>
            <a:r>
              <a:rPr lang="en-US" altLang="ko-KR" dirty="0"/>
              <a:t>(</a:t>
            </a:r>
            <a:r>
              <a:rPr lang="ko-KR" altLang="en-US" dirty="0"/>
              <a:t>코드</a:t>
            </a:r>
            <a:r>
              <a:rPr lang="en-US" altLang="ko-KR" dirty="0"/>
              <a:t>)</a:t>
            </a:r>
            <a:r>
              <a:rPr lang="ko-KR" altLang="en-US" dirty="0"/>
              <a:t>를 원본 수치형에서 문자형으로 리코딩 실시함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445497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('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c(1:12, 13, 14, 17)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공무원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군인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기업인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경영직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판매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서비스직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전문직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생산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기능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노무직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자영업자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학생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주부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은퇴자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무직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13, 14, 17)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to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head(my[c('job',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')])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5231905" y="2176936"/>
            <a:ext cx="568850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문자형으로 리코딩결과 기술통계분석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print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as.data.frame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View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13, 14, 17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번임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- 14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 항목은 발생건수가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4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개라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중요도가 낮아 단순 제거로 결정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17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이상 발생했으므로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별도 서브셋을 통해 원인파악 필요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5A552ACC-506F-41B4-8884-AA2613B056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7568" y="5445224"/>
            <a:ext cx="200977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E4F03299-9CF9-46A2-9756-3D2D36FD4F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02278" y="2844899"/>
            <a:ext cx="1962150" cy="37528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0950806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 이상치 프로파일링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발견된 이상치 유형 중에서 빈발항목이나 중요도가 있는 변수의 경우에는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관련 레코드를 별도로 서브셋으로 만들어 </a:t>
            </a:r>
            <a:r>
              <a:rPr lang="ko-KR" altLang="en-US" dirty="0" smtClean="0"/>
              <a:t>이상치 변수와 </a:t>
            </a:r>
            <a:r>
              <a:rPr lang="ko-KR" altLang="en-US" dirty="0"/>
              <a:t>다른 변수 간에 관련성 분석해 이상치 발생상황을 분석해 봄 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557109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데이터를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서브셋으로 추출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어떠한 관찰치가 이상치로 기록되었는지 프로파일링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subset(my,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job %in% c(13, 14, 17),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select = c('id', 'month', 'gender',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job_ot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ko-KR" altLang="en-US" sz="1200" b="1" dirty="0" err="1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6276021" y="2176936"/>
            <a:ext cx="5796644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이상치와 조사시기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(month)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 교차분석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magrittr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job_ot$month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job_ot$job_c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%&gt;%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addmargins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과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14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는 조사시기에 따라 무작위로 발생하고 있어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무시해도 됨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그러나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6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월달에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17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번이라는 응답치가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발생함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- 6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월달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조사에서 왜 이런 패턴이 두드러지게 나왔는지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당시 조사방법이나 조사요원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조사대상 등에 대해 리뷰해보아야 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또한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서베이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내용을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PC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 옮길 때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번이나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13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번으로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번이나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7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번을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17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번으로 잘못 코딩할 수도 있음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7977F42-190A-4AF2-AD3F-2B521A064F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7608" y="3298268"/>
            <a:ext cx="2247900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C5D8F085-C5C6-4D6A-8349-3928B85EBB0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8128" y="4148660"/>
            <a:ext cx="3400425" cy="2295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99767615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범주형 변수 이상치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범주형 변수인 직업유형</a:t>
            </a:r>
            <a:r>
              <a:rPr lang="en-US" altLang="ko-KR" dirty="0"/>
              <a:t>(job) </a:t>
            </a:r>
            <a:r>
              <a:rPr lang="ko-KR" altLang="en-US" dirty="0"/>
              <a:t>변수의 조작적정의 내용에 부합하지 않는 범주항목은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발생빈도와 발생규모에 따라 삭제해 </a:t>
            </a:r>
            <a:r>
              <a:rPr lang="en-US" altLang="ko-KR" dirty="0"/>
              <a:t>NA</a:t>
            </a:r>
            <a:r>
              <a:rPr lang="ko-KR" altLang="en-US" dirty="0"/>
              <a:t>로 처리</a:t>
            </a:r>
            <a:r>
              <a:rPr lang="en-US" altLang="ko-KR" dirty="0"/>
              <a:t>, </a:t>
            </a:r>
            <a:r>
              <a:rPr lang="ko-KR" altLang="en-US" dirty="0"/>
              <a:t>다른 </a:t>
            </a:r>
            <a:r>
              <a:rPr lang="ko-KR" altLang="en-US" dirty="0" err="1"/>
              <a:t>대체값으로</a:t>
            </a:r>
            <a:r>
              <a:rPr lang="ko-KR" altLang="en-US" dirty="0"/>
              <a:t> 변경하는 방향으로 처리함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65335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>
                <a:lumMod val="50000"/>
                <a:lumOff val="50000"/>
              </a:schemeClr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이상치 처리방향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- 13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 이상치는 단순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결측값으로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표기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- 14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 이상치는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10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정도이므로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12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 기타유형으로 대체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- 17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번 유형은 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26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개 규모가 있으므로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/>
            </a:r>
            <a:b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 중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최빈치로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대체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직업유형변수 중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최빈치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names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table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sort(decreasing = TRUE)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which.max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names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 err="1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4439816" y="2176936"/>
            <a:ext cx="709278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이상치 처리실시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from = c(13, 14, 17), to = c(12, NA, 3))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mapvalues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from = c(13, 14, 17),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  to = c('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기타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NA,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기술직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'))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리코딩결과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확인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head(my[c('job',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직업유형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(job)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변수의 이상치 처리내용 확인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ifany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my$job_c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useNA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ifany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EF1EDD0E-9BDE-4642-918A-0151379B7A3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3996" y="5713623"/>
            <a:ext cx="3457575" cy="847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5CD11FEF-07EE-4558-822C-706E0156BE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0359" y="5408823"/>
            <a:ext cx="6372225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367E39AC-EDDD-4D29-B49E-064A65449D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99659" y="4709786"/>
            <a:ext cx="4352925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D827D540-759A-417B-8A4C-C56A849374F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2809" y="3427155"/>
            <a:ext cx="200977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92071793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 이상치 현황파악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변수 중에서 지출경비</a:t>
            </a:r>
            <a:r>
              <a:rPr lang="en-US" altLang="ko-KR" dirty="0"/>
              <a:t>(expense) </a:t>
            </a:r>
            <a:r>
              <a:rPr lang="ko-KR" altLang="en-US" dirty="0"/>
              <a:t>변수의 실제  수집된 데이터 값이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통계적인</a:t>
            </a:r>
            <a:r>
              <a:rPr lang="en-US" altLang="ko-KR" dirty="0"/>
              <a:t> </a:t>
            </a:r>
            <a:r>
              <a:rPr lang="ko-KR" altLang="en-US" dirty="0"/>
              <a:t>적정데이터 범위구간에 부합되는지 이상치 현황을 전반적으로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77089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names(my)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'other', 'object',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      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'id'))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구성된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4403812" y="2176936"/>
            <a:ext cx="651660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데이터셋 특성파악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조회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A031CCCF-38A5-41A6-9490-C3951BBA7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824" y="3429000"/>
            <a:ext cx="6800850" cy="3152775"/>
          </a:xfrm>
          <a:prstGeom prst="rect">
            <a:avLst/>
          </a:prstGeom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569BB408-0721-4B59-A6C6-B75F61BF7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903" y="3148790"/>
            <a:ext cx="5912934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8864359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박스플롯을 이용한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</a:t>
            </a:r>
            <a:r>
              <a:rPr lang="en-US" altLang="ko-KR" dirty="0" smtClean="0"/>
              <a:t> </a:t>
            </a:r>
            <a:r>
              <a:rPr lang="ko-KR" altLang="en-US" dirty="0" err="1"/>
              <a:t>이상점</a:t>
            </a:r>
            <a:r>
              <a:rPr lang="ko-KR" altLang="en-US" dirty="0"/>
              <a:t>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변수로 측정된 데이터셋 전체를 </a:t>
            </a:r>
            <a:r>
              <a:rPr lang="ko-KR" altLang="en-US" dirty="0" err="1"/>
              <a:t>박스플롯으로</a:t>
            </a:r>
            <a:r>
              <a:rPr lang="ko-KR" altLang="en-US" dirty="0"/>
              <a:t> 구현하여 이상치 유무와 규모</a:t>
            </a:r>
            <a:r>
              <a:rPr lang="en-US" altLang="ko-KR" dirty="0"/>
              <a:t>, </a:t>
            </a:r>
            <a:r>
              <a:rPr lang="ko-KR" altLang="en-US" dirty="0"/>
              <a:t>패턴을 파악할 수 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일부 극단치를 갖는 개별변수로 인해 박스플롯이 잘 보이지 않을 </a:t>
            </a:r>
            <a:r>
              <a:rPr lang="ko-KR" altLang="en-US" dirty="0" smtClean="0"/>
              <a:t>때에는 변수 주제별로 </a:t>
            </a:r>
            <a:r>
              <a:rPr lang="ko-KR" altLang="en-US" dirty="0"/>
              <a:t>구별하여 탐색이 가능함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7790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통한 이상치 탐지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중 비용관련 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[c('expense', 'card', 'cash')])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47CA75C5-7D37-4A78-8D49-829E72623023}"/>
              </a:ext>
            </a:extLst>
          </p:cNvPr>
          <p:cNvSpPr/>
          <p:nvPr/>
        </p:nvSpPr>
        <p:spPr>
          <a:xfrm>
            <a:off x="5555940" y="2176936"/>
            <a:ext cx="536447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중 만족도관련 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"revisit",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중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나머지 관광행태 관련변수 박스플롯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[c("decision", "count", "number", "period")])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D601E3B3-77D5-441B-8EFD-C46425C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655122"/>
            <a:ext cx="4225406" cy="16684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9350BAE6-CC16-4DAF-B8E2-F76ABA50D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18" y="4869160"/>
            <a:ext cx="4207114" cy="16739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74F4BB8C-1EEB-4052-814D-DA4AE67D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476" y="2655122"/>
            <a:ext cx="4188822" cy="16739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1F9CF78B-8B1F-4E89-8392-EE14D4B80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476" y="4869160"/>
            <a:ext cx="4197968" cy="16739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421588324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3" y="2176936"/>
            <a:ext cx="6350929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변수중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관련 변수 기술통계파악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만달러 이상 지출경비는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간주해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제거함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cnt2 &lt;- subset(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expense &lt;= 10000)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만달러 이상 지출경비 제외된 데이터셋 탐색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psych::describe(cnt2$expense)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::describe(cnt2$expense)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13" name="사각형: 둥근 모서리 76">
            <a:extLst>
              <a:ext uri="{FF2B5EF4-FFF2-40B4-BE49-F238E27FC236}">
                <a16:creationId xmlns="" xmlns:a16="http://schemas.microsoft.com/office/drawing/2014/main" id="{E5F061C3-A40C-4531-8AB8-655CFF3808C8}"/>
              </a:ext>
            </a:extLst>
          </p:cNvPr>
          <p:cNvSpPr/>
          <p:nvPr/>
        </p:nvSpPr>
        <p:spPr>
          <a:xfrm>
            <a:off x="6996103" y="2176936"/>
            <a:ext cx="420294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박스플롯팅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 &lt;- boxplot(cnt2$expense)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str(bp)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박스플롯을 이용한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이상치 검출</a:t>
            </a:r>
            <a:r>
              <a:rPr lang="en-US" altLang="ko-KR" dirty="0"/>
              <a:t>(1/2)</a:t>
            </a:r>
            <a:r>
              <a:rPr lang="ko-KR" altLang="en-US" dirty="0"/>
              <a:t>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</a:t>
            </a:r>
            <a:r>
              <a:rPr lang="en-US" altLang="ko-KR" dirty="0"/>
              <a:t> </a:t>
            </a:r>
            <a:r>
              <a:rPr lang="ko-KR" altLang="en-US" dirty="0"/>
              <a:t>변수 중 지출경비</a:t>
            </a:r>
            <a:r>
              <a:rPr lang="en-US" altLang="ko-KR" dirty="0"/>
              <a:t>(expense)</a:t>
            </a:r>
            <a:r>
              <a:rPr lang="ko-KR" altLang="en-US" dirty="0"/>
              <a:t>에 대한 </a:t>
            </a:r>
            <a:r>
              <a:rPr lang="ko-KR" altLang="en-US" dirty="0" err="1"/>
              <a:t>기술통계량</a:t>
            </a:r>
            <a:r>
              <a:rPr lang="ko-KR" altLang="en-US" dirty="0"/>
              <a:t> 분석을 토대로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적정한 여행경비 범위를 고려하여 극단치를 </a:t>
            </a:r>
            <a:r>
              <a:rPr lang="en-US" altLang="ko-KR" dirty="0"/>
              <a:t>1</a:t>
            </a:r>
            <a:r>
              <a:rPr lang="ko-KR" altLang="en-US" dirty="0"/>
              <a:t>차적으로 제외하고 </a:t>
            </a:r>
            <a:r>
              <a:rPr lang="ko-KR" altLang="en-US" dirty="0" err="1"/>
              <a:t>박스플롯을</a:t>
            </a:r>
            <a:r>
              <a:rPr lang="ko-KR" altLang="en-US" dirty="0"/>
              <a:t> 통해 이상치를 파악함</a:t>
            </a:r>
            <a:endParaRPr lang="en-US" altLang="ko-KR" dirty="0"/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3A34A2B6-7F7C-4840-A282-6456581A98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9203" y="2672916"/>
            <a:ext cx="6143625" cy="19907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8B007FEF-6BF7-4268-9562-A33A83254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9203" y="6105976"/>
            <a:ext cx="5876925" cy="4191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8D4175F2-2F26-4DC4-A93C-8F01DF74F2D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16373" y="2600908"/>
            <a:ext cx="2533650" cy="21717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F3275C62-7A00-414B-BBA1-D583483BA8B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16373" y="5445224"/>
            <a:ext cx="3962400" cy="11525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14323400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사각형: 둥근 모서리 76">
            <a:extLst>
              <a:ext uri="{FF2B5EF4-FFF2-40B4-BE49-F238E27FC236}">
                <a16:creationId xmlns="" xmlns:a16="http://schemas.microsoft.com/office/drawing/2014/main" id="{612C0CFB-8598-47BC-9098-26FE58B7DB4F}"/>
              </a:ext>
            </a:extLst>
          </p:cNvPr>
          <p:cNvSpPr/>
          <p:nvPr/>
        </p:nvSpPr>
        <p:spPr>
          <a:xfrm>
            <a:off x="4263330" y="2176936"/>
            <a:ext cx="6945238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 내부구조 중 </a:t>
            </a:r>
            <a:r>
              <a:rPr kumimoji="1" lang="ko-KR" altLang="en-US" sz="1200" b="1" dirty="0" smtClean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이상치 항목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탐색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bp$out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값보다 큰 값은 절단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(trimming)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하거나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 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또는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winsorizing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하는 방향으로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전처리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필요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박스플롯을 이용한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이상치 검출</a:t>
            </a:r>
            <a:r>
              <a:rPr lang="en-US" altLang="ko-KR" dirty="0"/>
              <a:t>(2/2)</a:t>
            </a:r>
            <a:r>
              <a:rPr lang="ko-KR" altLang="en-US" dirty="0"/>
              <a:t> 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/>
              <a:t>박스플롯</a:t>
            </a:r>
            <a:r>
              <a:rPr lang="ko-KR" altLang="en-US" dirty="0"/>
              <a:t> 그래프에 포함된 분위수를 통해서 지출경비</a:t>
            </a:r>
            <a:r>
              <a:rPr lang="en-US" altLang="ko-KR" dirty="0"/>
              <a:t>(expense) </a:t>
            </a:r>
            <a:r>
              <a:rPr lang="ko-KR" altLang="en-US" dirty="0"/>
              <a:t>변수의 상한선</a:t>
            </a:r>
            <a:r>
              <a:rPr lang="en-US" altLang="ko-KR" dirty="0"/>
              <a:t>·</a:t>
            </a:r>
            <a:r>
              <a:rPr lang="ko-KR" altLang="en-US" dirty="0"/>
              <a:t>하한선을 파악하였으며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이를 상회</a:t>
            </a:r>
            <a:r>
              <a:rPr lang="en-US" altLang="ko-KR" dirty="0"/>
              <a:t>·</a:t>
            </a:r>
            <a:r>
              <a:rPr lang="ko-KR" altLang="en-US" dirty="0"/>
              <a:t>하회하는 데이터에 대해서 절단 또는 조정하는 이상치 처리방향을 검토함 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55487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내부구조 중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(Quantile)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[1,]    0.1013 -&gt;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하한선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(lower fence)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[2,]  595.9350 -&gt; Q1: 1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(25%)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[3,] 1000.0000 -&gt; Q2: 2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(50%),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중앙값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[4,] 1725.3325 -&gt; Q3: 3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분위수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(75%)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[5,] 3419.2500 -&gt;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상한선값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D0D9D5A3-3668-4095-9140-66E47BDEC38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21601"/>
          <a:stretch/>
        </p:blipFill>
        <p:spPr>
          <a:xfrm>
            <a:off x="746821" y="2717904"/>
            <a:ext cx="1676400" cy="1008112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3" name="그림 12">
            <a:extLst>
              <a:ext uri="{FF2B5EF4-FFF2-40B4-BE49-F238E27FC236}">
                <a16:creationId xmlns="" xmlns:a16="http://schemas.microsoft.com/office/drawing/2014/main" id="{9624F684-5A15-4B6B-8585-31CF783B748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8399"/>
          <a:stretch/>
        </p:blipFill>
        <p:spPr>
          <a:xfrm>
            <a:off x="746821" y="5413986"/>
            <a:ext cx="1676400" cy="27776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91A94591-9DAF-43D3-BE9D-09306F630FF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74202"/>
          <a:stretch/>
        </p:blipFill>
        <p:spPr>
          <a:xfrm>
            <a:off x="4943872" y="4100355"/>
            <a:ext cx="6105525" cy="444769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4" name="그림 13">
            <a:extLst>
              <a:ext uri="{FF2B5EF4-FFF2-40B4-BE49-F238E27FC236}">
                <a16:creationId xmlns="" xmlns:a16="http://schemas.microsoft.com/office/drawing/2014/main" id="{FC1F01F3-5AC5-4E01-9E4E-3E2EACEA672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24576"/>
          <a:stretch/>
        </p:blipFill>
        <p:spPr>
          <a:xfrm>
            <a:off x="4943872" y="5278661"/>
            <a:ext cx="6105525" cy="13003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B2179346-1F14-48A2-931A-2FD40D8198A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872" y="2480494"/>
            <a:ext cx="5810250" cy="5810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6" name="그림 15">
            <a:extLst>
              <a:ext uri="{FF2B5EF4-FFF2-40B4-BE49-F238E27FC236}">
                <a16:creationId xmlns="" xmlns:a16="http://schemas.microsoft.com/office/drawing/2014/main" id="{716407C3-4B82-41D4-8943-506976D94F5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48635" y="3259832"/>
            <a:ext cx="5800725" cy="4572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sp>
        <p:nvSpPr>
          <p:cNvPr id="17" name="직사각형 16">
            <a:extLst>
              <a:ext uri="{FF2B5EF4-FFF2-40B4-BE49-F238E27FC236}">
                <a16:creationId xmlns="" xmlns:a16="http://schemas.microsoft.com/office/drawing/2014/main" id="{C02A3479-DC96-4D98-9CD7-37DE038D256D}"/>
              </a:ext>
            </a:extLst>
          </p:cNvPr>
          <p:cNvSpPr/>
          <p:nvPr/>
        </p:nvSpPr>
        <p:spPr>
          <a:xfrm>
            <a:off x="7560457" y="3022176"/>
            <a:ext cx="577081" cy="276999"/>
          </a:xfrm>
          <a:prstGeom prst="rect">
            <a:avLst/>
          </a:prstGeom>
        </p:spPr>
        <p:txBody>
          <a:bodyPr wrap="none" lIns="0" tIns="0" rIns="0" bIns="0" anchor="ctr" anchorCtr="0">
            <a:spAutoFit/>
          </a:bodyPr>
          <a:lstStyle/>
          <a:p>
            <a:r>
              <a:rPr kumimoji="1" lang="en-US" altLang="ko-KR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·····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82996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 이상치 처리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변수인 지출경비</a:t>
            </a:r>
            <a:r>
              <a:rPr lang="en-US" altLang="ko-KR" dirty="0"/>
              <a:t>(expense)</a:t>
            </a:r>
            <a:r>
              <a:rPr lang="ko-KR" altLang="en-US" dirty="0"/>
              <a:t> 변수의 데이터 중에서 통계적으로 </a:t>
            </a:r>
            <a:r>
              <a:rPr lang="ko-KR" altLang="en-US" dirty="0" err="1"/>
              <a:t>박스플롯</a:t>
            </a:r>
            <a:r>
              <a:rPr lang="ko-KR" altLang="en-US" dirty="0"/>
              <a:t> </a:t>
            </a:r>
            <a:r>
              <a:rPr lang="en-US" altLang="ko-KR" dirty="0"/>
              <a:t>IQR </a:t>
            </a:r>
            <a:r>
              <a:rPr lang="ko-KR" altLang="en-US" dirty="0"/>
              <a:t>범위를 벗어나는 데이터들에 대해서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절단화</a:t>
            </a:r>
            <a:r>
              <a:rPr lang="en-US" altLang="ko-KR" dirty="0"/>
              <a:t>(trimming)</a:t>
            </a:r>
            <a:r>
              <a:rPr lang="ko-KR" altLang="en-US" dirty="0"/>
              <a:t>과 조정화</a:t>
            </a:r>
            <a:r>
              <a:rPr lang="en-US" altLang="ko-KR" dirty="0"/>
              <a:t>(</a:t>
            </a:r>
            <a:r>
              <a:rPr lang="en-US" altLang="ko-KR" dirty="0" err="1"/>
              <a:t>winsorizing</a:t>
            </a:r>
            <a:r>
              <a:rPr lang="en-US" altLang="ko-KR" dirty="0"/>
              <a:t>) </a:t>
            </a:r>
            <a:r>
              <a:rPr lang="ko-KR" altLang="en-US" dirty="0"/>
              <a:t>방법을 통해 이상치를 처리함 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524706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지출경비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(expense)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이상치 처리 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값보다 큰 값을 절단화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(trimming)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dplyr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cnt3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%&gt;% filter(expense &lt;=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psych::describe(cnt3$expense)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::describe(cnt3$expense)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5879974" y="2176936"/>
            <a:ext cx="540060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(upper fence)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값보다 큰 값을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상한선값으로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winsorizing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ifelse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&gt;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yes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bp$stats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[5],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no =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cnt$expense_ws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C76B88E7-5F6A-494A-BE18-713B15CD972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74130"/>
          <a:stretch/>
        </p:blipFill>
        <p:spPr>
          <a:xfrm>
            <a:off x="6092954" y="5265204"/>
            <a:ext cx="4981575" cy="129614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B71BED6F-C054-4498-9A57-A839226BCF8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b="85617"/>
          <a:stretch/>
        </p:blipFill>
        <p:spPr>
          <a:xfrm>
            <a:off x="646373" y="3853362"/>
            <a:ext cx="4981575" cy="72058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B46FFE7E-9C7B-4BB0-9BBE-D14FF82DB3F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995" b="59416"/>
          <a:stretch/>
        </p:blipFill>
        <p:spPr>
          <a:xfrm>
            <a:off x="646373" y="5265204"/>
            <a:ext cx="4981575" cy="133214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42A72258-7F0D-4F56-BAED-E80FC38AAD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59595" b="25314"/>
          <a:stretch/>
        </p:blipFill>
        <p:spPr>
          <a:xfrm>
            <a:off x="6092954" y="3853362"/>
            <a:ext cx="4981575" cy="75608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8013272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직사각형 38"/>
          <p:cNvSpPr/>
          <p:nvPr/>
        </p:nvSpPr>
        <p:spPr>
          <a:xfrm>
            <a:off x="4672613" y="4354770"/>
            <a:ext cx="3007563" cy="830997"/>
          </a:xfrm>
          <a:prstGeom prst="rect">
            <a:avLst/>
          </a:prstGeom>
          <a:solidFill>
            <a:srgbClr val="95D5E1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2344205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11" name="그룹 10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13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14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12" name="TextBox 11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1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3" name="그룹 22">
            <a:extLst>
              <a:ext uri="{FF2B5EF4-FFF2-40B4-BE49-F238E27FC236}">
                <a16:creationId xmlns="" xmlns:a16="http://schemas.microsoft.com/office/drawing/2014/main" id="{A49B5C0F-8F04-4D52-943C-1750C8E88D1E}"/>
              </a:ext>
            </a:extLst>
          </p:cNvPr>
          <p:cNvGrpSpPr/>
          <p:nvPr/>
        </p:nvGrpSpPr>
        <p:grpSpPr>
          <a:xfrm>
            <a:off x="4020030" y="3442340"/>
            <a:ext cx="404758" cy="458789"/>
            <a:chOff x="6605244" y="2491579"/>
            <a:chExt cx="4215982" cy="623886"/>
          </a:xfrm>
          <a:solidFill>
            <a:schemeClr val="accent5">
              <a:lumMod val="20000"/>
              <a:lumOff val="80000"/>
              <a:alpha val="50000"/>
            </a:schemeClr>
          </a:solidFill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6673389" y="2491579"/>
              <a:ext cx="4147837" cy="623886"/>
              <a:chOff x="6673389" y="2491579"/>
              <a:chExt cx="4147837" cy="623886"/>
            </a:xfrm>
            <a:grpFill/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6605244" y="2539137"/>
              <a:ext cx="4063626" cy="502238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2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="" xmlns:a16="http://schemas.microsoft.com/office/drawing/2014/main" id="{159BD907-7557-4079-97A6-67DDAF52F5C8}"/>
              </a:ext>
            </a:extLst>
          </p:cNvPr>
          <p:cNvGrpSpPr/>
          <p:nvPr/>
        </p:nvGrpSpPr>
        <p:grpSpPr>
          <a:xfrm>
            <a:off x="4020030" y="4540475"/>
            <a:ext cx="404758" cy="458789"/>
            <a:chOff x="4020030" y="4540475"/>
            <a:chExt cx="404758" cy="458789"/>
          </a:xfrm>
        </p:grpSpPr>
        <p:grpSp>
          <p:nvGrpSpPr>
            <p:cNvPr id="30" name="그룹 29">
              <a:extLst>
                <a:ext uri="{FF2B5EF4-FFF2-40B4-BE49-F238E27FC236}">
                  <a16:creationId xmlns="" xmlns:a16="http://schemas.microsoft.com/office/drawing/2014/main" id="{A375AF22-7E7E-4960-93A1-14D1F741953E}"/>
                </a:ext>
              </a:extLst>
            </p:cNvPr>
            <p:cNvGrpSpPr/>
            <p:nvPr/>
          </p:nvGrpSpPr>
          <p:grpSpPr>
            <a:xfrm>
              <a:off x="4026572" y="4540475"/>
              <a:ext cx="398216" cy="458789"/>
              <a:chOff x="6673389" y="2491579"/>
              <a:chExt cx="4147837" cy="623886"/>
            </a:xfrm>
            <a:solidFill>
              <a:schemeClr val="accent5">
                <a:lumMod val="20000"/>
                <a:lumOff val="80000"/>
                <a:alpha val="50000"/>
              </a:schemeClr>
            </a:solidFill>
          </p:grpSpPr>
          <p:sp>
            <p:nvSpPr>
              <p:cNvPr id="32" name="오른쪽 대괄호 8">
                <a:extLst>
                  <a:ext uri="{FF2B5EF4-FFF2-40B4-BE49-F238E27FC236}">
                    <a16:creationId xmlns="" xmlns:a16="http://schemas.microsoft.com/office/drawing/2014/main" id="{5916A89F-54F7-475C-AA0F-B296A1B29C5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3" name="오른쪽 대괄호 8">
                <a:extLst>
                  <a:ext uri="{FF2B5EF4-FFF2-40B4-BE49-F238E27FC236}">
                    <a16:creationId xmlns="" xmlns:a16="http://schemas.microsoft.com/office/drawing/2014/main" id="{1FB703FE-F7BD-4F07-AA7A-5864CFADA6C5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grpFill/>
              <a:ln w="3810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endParaRPr lang="ko-KR" altLang="en-US" sz="1600" spc="-30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1" name="TextBox 30">
              <a:extLst>
                <a:ext uri="{FF2B5EF4-FFF2-40B4-BE49-F238E27FC236}">
                  <a16:creationId xmlns="" xmlns:a16="http://schemas.microsoft.com/office/drawing/2014/main" id="{E052EB2C-9735-49AD-B6DC-8CC33E6546ED}"/>
                </a:ext>
              </a:extLst>
            </p:cNvPr>
            <p:cNvSpPr txBox="1"/>
            <p:nvPr/>
          </p:nvSpPr>
          <p:spPr>
            <a:xfrm>
              <a:off x="4020030" y="4575448"/>
              <a:ext cx="390131" cy="369332"/>
            </a:xfrm>
            <a:prstGeom prst="rect">
              <a:avLst/>
            </a:prstGeom>
            <a:noFill/>
          </p:spPr>
          <p:txBody>
            <a:bodyPr wrap="square" rtlCol="0" anchor="ctr">
              <a:spAutoFit/>
            </a:bodyPr>
            <a:lstStyle/>
            <a:p>
              <a:pPr algn="ctr"/>
              <a:r>
                <a:rPr lang="en-US" altLang="ko-KR" b="1" spc="-300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3</a:t>
              </a:r>
              <a:endParaRPr lang="ko-KR" altLang="en-US" b="1" spc="-300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28" name="TextBox 27">
            <a:extLst>
              <a:ext uri="{FF2B5EF4-FFF2-40B4-BE49-F238E27FC236}">
                <a16:creationId xmlns="" xmlns:a16="http://schemas.microsoft.com/office/drawing/2014/main" id="{761A8AC1-7ECA-42DE-A5D0-CFCA78DA1966}"/>
              </a:ext>
            </a:extLst>
          </p:cNvPr>
          <p:cNvSpPr txBox="1"/>
          <p:nvPr/>
        </p:nvSpPr>
        <p:spPr>
          <a:xfrm>
            <a:off x="4672614" y="2148345"/>
            <a:ext cx="269080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ko-KR" altLang="en-US" sz="4800" b="1" spc="-190" dirty="0" err="1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결측치</a:t>
            </a:r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 처리하기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="" xmlns:a16="http://schemas.microsoft.com/office/drawing/2014/main" id="{DA88A5B0-E6EB-4F41-BBA8-F57EC2E77695}"/>
              </a:ext>
            </a:extLst>
          </p:cNvPr>
          <p:cNvSpPr txBox="1"/>
          <p:nvPr/>
        </p:nvSpPr>
        <p:spPr>
          <a:xfrm>
            <a:off x="4672614" y="3246480"/>
            <a:ext cx="271644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이상치 처리하기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="" xmlns:a16="http://schemas.microsoft.com/office/drawing/2014/main" id="{988C70C9-28DA-4F03-B990-47F88EFBCC05}"/>
              </a:ext>
            </a:extLst>
          </p:cNvPr>
          <p:cNvSpPr txBox="1"/>
          <p:nvPr/>
        </p:nvSpPr>
        <p:spPr>
          <a:xfrm>
            <a:off x="4672613" y="4344615"/>
            <a:ext cx="3094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ko-KR" altLang="en-US" sz="4800" b="1" spc="-190" dirty="0">
                <a:ln w="25400" cap="flat">
                  <a:solidFill>
                    <a:schemeClr val="bg1"/>
                  </a:solidFill>
                  <a:miter lim="800000"/>
                </a:ln>
                <a:solidFill>
                  <a:srgbClr val="173F95"/>
                </a:solidFill>
                <a:effectLst>
                  <a:glow>
                    <a:schemeClr val="bg1"/>
                  </a:glow>
                </a:effectLst>
                <a:latin typeface="스웨거 TTF" panose="020B0600000101010101" pitchFamily="50" charset="-127"/>
                <a:ea typeface="스웨거 TTF" panose="020B0600000101010101" pitchFamily="50" charset="-127"/>
              </a:rPr>
              <a:t>스케일링 적용하기</a:t>
            </a:r>
          </a:p>
        </p:txBody>
      </p:sp>
    </p:spTree>
    <p:extLst>
      <p:ext uri="{BB962C8B-B14F-4D97-AF65-F5344CB8AC3E}">
        <p14:creationId xmlns:p14="http://schemas.microsoft.com/office/powerpoint/2010/main" val="21863064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 7">
            <a:extLst>
              <a:ext uri="{FF2B5EF4-FFF2-40B4-BE49-F238E27FC236}">
                <a16:creationId xmlns="" xmlns:a16="http://schemas.microsoft.com/office/drawing/2014/main" id="{E7E142D7-887C-4795-B1D0-BA48AA3D1077}"/>
              </a:ext>
            </a:extLst>
          </p:cNvPr>
          <p:cNvSpPr>
            <a:spLocks noChangeArrowheads="1"/>
          </p:cNvSpPr>
          <p:nvPr>
            <p:custDataLst>
              <p:tags r:id="rId1"/>
            </p:custDataLst>
          </p:nvPr>
        </p:nvSpPr>
        <p:spPr bwMode="auto">
          <a:xfrm>
            <a:off x="5351206" y="2274371"/>
            <a:ext cx="5569207" cy="4431229"/>
          </a:xfrm>
          <a:prstGeom prst="rect">
            <a:avLst/>
          </a:prstGeom>
          <a:noFill/>
          <a:ln w="12700" algn="ctr">
            <a:solidFill>
              <a:sysClr val="window" lastClr="FFFFFF">
                <a:lumMod val="75000"/>
              </a:sysClr>
            </a:solidFill>
            <a:miter lim="800000"/>
            <a:headEnd/>
            <a:tailEnd/>
          </a:ln>
          <a:effectLst/>
        </p:spPr>
        <p:txBody>
          <a:bodyPr wrap="square" lIns="90000" tIns="46800" rIns="90000" bIns="46800" anchor="ctr"/>
          <a:lstStyle/>
          <a:p>
            <a:pPr marL="182563" marR="0" lvl="0" indent="-182563" defTabSz="914400" eaLnBrk="0" fontAlgn="base" latinLnBrk="0" hangingPunct="0">
              <a:lnSpc>
                <a:spcPts val="16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 typeface="Webdings" pitchFamily="18" charset="2"/>
              <a:buChar char="&lt;"/>
              <a:tabLst/>
              <a:defRPr/>
            </a:pPr>
            <a:endParaRPr kumimoji="1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데이터</a:t>
            </a:r>
            <a:r>
              <a:rPr lang="en-US" altLang="ko-KR" dirty="0"/>
              <a:t> </a:t>
            </a:r>
            <a:r>
              <a:rPr lang="ko-KR" altLang="en-US" dirty="0"/>
              <a:t>스케일링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분석대상 변수들의 분포특성이 서로 이질적일 때 특정변수의 영향력이 과대</a:t>
            </a:r>
            <a:r>
              <a:rPr lang="en-US" altLang="ko-KR" dirty="0"/>
              <a:t>·</a:t>
            </a:r>
            <a:r>
              <a:rPr lang="ko-KR" altLang="en-US" dirty="0"/>
              <a:t>과소하게 사용되고 편의가 발생할 수 있으므로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스케일링 작업을 통해서 변수의 단위와 범위를 비슷하게 만드는 정규화와</a:t>
            </a:r>
            <a:r>
              <a:rPr lang="en-US" altLang="ko-KR" dirty="0"/>
              <a:t> </a:t>
            </a:r>
            <a:r>
              <a:rPr lang="ko-KR" altLang="en-US" dirty="0"/>
              <a:t>표준화 방법을 사용함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="" xmlns:a16="http://schemas.microsoft.com/office/drawing/2014/main" id="{1CC67DDD-A2E6-4908-A523-C5E28C2014C6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1739516" y="4146914"/>
            <a:ext cx="3116902" cy="10987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변수별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조작적 정의내용에 부합하지 않는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항목값이나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범위에서 크게 벗어난 값을 의미하는데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더 크게 벗어난 이상치를 극단치로 구별하기도 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 수집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가공 오류나 실제 특이한 값이 발생한 경우에 기인함 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="" xmlns:a16="http://schemas.microsoft.com/office/drawing/2014/main" id="{DD287236-34BD-4067-97EA-54E9723D152E}"/>
              </a:ext>
            </a:extLst>
          </p:cNvPr>
          <p:cNvSpPr/>
          <p:nvPr>
            <p:custDataLst>
              <p:tags r:id="rId3"/>
            </p:custDataLst>
          </p:nvPr>
        </p:nvSpPr>
        <p:spPr>
          <a:xfrm>
            <a:off x="1739516" y="2721453"/>
            <a:ext cx="3116902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데이터에서 특정변수의 일부 값이 누락된 것을 의미하는데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설문조사시 무응답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측정센서의 오작동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응답불가 등에 의해 발생하며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 R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에서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문자형변수는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&lt;NA&gt;,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수치형은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NA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로 표기함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grpSp>
        <p:nvGrpSpPr>
          <p:cNvPr id="9" name="그룹 8">
            <a:extLst>
              <a:ext uri="{FF2B5EF4-FFF2-40B4-BE49-F238E27FC236}">
                <a16:creationId xmlns="" xmlns:a16="http://schemas.microsoft.com/office/drawing/2014/main" id="{E2562F81-6836-454B-9EFD-1D9F4ABF1239}"/>
              </a:ext>
            </a:extLst>
          </p:cNvPr>
          <p:cNvGrpSpPr/>
          <p:nvPr/>
        </p:nvGrpSpPr>
        <p:grpSpPr>
          <a:xfrm>
            <a:off x="1739517" y="3720053"/>
            <a:ext cx="3116902" cy="396044"/>
            <a:chOff x="1790966" y="3614207"/>
            <a:chExt cx="3116902" cy="396044"/>
          </a:xfrm>
        </p:grpSpPr>
        <p:grpSp>
          <p:nvGrpSpPr>
            <p:cNvPr id="24" name="그룹 23">
              <a:extLst>
                <a:ext uri="{FF2B5EF4-FFF2-40B4-BE49-F238E27FC236}">
                  <a16:creationId xmlns="" xmlns:a16="http://schemas.microsoft.com/office/drawing/2014/main" id="{AE857B8B-D9C7-4B76-9DEE-D62B441D3663}"/>
                </a:ext>
              </a:extLst>
            </p:cNvPr>
            <p:cNvGrpSpPr/>
            <p:nvPr/>
          </p:nvGrpSpPr>
          <p:grpSpPr>
            <a:xfrm>
              <a:off x="1790966" y="3614207"/>
              <a:ext cx="3116902" cy="396044"/>
              <a:chOff x="6673389" y="2491579"/>
              <a:chExt cx="4147837" cy="623886"/>
            </a:xfrm>
          </p:grpSpPr>
          <p:sp>
            <p:nvSpPr>
              <p:cNvPr id="26" name="오른쪽 대괄호 8">
                <a:extLst>
                  <a:ext uri="{FF2B5EF4-FFF2-40B4-BE49-F238E27FC236}">
                    <a16:creationId xmlns="" xmlns:a16="http://schemas.microsoft.com/office/drawing/2014/main" id="{AD74EA2E-C83E-431C-BF87-C6BD82DA731E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27" name="오른쪽 대괄호 8">
                <a:extLst>
                  <a:ext uri="{FF2B5EF4-FFF2-40B4-BE49-F238E27FC236}">
                    <a16:creationId xmlns="" xmlns:a16="http://schemas.microsoft.com/office/drawing/2014/main" id="{5606C522-0774-48F7-8EAC-F994C4E82387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="" xmlns:a16="http://schemas.microsoft.com/office/drawing/2014/main" id="{3D5D45AC-541E-4CF2-B2FA-F20F4ACF5FEC}"/>
                </a:ext>
              </a:extLst>
            </p:cNvPr>
            <p:cNvSpPr txBox="1"/>
            <p:nvPr/>
          </p:nvSpPr>
          <p:spPr>
            <a:xfrm>
              <a:off x="2474179" y="3717234"/>
              <a:ext cx="175048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이상치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(outlier)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grpSp>
        <p:nvGrpSpPr>
          <p:cNvPr id="10" name="그룹 9">
            <a:extLst>
              <a:ext uri="{FF2B5EF4-FFF2-40B4-BE49-F238E27FC236}">
                <a16:creationId xmlns="" xmlns:a16="http://schemas.microsoft.com/office/drawing/2014/main" id="{C5396FD4-2ABC-4952-9DDA-488F061E1989}"/>
              </a:ext>
            </a:extLst>
          </p:cNvPr>
          <p:cNvGrpSpPr/>
          <p:nvPr/>
        </p:nvGrpSpPr>
        <p:grpSpPr>
          <a:xfrm>
            <a:off x="1739517" y="2290539"/>
            <a:ext cx="3116902" cy="396044"/>
            <a:chOff x="1790966" y="2184693"/>
            <a:chExt cx="3116902" cy="396044"/>
          </a:xfrm>
        </p:grpSpPr>
        <p:grpSp>
          <p:nvGrpSpPr>
            <p:cNvPr id="34" name="그룹 33">
              <a:extLst>
                <a:ext uri="{FF2B5EF4-FFF2-40B4-BE49-F238E27FC236}">
                  <a16:creationId xmlns="" xmlns:a16="http://schemas.microsoft.com/office/drawing/2014/main" id="{45C7C127-8F92-40F3-B69F-C4898D64DC6C}"/>
                </a:ext>
              </a:extLst>
            </p:cNvPr>
            <p:cNvGrpSpPr/>
            <p:nvPr/>
          </p:nvGrpSpPr>
          <p:grpSpPr>
            <a:xfrm>
              <a:off x="1790966" y="2184693"/>
              <a:ext cx="3116902" cy="396044"/>
              <a:chOff x="6673389" y="2491579"/>
              <a:chExt cx="4147837" cy="623886"/>
            </a:xfrm>
          </p:grpSpPr>
          <p:sp>
            <p:nvSpPr>
              <p:cNvPr id="36" name="오른쪽 대괄호 8">
                <a:extLst>
                  <a:ext uri="{FF2B5EF4-FFF2-40B4-BE49-F238E27FC236}">
                    <a16:creationId xmlns="" xmlns:a16="http://schemas.microsoft.com/office/drawing/2014/main" id="{2B2DD359-8FA9-44AD-82DC-289994DF10C8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37" name="오른쪽 대괄호 8">
                <a:extLst>
                  <a:ext uri="{FF2B5EF4-FFF2-40B4-BE49-F238E27FC236}">
                    <a16:creationId xmlns="" xmlns:a16="http://schemas.microsoft.com/office/drawing/2014/main" id="{0A78881E-5E5F-4B8B-990C-646D63273F46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35" name="TextBox 34">
              <a:extLst>
                <a:ext uri="{FF2B5EF4-FFF2-40B4-BE49-F238E27FC236}">
                  <a16:creationId xmlns="" xmlns:a16="http://schemas.microsoft.com/office/drawing/2014/main" id="{3604002B-AF08-471C-8E4C-9D9A875670A5}"/>
                </a:ext>
              </a:extLst>
            </p:cNvPr>
            <p:cNvSpPr txBox="1"/>
            <p:nvPr/>
          </p:nvSpPr>
          <p:spPr>
            <a:xfrm>
              <a:off x="2140594" y="2287720"/>
              <a:ext cx="241765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 err="1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결측치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(missing value)</a:t>
              </a:r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 처리</a:t>
              </a:r>
              <a:endParaRPr lang="en-US" altLang="ko-KR" sz="1600" b="1" dirty="0">
                <a:ln w="25400" cap="flat">
                  <a:noFill/>
                  <a:miter lim="800000"/>
                </a:ln>
                <a:solidFill>
                  <a:srgbClr val="173F95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endParaRPr>
            </a:p>
          </p:txBody>
        </p:sp>
      </p:grpSp>
      <p:sp>
        <p:nvSpPr>
          <p:cNvPr id="44" name="타원 91">
            <a:extLst>
              <a:ext uri="{FF2B5EF4-FFF2-40B4-BE49-F238E27FC236}">
                <a16:creationId xmlns="" xmlns:a16="http://schemas.microsoft.com/office/drawing/2014/main" id="{16F08C8C-1E03-4246-8752-D4A1F8D451A2}"/>
              </a:ext>
            </a:extLst>
          </p:cNvPr>
          <p:cNvSpPr/>
          <p:nvPr>
            <p:custDataLst>
              <p:tags r:id="rId4"/>
            </p:custDataLst>
          </p:nvPr>
        </p:nvSpPr>
        <p:spPr>
          <a:xfrm>
            <a:off x="412162" y="3933769"/>
            <a:ext cx="1049880" cy="1006350"/>
          </a:xfrm>
          <a:prstGeom prst="ellipse">
            <a:avLst/>
          </a:prstGeom>
          <a:solidFill>
            <a:srgbClr val="336699"/>
          </a:solidFill>
          <a:ln w="9525" cap="flat" cmpd="sng" algn="ctr">
            <a:solidFill>
              <a:sysClr val="windowText" lastClr="000000">
                <a:lumMod val="75000"/>
                <a:lumOff val="25000"/>
              </a:sysClr>
            </a:solidFill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개별변수</a:t>
            </a:r>
            <a: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/>
            </a:r>
            <a:br>
              <a:rPr lang="en-US" altLang="ko-KR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</a:br>
            <a:r>
              <a:rPr lang="ko-KR" altLang="en-US" sz="1400" b="1" kern="0" dirty="0">
                <a:solidFill>
                  <a:prstClr val="white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정제방법</a:t>
            </a:r>
            <a:endParaRPr kumimoji="0" lang="ko-KR" altLang="en-US" sz="1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45" name="왼쪽 중괄호 44">
            <a:extLst>
              <a:ext uri="{FF2B5EF4-FFF2-40B4-BE49-F238E27FC236}">
                <a16:creationId xmlns="" xmlns:a16="http://schemas.microsoft.com/office/drawing/2014/main" id="{2B5F1D4E-ECD6-4B18-9A87-21588EE78D6C}"/>
              </a:ext>
            </a:extLst>
          </p:cNvPr>
          <p:cNvSpPr/>
          <p:nvPr/>
        </p:nvSpPr>
        <p:spPr bwMode="auto">
          <a:xfrm>
            <a:off x="1467960" y="2454726"/>
            <a:ext cx="216000" cy="4212034"/>
          </a:xfrm>
          <a:prstGeom prst="leftBrace">
            <a:avLst/>
          </a:prstGeom>
          <a:noFill/>
          <a:ln w="9525" cap="flat" cmpd="sng" algn="ctr">
            <a:solidFill>
              <a:sysClr val="windowText" lastClr="000000"/>
            </a:solidFill>
            <a:prstDash val="solid"/>
            <a:round/>
            <a:headEnd type="none" w="med" len="med"/>
            <a:tailEnd type="none" w="med" len="med"/>
          </a:ln>
          <a:effectLst/>
          <a:extLs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tlCol="0"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ko-KR" altLang="en-US" sz="1400" b="0" i="0" u="none" strike="noStrike" kern="0" cap="none" spc="0" normalizeH="0" baseline="0" noProof="0">
              <a:ln>
                <a:noFill/>
              </a:ln>
              <a:solidFill>
                <a:srgbClr val="2B3749"/>
              </a:solidFill>
              <a:effectLst/>
              <a:uLnTx/>
              <a:uFillTx/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cxnSp>
        <p:nvCxnSpPr>
          <p:cNvPr id="40" name="직선 연결선 39">
            <a:extLst>
              <a:ext uri="{FF2B5EF4-FFF2-40B4-BE49-F238E27FC236}">
                <a16:creationId xmlns="" xmlns:a16="http://schemas.microsoft.com/office/drawing/2014/main" id="{0A8C5B93-94B7-42F7-96F2-995D3B309F4D}"/>
              </a:ext>
            </a:extLst>
          </p:cNvPr>
          <p:cNvCxnSpPr>
            <a:cxnSpLocks/>
          </p:cNvCxnSpPr>
          <p:nvPr/>
        </p:nvCxnSpPr>
        <p:spPr>
          <a:xfrm flipV="1">
            <a:off x="4837368" y="2290538"/>
            <a:ext cx="513837" cy="3028110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cxnSp>
        <p:nvCxnSpPr>
          <p:cNvPr id="43" name="직선 연결선 42">
            <a:extLst>
              <a:ext uri="{FF2B5EF4-FFF2-40B4-BE49-F238E27FC236}">
                <a16:creationId xmlns="" xmlns:a16="http://schemas.microsoft.com/office/drawing/2014/main" id="{0B7FBD9F-A6FD-47BA-BBDA-920BC6B2F05F}"/>
              </a:ext>
            </a:extLst>
          </p:cNvPr>
          <p:cNvCxnSpPr>
            <a:cxnSpLocks/>
          </p:cNvCxnSpPr>
          <p:nvPr/>
        </p:nvCxnSpPr>
        <p:spPr>
          <a:xfrm>
            <a:off x="4856418" y="5570598"/>
            <a:ext cx="494787" cy="1134766"/>
          </a:xfrm>
          <a:prstGeom prst="line">
            <a:avLst/>
          </a:prstGeom>
          <a:noFill/>
          <a:ln w="9525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dash"/>
          </a:ln>
          <a:effectLst/>
        </p:spPr>
      </p:cxnSp>
      <p:sp>
        <p:nvSpPr>
          <p:cNvPr id="46" name="AutoShape 8">
            <a:extLst>
              <a:ext uri="{FF2B5EF4-FFF2-40B4-BE49-F238E27FC236}">
                <a16:creationId xmlns="" xmlns:a16="http://schemas.microsoft.com/office/drawing/2014/main" id="{7AA3AAA8-A09B-49C0-BB5E-95E34EB574AE}"/>
              </a:ext>
            </a:extLst>
          </p:cNvPr>
          <p:cNvSpPr>
            <a:spLocks noChangeArrowheads="1"/>
          </p:cNvSpPr>
          <p:nvPr>
            <p:custDataLst>
              <p:tags r:id="rId5"/>
            </p:custDataLst>
          </p:nvPr>
        </p:nvSpPr>
        <p:spPr bwMode="auto">
          <a:xfrm rot="16200000">
            <a:off x="4444117" y="5074748"/>
            <a:ext cx="1440000" cy="164730"/>
          </a:xfrm>
          <a:prstGeom prst="flowChartMerge">
            <a:avLst/>
          </a:prstGeom>
          <a:solidFill>
            <a:srgbClr val="CCCCFF"/>
          </a:solidFill>
          <a:ln w="9525" algn="ctr">
            <a:noFill/>
            <a:miter lim="800000"/>
            <a:headEnd/>
            <a:tailEnd/>
          </a:ln>
        </p:spPr>
        <p:txBody>
          <a:bodyPr wrap="square" lIns="0" tIns="0" rIns="0" bIns="0" anchor="ctr">
            <a:noAutofit/>
          </a:bodyPr>
          <a:lstStyle/>
          <a:p>
            <a:pPr fontAlgn="base" latinLnBrk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</a:pPr>
            <a:endParaRPr kumimoji="1" lang="ko-KR" altLang="en-US" sz="1100" dirty="0">
              <a:solidFill>
                <a:srgbClr val="7889FB"/>
              </a:solidFill>
              <a:latin typeface="나눔바른고딕" panose="020B0603020101020101" pitchFamily="50" charset="-127"/>
              <a:ea typeface="나눔바른고딕" panose="020B0603020101020101" pitchFamily="50" charset="-127"/>
              <a:cs typeface="Arial" pitchFamily="34" charset="0"/>
              <a:sym typeface="맑은 고딕"/>
            </a:endParaRPr>
          </a:p>
        </p:txBody>
      </p:sp>
      <p:grpSp>
        <p:nvGrpSpPr>
          <p:cNvPr id="47" name="그룹 46">
            <a:extLst>
              <a:ext uri="{FF2B5EF4-FFF2-40B4-BE49-F238E27FC236}">
                <a16:creationId xmlns="" xmlns:a16="http://schemas.microsoft.com/office/drawing/2014/main" id="{889C8343-7A98-4411-87CF-DDFF317D1CE9}"/>
              </a:ext>
            </a:extLst>
          </p:cNvPr>
          <p:cNvGrpSpPr/>
          <p:nvPr/>
        </p:nvGrpSpPr>
        <p:grpSpPr>
          <a:xfrm>
            <a:off x="1739517" y="5301208"/>
            <a:ext cx="3116902" cy="396044"/>
            <a:chOff x="1790966" y="5193196"/>
            <a:chExt cx="3116902" cy="396044"/>
          </a:xfrm>
        </p:grpSpPr>
        <p:grpSp>
          <p:nvGrpSpPr>
            <p:cNvPr id="51" name="그룹 50">
              <a:extLst>
                <a:ext uri="{FF2B5EF4-FFF2-40B4-BE49-F238E27FC236}">
                  <a16:creationId xmlns="" xmlns:a16="http://schemas.microsoft.com/office/drawing/2014/main" id="{D0892C57-AFCB-4B1A-8D90-87DAEDA96F40}"/>
                </a:ext>
              </a:extLst>
            </p:cNvPr>
            <p:cNvGrpSpPr/>
            <p:nvPr/>
          </p:nvGrpSpPr>
          <p:grpSpPr>
            <a:xfrm>
              <a:off x="1790966" y="5193196"/>
              <a:ext cx="3116902" cy="396044"/>
              <a:chOff x="6673389" y="2491579"/>
              <a:chExt cx="4147837" cy="623886"/>
            </a:xfrm>
          </p:grpSpPr>
          <p:sp>
            <p:nvSpPr>
              <p:cNvPr id="53" name="오른쪽 대괄호 8">
                <a:extLst>
                  <a:ext uri="{FF2B5EF4-FFF2-40B4-BE49-F238E27FC236}">
                    <a16:creationId xmlns="" xmlns:a16="http://schemas.microsoft.com/office/drawing/2014/main" id="{473818EC-2199-4F39-AB78-4D73B95A3F17}"/>
                  </a:ext>
                </a:extLst>
              </p:cNvPr>
              <p:cNvSpPr/>
              <p:nvPr/>
            </p:nvSpPr>
            <p:spPr>
              <a:xfrm rot="16200000">
                <a:off x="8591336" y="573632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163E94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dirty="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  <p:sp>
            <p:nvSpPr>
              <p:cNvPr id="54" name="오른쪽 대괄호 8">
                <a:extLst>
                  <a:ext uri="{FF2B5EF4-FFF2-40B4-BE49-F238E27FC236}">
                    <a16:creationId xmlns="" xmlns:a16="http://schemas.microsoft.com/office/drawing/2014/main" id="{512AE139-C4FC-44B2-AD65-A7604D748FEA}"/>
                  </a:ext>
                </a:extLst>
              </p:cNvPr>
              <p:cNvSpPr/>
              <p:nvPr/>
            </p:nvSpPr>
            <p:spPr>
              <a:xfrm rot="5400000" flipV="1">
                <a:off x="8591336" y="885575"/>
                <a:ext cx="311943" cy="4147837"/>
              </a:xfrm>
              <a:custGeom>
                <a:avLst/>
                <a:gdLst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295274 w 304799"/>
                  <a:gd name="connsiteY2" fmla="*/ 4140198 h 4140201"/>
                  <a:gd name="connsiteX3" fmla="*/ 0 w 304799"/>
                  <a:gd name="connsiteY3" fmla="*/ 4140201 h 4140201"/>
                  <a:gd name="connsiteX4" fmla="*/ 0 w 304799"/>
                  <a:gd name="connsiteY4" fmla="*/ 0 h 4140201"/>
                  <a:gd name="connsiteX0" fmla="*/ 0 w 304799"/>
                  <a:gd name="connsiteY0" fmla="*/ 0 h 4140201"/>
                  <a:gd name="connsiteX1" fmla="*/ 295274 w 304799"/>
                  <a:gd name="connsiteY1" fmla="*/ 3 h 4140201"/>
                  <a:gd name="connsiteX2" fmla="*/ 304799 w 304799"/>
                  <a:gd name="connsiteY2" fmla="*/ 3173 h 4140201"/>
                  <a:gd name="connsiteX3" fmla="*/ 295274 w 304799"/>
                  <a:gd name="connsiteY3" fmla="*/ 4140198 h 4140201"/>
                  <a:gd name="connsiteX4" fmla="*/ 0 w 304799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295274"/>
                  <a:gd name="connsiteY0" fmla="*/ 0 h 4140201"/>
                  <a:gd name="connsiteX1" fmla="*/ 295274 w 295274"/>
                  <a:gd name="connsiteY1" fmla="*/ 3 h 4140201"/>
                  <a:gd name="connsiteX2" fmla="*/ 295274 w 295274"/>
                  <a:gd name="connsiteY2" fmla="*/ 4140198 h 4140201"/>
                  <a:gd name="connsiteX3" fmla="*/ 0 w 295274"/>
                  <a:gd name="connsiteY3" fmla="*/ 4140201 h 4140201"/>
                  <a:gd name="connsiteX4" fmla="*/ 0 w 295274"/>
                  <a:gd name="connsiteY4" fmla="*/ 0 h 4140201"/>
                  <a:gd name="connsiteX0" fmla="*/ 0 w 295274"/>
                  <a:gd name="connsiteY0" fmla="*/ 0 h 4140201"/>
                  <a:gd name="connsiteX1" fmla="*/ 225424 w 295274"/>
                  <a:gd name="connsiteY1" fmla="*/ 25406 h 4140201"/>
                  <a:gd name="connsiteX2" fmla="*/ 282574 w 295274"/>
                  <a:gd name="connsiteY2" fmla="*/ 165098 h 4140201"/>
                  <a:gd name="connsiteX3" fmla="*/ 295274 w 295274"/>
                  <a:gd name="connsiteY3" fmla="*/ 4140198 h 4140201"/>
                  <a:gd name="connsiteX4" fmla="*/ 0 w 295274"/>
                  <a:gd name="connsiteY4" fmla="*/ 4140201 h 4140201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25424 w 302393"/>
                  <a:gd name="connsiteY1" fmla="*/ 25406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3169 h 4143370"/>
                  <a:gd name="connsiteX1" fmla="*/ 295274 w 302393"/>
                  <a:gd name="connsiteY1" fmla="*/ 3172 h 4143370"/>
                  <a:gd name="connsiteX2" fmla="*/ 295274 w 302393"/>
                  <a:gd name="connsiteY2" fmla="*/ 4143367 h 4143370"/>
                  <a:gd name="connsiteX3" fmla="*/ 0 w 302393"/>
                  <a:gd name="connsiteY3" fmla="*/ 4143370 h 4143370"/>
                  <a:gd name="connsiteX4" fmla="*/ 0 w 302393"/>
                  <a:gd name="connsiteY4" fmla="*/ 3169 h 4143370"/>
                  <a:gd name="connsiteX0" fmla="*/ 0 w 302393"/>
                  <a:gd name="connsiteY0" fmla="*/ 3169 h 4143370"/>
                  <a:gd name="connsiteX1" fmla="*/ 212724 w 302393"/>
                  <a:gd name="connsiteY1" fmla="*/ 0 h 4143370"/>
                  <a:gd name="connsiteX2" fmla="*/ 301624 w 302393"/>
                  <a:gd name="connsiteY2" fmla="*/ 117470 h 4143370"/>
                  <a:gd name="connsiteX3" fmla="*/ 295274 w 302393"/>
                  <a:gd name="connsiteY3" fmla="*/ 4143367 h 4143370"/>
                  <a:gd name="connsiteX4" fmla="*/ 0 w 302393"/>
                  <a:gd name="connsiteY4" fmla="*/ 4143370 h 4143370"/>
                  <a:gd name="connsiteX0" fmla="*/ 0 w 302393"/>
                  <a:gd name="connsiteY0" fmla="*/ 0 h 4140201"/>
                  <a:gd name="connsiteX1" fmla="*/ 295274 w 302393"/>
                  <a:gd name="connsiteY1" fmla="*/ 3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0 h 4140201"/>
                  <a:gd name="connsiteX1" fmla="*/ 250824 w 302393"/>
                  <a:gd name="connsiteY1" fmla="*/ 53978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33374"/>
                  <a:gd name="connsiteY0" fmla="*/ 28572 h 4168773"/>
                  <a:gd name="connsiteX1" fmla="*/ 333374 w 333374"/>
                  <a:gd name="connsiteY1" fmla="*/ 0 h 4168773"/>
                  <a:gd name="connsiteX2" fmla="*/ 295274 w 333374"/>
                  <a:gd name="connsiteY2" fmla="*/ 4168770 h 4168773"/>
                  <a:gd name="connsiteX3" fmla="*/ 0 w 333374"/>
                  <a:gd name="connsiteY3" fmla="*/ 4168773 h 4168773"/>
                  <a:gd name="connsiteX4" fmla="*/ 0 w 333374"/>
                  <a:gd name="connsiteY4" fmla="*/ 28572 h 4168773"/>
                  <a:gd name="connsiteX0" fmla="*/ 0 w 333374"/>
                  <a:gd name="connsiteY0" fmla="*/ 28572 h 4168773"/>
                  <a:gd name="connsiteX1" fmla="*/ 203199 w 333374"/>
                  <a:gd name="connsiteY1" fmla="*/ 31756 h 4168773"/>
                  <a:gd name="connsiteX2" fmla="*/ 301624 w 333374"/>
                  <a:gd name="connsiteY2" fmla="*/ 142873 h 4168773"/>
                  <a:gd name="connsiteX3" fmla="*/ 295274 w 333374"/>
                  <a:gd name="connsiteY3" fmla="*/ 4168770 h 4168773"/>
                  <a:gd name="connsiteX4" fmla="*/ 0 w 333374"/>
                  <a:gd name="connsiteY4" fmla="*/ 4168773 h 4168773"/>
                  <a:gd name="connsiteX0" fmla="*/ 0 w 302393"/>
                  <a:gd name="connsiteY0" fmla="*/ 0 h 4140201"/>
                  <a:gd name="connsiteX1" fmla="*/ 266699 w 302393"/>
                  <a:gd name="connsiteY1" fmla="*/ 34931 h 4140201"/>
                  <a:gd name="connsiteX2" fmla="*/ 295274 w 302393"/>
                  <a:gd name="connsiteY2" fmla="*/ 4140198 h 4140201"/>
                  <a:gd name="connsiteX3" fmla="*/ 0 w 302393"/>
                  <a:gd name="connsiteY3" fmla="*/ 4140201 h 4140201"/>
                  <a:gd name="connsiteX4" fmla="*/ 0 w 302393"/>
                  <a:gd name="connsiteY4" fmla="*/ 0 h 4140201"/>
                  <a:gd name="connsiteX0" fmla="*/ 0 w 302393"/>
                  <a:gd name="connsiteY0" fmla="*/ 0 h 4140201"/>
                  <a:gd name="connsiteX1" fmla="*/ 203199 w 302393"/>
                  <a:gd name="connsiteY1" fmla="*/ 3184 h 4140201"/>
                  <a:gd name="connsiteX2" fmla="*/ 301624 w 302393"/>
                  <a:gd name="connsiteY2" fmla="*/ 114301 h 4140201"/>
                  <a:gd name="connsiteX3" fmla="*/ 295274 w 302393"/>
                  <a:gd name="connsiteY3" fmla="*/ 4140198 h 4140201"/>
                  <a:gd name="connsiteX4" fmla="*/ 0 w 302393"/>
                  <a:gd name="connsiteY4" fmla="*/ 4140201 h 4140201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3 h 4145624"/>
                  <a:gd name="connsiteX1" fmla="*/ 266699 w 302393"/>
                  <a:gd name="connsiteY1" fmla="*/ 40354 h 4145624"/>
                  <a:gd name="connsiteX2" fmla="*/ 295274 w 302393"/>
                  <a:gd name="connsiteY2" fmla="*/ 4145621 h 4145624"/>
                  <a:gd name="connsiteX3" fmla="*/ 0 w 302393"/>
                  <a:gd name="connsiteY3" fmla="*/ 4145624 h 4145624"/>
                  <a:gd name="connsiteX4" fmla="*/ 0 w 302393"/>
                  <a:gd name="connsiteY4" fmla="*/ 5423 h 4145624"/>
                  <a:gd name="connsiteX0" fmla="*/ 0 w 302393"/>
                  <a:gd name="connsiteY0" fmla="*/ 5423 h 4145624"/>
                  <a:gd name="connsiteX1" fmla="*/ 203199 w 302393"/>
                  <a:gd name="connsiteY1" fmla="*/ 8607 h 4145624"/>
                  <a:gd name="connsiteX2" fmla="*/ 301624 w 302393"/>
                  <a:gd name="connsiteY2" fmla="*/ 119724 h 4145624"/>
                  <a:gd name="connsiteX3" fmla="*/ 295274 w 302393"/>
                  <a:gd name="connsiteY3" fmla="*/ 4145621 h 4145624"/>
                  <a:gd name="connsiteX4" fmla="*/ 0 w 302393"/>
                  <a:gd name="connsiteY4" fmla="*/ 4145624 h 4145624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5422 h 4145623"/>
                  <a:gd name="connsiteX1" fmla="*/ 278605 w 302393"/>
                  <a:gd name="connsiteY1" fmla="*/ 40356 h 4145623"/>
                  <a:gd name="connsiteX2" fmla="*/ 295274 w 302393"/>
                  <a:gd name="connsiteY2" fmla="*/ 4145620 h 4145623"/>
                  <a:gd name="connsiteX3" fmla="*/ 0 w 302393"/>
                  <a:gd name="connsiteY3" fmla="*/ 4145623 h 4145623"/>
                  <a:gd name="connsiteX4" fmla="*/ 0 w 302393"/>
                  <a:gd name="connsiteY4" fmla="*/ 5422 h 4145623"/>
                  <a:gd name="connsiteX0" fmla="*/ 0 w 302393"/>
                  <a:gd name="connsiteY0" fmla="*/ 5422 h 4145623"/>
                  <a:gd name="connsiteX1" fmla="*/ 203199 w 302393"/>
                  <a:gd name="connsiteY1" fmla="*/ 8606 h 4145623"/>
                  <a:gd name="connsiteX2" fmla="*/ 301624 w 302393"/>
                  <a:gd name="connsiteY2" fmla="*/ 119723 h 4145623"/>
                  <a:gd name="connsiteX3" fmla="*/ 295274 w 302393"/>
                  <a:gd name="connsiteY3" fmla="*/ 4145620 h 4145623"/>
                  <a:gd name="connsiteX4" fmla="*/ 0 w 302393"/>
                  <a:gd name="connsiteY4" fmla="*/ 4145623 h 4145623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203199 w 302393"/>
                  <a:gd name="connsiteY1" fmla="*/ 9998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81767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60336 w 302393"/>
                  <a:gd name="connsiteY1" fmla="*/ 7617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2393"/>
                  <a:gd name="connsiteY0" fmla="*/ 6814 h 4147015"/>
                  <a:gd name="connsiteX1" fmla="*/ 300036 w 302393"/>
                  <a:gd name="connsiteY1" fmla="*/ 39367 h 4147015"/>
                  <a:gd name="connsiteX2" fmla="*/ 295274 w 302393"/>
                  <a:gd name="connsiteY2" fmla="*/ 4147012 h 4147015"/>
                  <a:gd name="connsiteX3" fmla="*/ 0 w 302393"/>
                  <a:gd name="connsiteY3" fmla="*/ 4147015 h 4147015"/>
                  <a:gd name="connsiteX4" fmla="*/ 0 w 302393"/>
                  <a:gd name="connsiteY4" fmla="*/ 6814 h 4147015"/>
                  <a:gd name="connsiteX0" fmla="*/ 0 w 302393"/>
                  <a:gd name="connsiteY0" fmla="*/ 6814 h 4147015"/>
                  <a:gd name="connsiteX1" fmla="*/ 129380 w 302393"/>
                  <a:gd name="connsiteY1" fmla="*/ 5236 h 4147015"/>
                  <a:gd name="connsiteX2" fmla="*/ 301624 w 302393"/>
                  <a:gd name="connsiteY2" fmla="*/ 121115 h 4147015"/>
                  <a:gd name="connsiteX3" fmla="*/ 295274 w 302393"/>
                  <a:gd name="connsiteY3" fmla="*/ 4147012 h 4147015"/>
                  <a:gd name="connsiteX4" fmla="*/ 0 w 302393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75883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9244 w 301234"/>
                  <a:gd name="connsiteY2" fmla="*/ 15921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6862 w 301234"/>
                  <a:gd name="connsiteY2" fmla="*/ 152077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37792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29380 w 301234"/>
                  <a:gd name="connsiteY1" fmla="*/ 5236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01234"/>
                  <a:gd name="connsiteY0" fmla="*/ 6814 h 4147015"/>
                  <a:gd name="connsiteX1" fmla="*/ 300036 w 301234"/>
                  <a:gd name="connsiteY1" fmla="*/ 39367 h 4147015"/>
                  <a:gd name="connsiteX2" fmla="*/ 295274 w 301234"/>
                  <a:gd name="connsiteY2" fmla="*/ 4147012 h 4147015"/>
                  <a:gd name="connsiteX3" fmla="*/ 0 w 301234"/>
                  <a:gd name="connsiteY3" fmla="*/ 4147015 h 4147015"/>
                  <a:gd name="connsiteX4" fmla="*/ 0 w 301234"/>
                  <a:gd name="connsiteY4" fmla="*/ 6814 h 4147015"/>
                  <a:gd name="connsiteX0" fmla="*/ 0 w 301234"/>
                  <a:gd name="connsiteY0" fmla="*/ 6814 h 4147015"/>
                  <a:gd name="connsiteX1" fmla="*/ 143667 w 301234"/>
                  <a:gd name="connsiteY1" fmla="*/ 5239 h 4147015"/>
                  <a:gd name="connsiteX2" fmla="*/ 294481 w 301234"/>
                  <a:gd name="connsiteY2" fmla="*/ 149701 h 4147015"/>
                  <a:gd name="connsiteX3" fmla="*/ 295274 w 301234"/>
                  <a:gd name="connsiteY3" fmla="*/ 4147012 h 4147015"/>
                  <a:gd name="connsiteX4" fmla="*/ 0 w 301234"/>
                  <a:gd name="connsiteY4" fmla="*/ 4147015 h 4147015"/>
                  <a:gd name="connsiteX0" fmla="*/ 0 w 319665"/>
                  <a:gd name="connsiteY0" fmla="*/ 6814 h 4443373"/>
                  <a:gd name="connsiteX1" fmla="*/ 300036 w 319665"/>
                  <a:gd name="connsiteY1" fmla="*/ 39367 h 4443373"/>
                  <a:gd name="connsiteX2" fmla="*/ 295274 w 319665"/>
                  <a:gd name="connsiteY2" fmla="*/ 4147012 h 4443373"/>
                  <a:gd name="connsiteX3" fmla="*/ 0 w 319665"/>
                  <a:gd name="connsiteY3" fmla="*/ 4147015 h 4443373"/>
                  <a:gd name="connsiteX4" fmla="*/ 0 w 319665"/>
                  <a:gd name="connsiteY4" fmla="*/ 6814 h 4443373"/>
                  <a:gd name="connsiteX0" fmla="*/ 0 w 319665"/>
                  <a:gd name="connsiteY0" fmla="*/ 6814 h 4443373"/>
                  <a:gd name="connsiteX1" fmla="*/ 143667 w 319665"/>
                  <a:gd name="connsiteY1" fmla="*/ 5239 h 4443373"/>
                  <a:gd name="connsiteX2" fmla="*/ 294481 w 319665"/>
                  <a:gd name="connsiteY2" fmla="*/ 149701 h 4443373"/>
                  <a:gd name="connsiteX3" fmla="*/ 295274 w 319665"/>
                  <a:gd name="connsiteY3" fmla="*/ 4147012 h 4443373"/>
                  <a:gd name="connsiteX4" fmla="*/ 298449 w 319665"/>
                  <a:gd name="connsiteY4" fmla="*/ 4147806 h 4443373"/>
                  <a:gd name="connsiteX5" fmla="*/ 0 w 319665"/>
                  <a:gd name="connsiteY5" fmla="*/ 4147015 h 4443373"/>
                  <a:gd name="connsiteX0" fmla="*/ 0 w 301234"/>
                  <a:gd name="connsiteY0" fmla="*/ 6814 h 4445867"/>
                  <a:gd name="connsiteX1" fmla="*/ 300036 w 301234"/>
                  <a:gd name="connsiteY1" fmla="*/ 39367 h 4445867"/>
                  <a:gd name="connsiteX2" fmla="*/ 295274 w 301234"/>
                  <a:gd name="connsiteY2" fmla="*/ 4147012 h 4445867"/>
                  <a:gd name="connsiteX3" fmla="*/ 0 w 301234"/>
                  <a:gd name="connsiteY3" fmla="*/ 4147015 h 4445867"/>
                  <a:gd name="connsiteX4" fmla="*/ 0 w 301234"/>
                  <a:gd name="connsiteY4" fmla="*/ 6814 h 4445867"/>
                  <a:gd name="connsiteX0" fmla="*/ 0 w 301234"/>
                  <a:gd name="connsiteY0" fmla="*/ 6814 h 4445867"/>
                  <a:gd name="connsiteX1" fmla="*/ 143667 w 301234"/>
                  <a:gd name="connsiteY1" fmla="*/ 5239 h 4445867"/>
                  <a:gd name="connsiteX2" fmla="*/ 294481 w 301234"/>
                  <a:gd name="connsiteY2" fmla="*/ 149701 h 4445867"/>
                  <a:gd name="connsiteX3" fmla="*/ 295274 w 301234"/>
                  <a:gd name="connsiteY3" fmla="*/ 4147012 h 4445867"/>
                  <a:gd name="connsiteX4" fmla="*/ 174624 w 301234"/>
                  <a:gd name="connsiteY4" fmla="*/ 4157331 h 4445867"/>
                  <a:gd name="connsiteX5" fmla="*/ 0 w 301234"/>
                  <a:gd name="connsiteY5" fmla="*/ 4147015 h 4445867"/>
                  <a:gd name="connsiteX0" fmla="*/ 0 w 301234"/>
                  <a:gd name="connsiteY0" fmla="*/ 6814 h 4423575"/>
                  <a:gd name="connsiteX1" fmla="*/ 300036 w 301234"/>
                  <a:gd name="connsiteY1" fmla="*/ 39367 h 4423575"/>
                  <a:gd name="connsiteX2" fmla="*/ 295274 w 301234"/>
                  <a:gd name="connsiteY2" fmla="*/ 4147012 h 4423575"/>
                  <a:gd name="connsiteX3" fmla="*/ 0 w 301234"/>
                  <a:gd name="connsiteY3" fmla="*/ 4147015 h 4423575"/>
                  <a:gd name="connsiteX4" fmla="*/ 0 w 301234"/>
                  <a:gd name="connsiteY4" fmla="*/ 6814 h 4423575"/>
                  <a:gd name="connsiteX0" fmla="*/ 0 w 301234"/>
                  <a:gd name="connsiteY0" fmla="*/ 6814 h 4423575"/>
                  <a:gd name="connsiteX1" fmla="*/ 143667 w 301234"/>
                  <a:gd name="connsiteY1" fmla="*/ 5239 h 4423575"/>
                  <a:gd name="connsiteX2" fmla="*/ 294481 w 301234"/>
                  <a:gd name="connsiteY2" fmla="*/ 149701 h 4423575"/>
                  <a:gd name="connsiteX3" fmla="*/ 295274 w 301234"/>
                  <a:gd name="connsiteY3" fmla="*/ 4147012 h 4423575"/>
                  <a:gd name="connsiteX4" fmla="*/ 174624 w 301234"/>
                  <a:gd name="connsiteY4" fmla="*/ 4157331 h 4423575"/>
                  <a:gd name="connsiteX5" fmla="*/ 0 w 301234"/>
                  <a:gd name="connsiteY5" fmla="*/ 4147015 h 4423575"/>
                  <a:gd name="connsiteX0" fmla="*/ 0 w 301234"/>
                  <a:gd name="connsiteY0" fmla="*/ 6814 h 4450214"/>
                  <a:gd name="connsiteX1" fmla="*/ 300036 w 301234"/>
                  <a:gd name="connsiteY1" fmla="*/ 39367 h 4450214"/>
                  <a:gd name="connsiteX2" fmla="*/ 295274 w 301234"/>
                  <a:gd name="connsiteY2" fmla="*/ 4147012 h 4450214"/>
                  <a:gd name="connsiteX3" fmla="*/ 0 w 301234"/>
                  <a:gd name="connsiteY3" fmla="*/ 4147015 h 4450214"/>
                  <a:gd name="connsiteX4" fmla="*/ 0 w 301234"/>
                  <a:gd name="connsiteY4" fmla="*/ 6814 h 4450214"/>
                  <a:gd name="connsiteX0" fmla="*/ 0 w 301234"/>
                  <a:gd name="connsiteY0" fmla="*/ 6814 h 4450214"/>
                  <a:gd name="connsiteX1" fmla="*/ 143667 w 301234"/>
                  <a:gd name="connsiteY1" fmla="*/ 5239 h 4450214"/>
                  <a:gd name="connsiteX2" fmla="*/ 294481 w 301234"/>
                  <a:gd name="connsiteY2" fmla="*/ 149701 h 4450214"/>
                  <a:gd name="connsiteX3" fmla="*/ 295274 w 301234"/>
                  <a:gd name="connsiteY3" fmla="*/ 4147012 h 4450214"/>
                  <a:gd name="connsiteX4" fmla="*/ 174624 w 301234"/>
                  <a:gd name="connsiteY4" fmla="*/ 4157331 h 4450214"/>
                  <a:gd name="connsiteX5" fmla="*/ 0 w 301234"/>
                  <a:gd name="connsiteY5" fmla="*/ 4147015 h 4450214"/>
                  <a:gd name="connsiteX0" fmla="*/ 0 w 301234"/>
                  <a:gd name="connsiteY0" fmla="*/ 6814 h 4206390"/>
                  <a:gd name="connsiteX1" fmla="*/ 300036 w 301234"/>
                  <a:gd name="connsiteY1" fmla="*/ 39367 h 4206390"/>
                  <a:gd name="connsiteX2" fmla="*/ 295274 w 301234"/>
                  <a:gd name="connsiteY2" fmla="*/ 4147012 h 4206390"/>
                  <a:gd name="connsiteX3" fmla="*/ 0 w 301234"/>
                  <a:gd name="connsiteY3" fmla="*/ 4147015 h 4206390"/>
                  <a:gd name="connsiteX4" fmla="*/ 0 w 301234"/>
                  <a:gd name="connsiteY4" fmla="*/ 6814 h 4206390"/>
                  <a:gd name="connsiteX0" fmla="*/ 0 w 301234"/>
                  <a:gd name="connsiteY0" fmla="*/ 6814 h 4206390"/>
                  <a:gd name="connsiteX1" fmla="*/ 143667 w 301234"/>
                  <a:gd name="connsiteY1" fmla="*/ 5239 h 4206390"/>
                  <a:gd name="connsiteX2" fmla="*/ 294481 w 301234"/>
                  <a:gd name="connsiteY2" fmla="*/ 149701 h 4206390"/>
                  <a:gd name="connsiteX3" fmla="*/ 295274 w 301234"/>
                  <a:gd name="connsiteY3" fmla="*/ 3727912 h 4206390"/>
                  <a:gd name="connsiteX4" fmla="*/ 174624 w 301234"/>
                  <a:gd name="connsiteY4" fmla="*/ 4157331 h 4206390"/>
                  <a:gd name="connsiteX5" fmla="*/ 0 w 301234"/>
                  <a:gd name="connsiteY5" fmla="*/ 4147015 h 4206390"/>
                  <a:gd name="connsiteX0" fmla="*/ 0 w 301234"/>
                  <a:gd name="connsiteY0" fmla="*/ 6814 h 4161881"/>
                  <a:gd name="connsiteX1" fmla="*/ 300036 w 301234"/>
                  <a:gd name="connsiteY1" fmla="*/ 39367 h 4161881"/>
                  <a:gd name="connsiteX2" fmla="*/ 295274 w 301234"/>
                  <a:gd name="connsiteY2" fmla="*/ 4147012 h 4161881"/>
                  <a:gd name="connsiteX3" fmla="*/ 0 w 301234"/>
                  <a:gd name="connsiteY3" fmla="*/ 4147015 h 4161881"/>
                  <a:gd name="connsiteX4" fmla="*/ 0 w 301234"/>
                  <a:gd name="connsiteY4" fmla="*/ 6814 h 4161881"/>
                  <a:gd name="connsiteX0" fmla="*/ 0 w 301234"/>
                  <a:gd name="connsiteY0" fmla="*/ 6814 h 4161881"/>
                  <a:gd name="connsiteX1" fmla="*/ 143667 w 301234"/>
                  <a:gd name="connsiteY1" fmla="*/ 5239 h 4161881"/>
                  <a:gd name="connsiteX2" fmla="*/ 294481 w 301234"/>
                  <a:gd name="connsiteY2" fmla="*/ 149701 h 4161881"/>
                  <a:gd name="connsiteX3" fmla="*/ 295274 w 301234"/>
                  <a:gd name="connsiteY3" fmla="*/ 3499312 h 4161881"/>
                  <a:gd name="connsiteX4" fmla="*/ 174624 w 301234"/>
                  <a:gd name="connsiteY4" fmla="*/ 4157331 h 4161881"/>
                  <a:gd name="connsiteX5" fmla="*/ 0 w 301234"/>
                  <a:gd name="connsiteY5" fmla="*/ 4147015 h 4161881"/>
                  <a:gd name="connsiteX0" fmla="*/ 0 w 301234"/>
                  <a:gd name="connsiteY0" fmla="*/ 6814 h 4159894"/>
                  <a:gd name="connsiteX1" fmla="*/ 300036 w 301234"/>
                  <a:gd name="connsiteY1" fmla="*/ 39367 h 4159894"/>
                  <a:gd name="connsiteX2" fmla="*/ 295274 w 301234"/>
                  <a:gd name="connsiteY2" fmla="*/ 4147012 h 4159894"/>
                  <a:gd name="connsiteX3" fmla="*/ 0 w 301234"/>
                  <a:gd name="connsiteY3" fmla="*/ 4147015 h 4159894"/>
                  <a:gd name="connsiteX4" fmla="*/ 0 w 301234"/>
                  <a:gd name="connsiteY4" fmla="*/ 6814 h 4159894"/>
                  <a:gd name="connsiteX0" fmla="*/ 0 w 301234"/>
                  <a:gd name="connsiteY0" fmla="*/ 6814 h 4159894"/>
                  <a:gd name="connsiteX1" fmla="*/ 143667 w 301234"/>
                  <a:gd name="connsiteY1" fmla="*/ 5239 h 4159894"/>
                  <a:gd name="connsiteX2" fmla="*/ 294481 w 301234"/>
                  <a:gd name="connsiteY2" fmla="*/ 149701 h 4159894"/>
                  <a:gd name="connsiteX3" fmla="*/ 295274 w 301234"/>
                  <a:gd name="connsiteY3" fmla="*/ 3437403 h 4159894"/>
                  <a:gd name="connsiteX4" fmla="*/ 174624 w 301234"/>
                  <a:gd name="connsiteY4" fmla="*/ 4157331 h 4159894"/>
                  <a:gd name="connsiteX5" fmla="*/ 0 w 301234"/>
                  <a:gd name="connsiteY5" fmla="*/ 4147015 h 4159894"/>
                  <a:gd name="connsiteX0" fmla="*/ 0 w 301101"/>
                  <a:gd name="connsiteY0" fmla="*/ 6814 h 4159894"/>
                  <a:gd name="connsiteX1" fmla="*/ 300036 w 301101"/>
                  <a:gd name="connsiteY1" fmla="*/ 39367 h 4159894"/>
                  <a:gd name="connsiteX2" fmla="*/ 292893 w 301101"/>
                  <a:gd name="connsiteY2" fmla="*/ 3977943 h 4159894"/>
                  <a:gd name="connsiteX3" fmla="*/ 0 w 301101"/>
                  <a:gd name="connsiteY3" fmla="*/ 4147015 h 4159894"/>
                  <a:gd name="connsiteX4" fmla="*/ 0 w 301101"/>
                  <a:gd name="connsiteY4" fmla="*/ 6814 h 4159894"/>
                  <a:gd name="connsiteX0" fmla="*/ 0 w 301101"/>
                  <a:gd name="connsiteY0" fmla="*/ 6814 h 4159894"/>
                  <a:gd name="connsiteX1" fmla="*/ 143667 w 301101"/>
                  <a:gd name="connsiteY1" fmla="*/ 5239 h 4159894"/>
                  <a:gd name="connsiteX2" fmla="*/ 294481 w 301101"/>
                  <a:gd name="connsiteY2" fmla="*/ 149701 h 4159894"/>
                  <a:gd name="connsiteX3" fmla="*/ 295274 w 301101"/>
                  <a:gd name="connsiteY3" fmla="*/ 3437403 h 4159894"/>
                  <a:gd name="connsiteX4" fmla="*/ 174624 w 301101"/>
                  <a:gd name="connsiteY4" fmla="*/ 4157331 h 4159894"/>
                  <a:gd name="connsiteX5" fmla="*/ 0 w 301101"/>
                  <a:gd name="connsiteY5" fmla="*/ 4147015 h 4159894"/>
                  <a:gd name="connsiteX0" fmla="*/ 0 w 301101"/>
                  <a:gd name="connsiteY0" fmla="*/ 6814 h 4161255"/>
                  <a:gd name="connsiteX1" fmla="*/ 300036 w 301101"/>
                  <a:gd name="connsiteY1" fmla="*/ 39367 h 4161255"/>
                  <a:gd name="connsiteX2" fmla="*/ 292893 w 301101"/>
                  <a:gd name="connsiteY2" fmla="*/ 3977943 h 4161255"/>
                  <a:gd name="connsiteX3" fmla="*/ 0 w 301101"/>
                  <a:gd name="connsiteY3" fmla="*/ 4147015 h 4161255"/>
                  <a:gd name="connsiteX4" fmla="*/ 0 w 301101"/>
                  <a:gd name="connsiteY4" fmla="*/ 6814 h 4161255"/>
                  <a:gd name="connsiteX0" fmla="*/ 0 w 301101"/>
                  <a:gd name="connsiteY0" fmla="*/ 6814 h 4161255"/>
                  <a:gd name="connsiteX1" fmla="*/ 143667 w 301101"/>
                  <a:gd name="connsiteY1" fmla="*/ 5239 h 4161255"/>
                  <a:gd name="connsiteX2" fmla="*/ 294481 w 301101"/>
                  <a:gd name="connsiteY2" fmla="*/ 149701 h 4161255"/>
                  <a:gd name="connsiteX3" fmla="*/ 300036 w 301101"/>
                  <a:gd name="connsiteY3" fmla="*/ 3485031 h 4161255"/>
                  <a:gd name="connsiteX4" fmla="*/ 174624 w 301101"/>
                  <a:gd name="connsiteY4" fmla="*/ 4157331 h 4161255"/>
                  <a:gd name="connsiteX5" fmla="*/ 0 w 301101"/>
                  <a:gd name="connsiteY5" fmla="*/ 4147015 h 4161255"/>
                  <a:gd name="connsiteX0" fmla="*/ 0 w 304806"/>
                  <a:gd name="connsiteY0" fmla="*/ 6814 h 4161999"/>
                  <a:gd name="connsiteX1" fmla="*/ 300036 w 304806"/>
                  <a:gd name="connsiteY1" fmla="*/ 39367 h 4161999"/>
                  <a:gd name="connsiteX2" fmla="*/ 292893 w 304806"/>
                  <a:gd name="connsiteY2" fmla="*/ 3977943 h 4161999"/>
                  <a:gd name="connsiteX3" fmla="*/ 0 w 304806"/>
                  <a:gd name="connsiteY3" fmla="*/ 4147015 h 4161999"/>
                  <a:gd name="connsiteX4" fmla="*/ 0 w 304806"/>
                  <a:gd name="connsiteY4" fmla="*/ 6814 h 4161999"/>
                  <a:gd name="connsiteX0" fmla="*/ 0 w 304806"/>
                  <a:gd name="connsiteY0" fmla="*/ 6814 h 4161999"/>
                  <a:gd name="connsiteX1" fmla="*/ 143667 w 304806"/>
                  <a:gd name="connsiteY1" fmla="*/ 5239 h 4161999"/>
                  <a:gd name="connsiteX2" fmla="*/ 294481 w 304806"/>
                  <a:gd name="connsiteY2" fmla="*/ 149701 h 4161999"/>
                  <a:gd name="connsiteX3" fmla="*/ 304799 w 304806"/>
                  <a:gd name="connsiteY3" fmla="*/ 3501699 h 4161999"/>
                  <a:gd name="connsiteX4" fmla="*/ 174624 w 304806"/>
                  <a:gd name="connsiteY4" fmla="*/ 4157331 h 4161999"/>
                  <a:gd name="connsiteX5" fmla="*/ 0 w 304806"/>
                  <a:gd name="connsiteY5" fmla="*/ 4147015 h 4161999"/>
                  <a:gd name="connsiteX0" fmla="*/ 0 w 305028"/>
                  <a:gd name="connsiteY0" fmla="*/ 6814 h 4147015"/>
                  <a:gd name="connsiteX1" fmla="*/ 300036 w 305028"/>
                  <a:gd name="connsiteY1" fmla="*/ 39367 h 4147015"/>
                  <a:gd name="connsiteX2" fmla="*/ 292893 w 305028"/>
                  <a:gd name="connsiteY2" fmla="*/ 3977943 h 4147015"/>
                  <a:gd name="connsiteX3" fmla="*/ 0 w 305028"/>
                  <a:gd name="connsiteY3" fmla="*/ 4147015 h 4147015"/>
                  <a:gd name="connsiteX4" fmla="*/ 0 w 305028"/>
                  <a:gd name="connsiteY4" fmla="*/ 6814 h 4147015"/>
                  <a:gd name="connsiteX0" fmla="*/ 0 w 305028"/>
                  <a:gd name="connsiteY0" fmla="*/ 6814 h 4147015"/>
                  <a:gd name="connsiteX1" fmla="*/ 143667 w 305028"/>
                  <a:gd name="connsiteY1" fmla="*/ 5239 h 4147015"/>
                  <a:gd name="connsiteX2" fmla="*/ 294481 w 305028"/>
                  <a:gd name="connsiteY2" fmla="*/ 149701 h 4147015"/>
                  <a:gd name="connsiteX3" fmla="*/ 304799 w 305028"/>
                  <a:gd name="connsiteY3" fmla="*/ 3501699 h 4147015"/>
                  <a:gd name="connsiteX4" fmla="*/ 224633 w 305028"/>
                  <a:gd name="connsiteY4" fmla="*/ 4133522 h 4147015"/>
                  <a:gd name="connsiteX5" fmla="*/ 0 w 305028"/>
                  <a:gd name="connsiteY5" fmla="*/ 4147015 h 4147015"/>
                  <a:gd name="connsiteX0" fmla="*/ 0 w 304802"/>
                  <a:gd name="connsiteY0" fmla="*/ 6814 h 4168808"/>
                  <a:gd name="connsiteX1" fmla="*/ 300036 w 304802"/>
                  <a:gd name="connsiteY1" fmla="*/ 39367 h 4168808"/>
                  <a:gd name="connsiteX2" fmla="*/ 292893 w 304802"/>
                  <a:gd name="connsiteY2" fmla="*/ 3977943 h 4168808"/>
                  <a:gd name="connsiteX3" fmla="*/ 0 w 304802"/>
                  <a:gd name="connsiteY3" fmla="*/ 4147015 h 4168808"/>
                  <a:gd name="connsiteX4" fmla="*/ 0 w 304802"/>
                  <a:gd name="connsiteY4" fmla="*/ 6814 h 4168808"/>
                  <a:gd name="connsiteX0" fmla="*/ 0 w 304802"/>
                  <a:gd name="connsiteY0" fmla="*/ 6814 h 4168808"/>
                  <a:gd name="connsiteX1" fmla="*/ 143667 w 304802"/>
                  <a:gd name="connsiteY1" fmla="*/ 5239 h 4168808"/>
                  <a:gd name="connsiteX2" fmla="*/ 294481 w 304802"/>
                  <a:gd name="connsiteY2" fmla="*/ 149701 h 4168808"/>
                  <a:gd name="connsiteX3" fmla="*/ 304799 w 304802"/>
                  <a:gd name="connsiteY3" fmla="*/ 3501699 h 4168808"/>
                  <a:gd name="connsiteX4" fmla="*/ 119861 w 304802"/>
                  <a:gd name="connsiteY4" fmla="*/ 4164481 h 4168808"/>
                  <a:gd name="connsiteX5" fmla="*/ 0 w 304802"/>
                  <a:gd name="connsiteY5" fmla="*/ 4147015 h 4168808"/>
                  <a:gd name="connsiteX0" fmla="*/ 0 w 304802"/>
                  <a:gd name="connsiteY0" fmla="*/ 6814 h 4152993"/>
                  <a:gd name="connsiteX1" fmla="*/ 300036 w 304802"/>
                  <a:gd name="connsiteY1" fmla="*/ 39367 h 4152993"/>
                  <a:gd name="connsiteX2" fmla="*/ 292893 w 304802"/>
                  <a:gd name="connsiteY2" fmla="*/ 3977943 h 4152993"/>
                  <a:gd name="connsiteX3" fmla="*/ 0 w 304802"/>
                  <a:gd name="connsiteY3" fmla="*/ 4147015 h 4152993"/>
                  <a:gd name="connsiteX4" fmla="*/ 0 w 304802"/>
                  <a:gd name="connsiteY4" fmla="*/ 6814 h 4152993"/>
                  <a:gd name="connsiteX0" fmla="*/ 0 w 304802"/>
                  <a:gd name="connsiteY0" fmla="*/ 6814 h 4152993"/>
                  <a:gd name="connsiteX1" fmla="*/ 143667 w 304802"/>
                  <a:gd name="connsiteY1" fmla="*/ 5239 h 4152993"/>
                  <a:gd name="connsiteX2" fmla="*/ 294481 w 304802"/>
                  <a:gd name="connsiteY2" fmla="*/ 149701 h 4152993"/>
                  <a:gd name="connsiteX3" fmla="*/ 304799 w 304802"/>
                  <a:gd name="connsiteY3" fmla="*/ 3501699 h 4152993"/>
                  <a:gd name="connsiteX4" fmla="*/ 119861 w 304802"/>
                  <a:gd name="connsiteY4" fmla="*/ 4147812 h 4152993"/>
                  <a:gd name="connsiteX5" fmla="*/ 0 w 304802"/>
                  <a:gd name="connsiteY5" fmla="*/ 4147015 h 4152993"/>
                  <a:gd name="connsiteX0" fmla="*/ 0 w 304802"/>
                  <a:gd name="connsiteY0" fmla="*/ 6814 h 4147812"/>
                  <a:gd name="connsiteX1" fmla="*/ 300036 w 304802"/>
                  <a:gd name="connsiteY1" fmla="*/ 39367 h 4147812"/>
                  <a:gd name="connsiteX2" fmla="*/ 292893 w 304802"/>
                  <a:gd name="connsiteY2" fmla="*/ 3977943 h 4147812"/>
                  <a:gd name="connsiteX3" fmla="*/ 0 w 304802"/>
                  <a:gd name="connsiteY3" fmla="*/ 4147015 h 4147812"/>
                  <a:gd name="connsiteX4" fmla="*/ 0 w 304802"/>
                  <a:gd name="connsiteY4" fmla="*/ 6814 h 4147812"/>
                  <a:gd name="connsiteX0" fmla="*/ 0 w 304802"/>
                  <a:gd name="connsiteY0" fmla="*/ 6814 h 4147812"/>
                  <a:gd name="connsiteX1" fmla="*/ 143667 w 304802"/>
                  <a:gd name="connsiteY1" fmla="*/ 5239 h 4147812"/>
                  <a:gd name="connsiteX2" fmla="*/ 294481 w 304802"/>
                  <a:gd name="connsiteY2" fmla="*/ 149701 h 4147812"/>
                  <a:gd name="connsiteX3" fmla="*/ 304799 w 304802"/>
                  <a:gd name="connsiteY3" fmla="*/ 3501699 h 4147812"/>
                  <a:gd name="connsiteX4" fmla="*/ 119861 w 304802"/>
                  <a:gd name="connsiteY4" fmla="*/ 4147812 h 4147812"/>
                  <a:gd name="connsiteX5" fmla="*/ 0 w 304802"/>
                  <a:gd name="connsiteY5" fmla="*/ 4147015 h 4147812"/>
                  <a:gd name="connsiteX0" fmla="*/ 0 w 321359"/>
                  <a:gd name="connsiteY0" fmla="*/ 6814 h 4147812"/>
                  <a:gd name="connsiteX1" fmla="*/ 300036 w 321359"/>
                  <a:gd name="connsiteY1" fmla="*/ 39367 h 4147812"/>
                  <a:gd name="connsiteX2" fmla="*/ 292893 w 321359"/>
                  <a:gd name="connsiteY2" fmla="*/ 3977943 h 4147812"/>
                  <a:gd name="connsiteX3" fmla="*/ 0 w 321359"/>
                  <a:gd name="connsiteY3" fmla="*/ 4147015 h 4147812"/>
                  <a:gd name="connsiteX4" fmla="*/ 0 w 321359"/>
                  <a:gd name="connsiteY4" fmla="*/ 6814 h 4147812"/>
                  <a:gd name="connsiteX0" fmla="*/ 0 w 321359"/>
                  <a:gd name="connsiteY0" fmla="*/ 6814 h 4147812"/>
                  <a:gd name="connsiteX1" fmla="*/ 143667 w 321359"/>
                  <a:gd name="connsiteY1" fmla="*/ 5239 h 4147812"/>
                  <a:gd name="connsiteX2" fmla="*/ 294481 w 321359"/>
                  <a:gd name="connsiteY2" fmla="*/ 149701 h 4147812"/>
                  <a:gd name="connsiteX3" fmla="*/ 304799 w 321359"/>
                  <a:gd name="connsiteY3" fmla="*/ 3501699 h 4147812"/>
                  <a:gd name="connsiteX4" fmla="*/ 307974 w 321359"/>
                  <a:gd name="connsiteY4" fmla="*/ 3512012 h 4147812"/>
                  <a:gd name="connsiteX5" fmla="*/ 119861 w 321359"/>
                  <a:gd name="connsiteY5" fmla="*/ 4147812 h 4147812"/>
                  <a:gd name="connsiteX6" fmla="*/ 0 w 321359"/>
                  <a:gd name="connsiteY6" fmla="*/ 4147015 h 4147812"/>
                  <a:gd name="connsiteX0" fmla="*/ 0 w 325044"/>
                  <a:gd name="connsiteY0" fmla="*/ 6814 h 4147812"/>
                  <a:gd name="connsiteX1" fmla="*/ 300036 w 325044"/>
                  <a:gd name="connsiteY1" fmla="*/ 39367 h 4147812"/>
                  <a:gd name="connsiteX2" fmla="*/ 292893 w 325044"/>
                  <a:gd name="connsiteY2" fmla="*/ 3977943 h 4147812"/>
                  <a:gd name="connsiteX3" fmla="*/ 0 w 325044"/>
                  <a:gd name="connsiteY3" fmla="*/ 4147015 h 4147812"/>
                  <a:gd name="connsiteX4" fmla="*/ 0 w 325044"/>
                  <a:gd name="connsiteY4" fmla="*/ 6814 h 4147812"/>
                  <a:gd name="connsiteX0" fmla="*/ 0 w 325044"/>
                  <a:gd name="connsiteY0" fmla="*/ 6814 h 4147812"/>
                  <a:gd name="connsiteX1" fmla="*/ 143667 w 325044"/>
                  <a:gd name="connsiteY1" fmla="*/ 5239 h 4147812"/>
                  <a:gd name="connsiteX2" fmla="*/ 294481 w 325044"/>
                  <a:gd name="connsiteY2" fmla="*/ 149701 h 4147812"/>
                  <a:gd name="connsiteX3" fmla="*/ 304799 w 325044"/>
                  <a:gd name="connsiteY3" fmla="*/ 3501699 h 4147812"/>
                  <a:gd name="connsiteX4" fmla="*/ 312737 w 325044"/>
                  <a:gd name="connsiteY4" fmla="*/ 3828722 h 4147812"/>
                  <a:gd name="connsiteX5" fmla="*/ 119861 w 325044"/>
                  <a:gd name="connsiteY5" fmla="*/ 4147812 h 4147812"/>
                  <a:gd name="connsiteX6" fmla="*/ 0 w 325044"/>
                  <a:gd name="connsiteY6" fmla="*/ 4147015 h 4147812"/>
                  <a:gd name="connsiteX0" fmla="*/ 0 w 308264"/>
                  <a:gd name="connsiteY0" fmla="*/ 6814 h 4147812"/>
                  <a:gd name="connsiteX1" fmla="*/ 300036 w 308264"/>
                  <a:gd name="connsiteY1" fmla="*/ 39367 h 4147812"/>
                  <a:gd name="connsiteX2" fmla="*/ 292893 w 308264"/>
                  <a:gd name="connsiteY2" fmla="*/ 3977943 h 4147812"/>
                  <a:gd name="connsiteX3" fmla="*/ 0 w 308264"/>
                  <a:gd name="connsiteY3" fmla="*/ 4147015 h 4147812"/>
                  <a:gd name="connsiteX4" fmla="*/ 0 w 308264"/>
                  <a:gd name="connsiteY4" fmla="*/ 6814 h 4147812"/>
                  <a:gd name="connsiteX0" fmla="*/ 0 w 308264"/>
                  <a:gd name="connsiteY0" fmla="*/ 6814 h 4147812"/>
                  <a:gd name="connsiteX1" fmla="*/ 143667 w 308264"/>
                  <a:gd name="connsiteY1" fmla="*/ 5239 h 4147812"/>
                  <a:gd name="connsiteX2" fmla="*/ 294481 w 308264"/>
                  <a:gd name="connsiteY2" fmla="*/ 149701 h 4147812"/>
                  <a:gd name="connsiteX3" fmla="*/ 304799 w 308264"/>
                  <a:gd name="connsiteY3" fmla="*/ 3501699 h 4147812"/>
                  <a:gd name="connsiteX4" fmla="*/ 286543 w 308264"/>
                  <a:gd name="connsiteY4" fmla="*/ 4012078 h 4147812"/>
                  <a:gd name="connsiteX5" fmla="*/ 119861 w 308264"/>
                  <a:gd name="connsiteY5" fmla="*/ 4147812 h 4147812"/>
                  <a:gd name="connsiteX6" fmla="*/ 0 w 308264"/>
                  <a:gd name="connsiteY6" fmla="*/ 4147015 h 4147812"/>
                  <a:gd name="connsiteX0" fmla="*/ 0 w 307389"/>
                  <a:gd name="connsiteY0" fmla="*/ 6814 h 4147812"/>
                  <a:gd name="connsiteX1" fmla="*/ 300036 w 307389"/>
                  <a:gd name="connsiteY1" fmla="*/ 39367 h 4147812"/>
                  <a:gd name="connsiteX2" fmla="*/ 292893 w 307389"/>
                  <a:gd name="connsiteY2" fmla="*/ 3977943 h 4147812"/>
                  <a:gd name="connsiteX3" fmla="*/ 0 w 307389"/>
                  <a:gd name="connsiteY3" fmla="*/ 4147015 h 4147812"/>
                  <a:gd name="connsiteX4" fmla="*/ 0 w 307389"/>
                  <a:gd name="connsiteY4" fmla="*/ 6814 h 4147812"/>
                  <a:gd name="connsiteX0" fmla="*/ 0 w 307389"/>
                  <a:gd name="connsiteY0" fmla="*/ 6814 h 4147812"/>
                  <a:gd name="connsiteX1" fmla="*/ 143667 w 307389"/>
                  <a:gd name="connsiteY1" fmla="*/ 5239 h 4147812"/>
                  <a:gd name="connsiteX2" fmla="*/ 294481 w 307389"/>
                  <a:gd name="connsiteY2" fmla="*/ 149701 h 4147812"/>
                  <a:gd name="connsiteX3" fmla="*/ 304799 w 307389"/>
                  <a:gd name="connsiteY3" fmla="*/ 3501699 h 4147812"/>
                  <a:gd name="connsiteX4" fmla="*/ 284162 w 307389"/>
                  <a:gd name="connsiteY4" fmla="*/ 4069228 h 4147812"/>
                  <a:gd name="connsiteX5" fmla="*/ 119861 w 307389"/>
                  <a:gd name="connsiteY5" fmla="*/ 4147812 h 4147812"/>
                  <a:gd name="connsiteX6" fmla="*/ 0 w 307389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07390"/>
                  <a:gd name="connsiteY0" fmla="*/ 6814 h 4147812"/>
                  <a:gd name="connsiteX1" fmla="*/ 300036 w 307390"/>
                  <a:gd name="connsiteY1" fmla="*/ 39367 h 4147812"/>
                  <a:gd name="connsiteX2" fmla="*/ 292893 w 307390"/>
                  <a:gd name="connsiteY2" fmla="*/ 3977943 h 4147812"/>
                  <a:gd name="connsiteX3" fmla="*/ 0 w 307390"/>
                  <a:gd name="connsiteY3" fmla="*/ 4147015 h 4147812"/>
                  <a:gd name="connsiteX4" fmla="*/ 0 w 307390"/>
                  <a:gd name="connsiteY4" fmla="*/ 6814 h 4147812"/>
                  <a:gd name="connsiteX0" fmla="*/ 0 w 307390"/>
                  <a:gd name="connsiteY0" fmla="*/ 6814 h 4147812"/>
                  <a:gd name="connsiteX1" fmla="*/ 143667 w 307390"/>
                  <a:gd name="connsiteY1" fmla="*/ 5239 h 4147812"/>
                  <a:gd name="connsiteX2" fmla="*/ 294481 w 307390"/>
                  <a:gd name="connsiteY2" fmla="*/ 149701 h 4147812"/>
                  <a:gd name="connsiteX3" fmla="*/ 304799 w 307390"/>
                  <a:gd name="connsiteY3" fmla="*/ 3501699 h 4147812"/>
                  <a:gd name="connsiteX4" fmla="*/ 284165 w 307390"/>
                  <a:gd name="connsiteY4" fmla="*/ 4035894 h 4147812"/>
                  <a:gd name="connsiteX5" fmla="*/ 119861 w 307390"/>
                  <a:gd name="connsiteY5" fmla="*/ 4147812 h 4147812"/>
                  <a:gd name="connsiteX6" fmla="*/ 0 w 307390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4165 w 311943"/>
                  <a:gd name="connsiteY4" fmla="*/ 403589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21365"/>
                  <a:gd name="connsiteY0" fmla="*/ 6814 h 4147812"/>
                  <a:gd name="connsiteX1" fmla="*/ 300036 w 321365"/>
                  <a:gd name="connsiteY1" fmla="*/ 39367 h 4147812"/>
                  <a:gd name="connsiteX2" fmla="*/ 311943 w 321365"/>
                  <a:gd name="connsiteY2" fmla="*/ 4075574 h 4147812"/>
                  <a:gd name="connsiteX3" fmla="*/ 0 w 321365"/>
                  <a:gd name="connsiteY3" fmla="*/ 4147015 h 4147812"/>
                  <a:gd name="connsiteX4" fmla="*/ 0 w 321365"/>
                  <a:gd name="connsiteY4" fmla="*/ 6814 h 4147812"/>
                  <a:gd name="connsiteX0" fmla="*/ 0 w 321365"/>
                  <a:gd name="connsiteY0" fmla="*/ 6814 h 4147812"/>
                  <a:gd name="connsiteX1" fmla="*/ 143667 w 321365"/>
                  <a:gd name="connsiteY1" fmla="*/ 5239 h 4147812"/>
                  <a:gd name="connsiteX2" fmla="*/ 294481 w 321365"/>
                  <a:gd name="connsiteY2" fmla="*/ 149701 h 4147812"/>
                  <a:gd name="connsiteX3" fmla="*/ 304799 w 321365"/>
                  <a:gd name="connsiteY3" fmla="*/ 3501699 h 4147812"/>
                  <a:gd name="connsiteX4" fmla="*/ 307981 w 321365"/>
                  <a:gd name="connsiteY4" fmla="*/ 3971603 h 4147812"/>
                  <a:gd name="connsiteX5" fmla="*/ 119861 w 321365"/>
                  <a:gd name="connsiteY5" fmla="*/ 4147812 h 4147812"/>
                  <a:gd name="connsiteX6" fmla="*/ 0 w 321365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88934 w 311943"/>
                  <a:gd name="connsiteY4" fmla="*/ 3981131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25 w 311943"/>
                  <a:gd name="connsiteY4" fmla="*/ 39811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298465 w 311943"/>
                  <a:gd name="connsiteY4" fmla="*/ 3985900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4"/>
                  <a:gd name="connsiteX1" fmla="*/ 300036 w 311943"/>
                  <a:gd name="connsiteY1" fmla="*/ 39367 h 4148004"/>
                  <a:gd name="connsiteX2" fmla="*/ 311943 w 311943"/>
                  <a:gd name="connsiteY2" fmla="*/ 4075574 h 4148004"/>
                  <a:gd name="connsiteX3" fmla="*/ 0 w 311943"/>
                  <a:gd name="connsiteY3" fmla="*/ 4147015 h 4148004"/>
                  <a:gd name="connsiteX4" fmla="*/ 0 w 311943"/>
                  <a:gd name="connsiteY4" fmla="*/ 6814 h 4148004"/>
                  <a:gd name="connsiteX0" fmla="*/ 0 w 311943"/>
                  <a:gd name="connsiteY0" fmla="*/ 6814 h 4148004"/>
                  <a:gd name="connsiteX1" fmla="*/ 143667 w 311943"/>
                  <a:gd name="connsiteY1" fmla="*/ 5239 h 4148004"/>
                  <a:gd name="connsiteX2" fmla="*/ 294481 w 311943"/>
                  <a:gd name="connsiteY2" fmla="*/ 149701 h 4148004"/>
                  <a:gd name="connsiteX3" fmla="*/ 304799 w 311943"/>
                  <a:gd name="connsiteY3" fmla="*/ 3501699 h 4148004"/>
                  <a:gd name="connsiteX4" fmla="*/ 303231 w 311943"/>
                  <a:gd name="connsiteY4" fmla="*/ 3969234 h 4148004"/>
                  <a:gd name="connsiteX5" fmla="*/ 119861 w 311943"/>
                  <a:gd name="connsiteY5" fmla="*/ 4147812 h 4148004"/>
                  <a:gd name="connsiteX6" fmla="*/ 0 w 311943"/>
                  <a:gd name="connsiteY6" fmla="*/ 4147015 h 4148004"/>
                  <a:gd name="connsiteX0" fmla="*/ 0 w 311943"/>
                  <a:gd name="connsiteY0" fmla="*/ 6814 h 4147812"/>
                  <a:gd name="connsiteX1" fmla="*/ 300036 w 311943"/>
                  <a:gd name="connsiteY1" fmla="*/ 39367 h 4147812"/>
                  <a:gd name="connsiteX2" fmla="*/ 311943 w 311943"/>
                  <a:gd name="connsiteY2" fmla="*/ 4075574 h 4147812"/>
                  <a:gd name="connsiteX3" fmla="*/ 0 w 311943"/>
                  <a:gd name="connsiteY3" fmla="*/ 4147015 h 4147812"/>
                  <a:gd name="connsiteX4" fmla="*/ 0 w 311943"/>
                  <a:gd name="connsiteY4" fmla="*/ 6814 h 4147812"/>
                  <a:gd name="connsiteX0" fmla="*/ 0 w 311943"/>
                  <a:gd name="connsiteY0" fmla="*/ 6814 h 4147812"/>
                  <a:gd name="connsiteX1" fmla="*/ 143667 w 311943"/>
                  <a:gd name="connsiteY1" fmla="*/ 5239 h 4147812"/>
                  <a:gd name="connsiteX2" fmla="*/ 294481 w 311943"/>
                  <a:gd name="connsiteY2" fmla="*/ 149701 h 4147812"/>
                  <a:gd name="connsiteX3" fmla="*/ 304799 w 311943"/>
                  <a:gd name="connsiteY3" fmla="*/ 3501699 h 4147812"/>
                  <a:gd name="connsiteX4" fmla="*/ 303231 w 311943"/>
                  <a:gd name="connsiteY4" fmla="*/ 3969234 h 4147812"/>
                  <a:gd name="connsiteX5" fmla="*/ 119861 w 311943"/>
                  <a:gd name="connsiteY5" fmla="*/ 4147812 h 4147812"/>
                  <a:gd name="connsiteX6" fmla="*/ 0 w 311943"/>
                  <a:gd name="connsiteY6" fmla="*/ 4147015 h 4147812"/>
                  <a:gd name="connsiteX0" fmla="*/ 0 w 311943"/>
                  <a:gd name="connsiteY0" fmla="*/ 6814 h 4148006"/>
                  <a:gd name="connsiteX1" fmla="*/ 300036 w 311943"/>
                  <a:gd name="connsiteY1" fmla="*/ 39367 h 4148006"/>
                  <a:gd name="connsiteX2" fmla="*/ 311943 w 311943"/>
                  <a:gd name="connsiteY2" fmla="*/ 4075574 h 4148006"/>
                  <a:gd name="connsiteX3" fmla="*/ 0 w 311943"/>
                  <a:gd name="connsiteY3" fmla="*/ 4147015 h 4148006"/>
                  <a:gd name="connsiteX4" fmla="*/ 0 w 311943"/>
                  <a:gd name="connsiteY4" fmla="*/ 6814 h 4148006"/>
                  <a:gd name="connsiteX0" fmla="*/ 0 w 311943"/>
                  <a:gd name="connsiteY0" fmla="*/ 6814 h 4148006"/>
                  <a:gd name="connsiteX1" fmla="*/ 143667 w 311943"/>
                  <a:gd name="connsiteY1" fmla="*/ 5239 h 4148006"/>
                  <a:gd name="connsiteX2" fmla="*/ 294481 w 311943"/>
                  <a:gd name="connsiteY2" fmla="*/ 149701 h 4148006"/>
                  <a:gd name="connsiteX3" fmla="*/ 304799 w 311943"/>
                  <a:gd name="connsiteY3" fmla="*/ 3501699 h 4148006"/>
                  <a:gd name="connsiteX4" fmla="*/ 303231 w 311943"/>
                  <a:gd name="connsiteY4" fmla="*/ 3969234 h 4148006"/>
                  <a:gd name="connsiteX5" fmla="*/ 119861 w 311943"/>
                  <a:gd name="connsiteY5" fmla="*/ 4147812 h 4148006"/>
                  <a:gd name="connsiteX6" fmla="*/ 0 w 311943"/>
                  <a:gd name="connsiteY6" fmla="*/ 4147015 h 4148006"/>
                  <a:gd name="connsiteX0" fmla="*/ 0 w 311943"/>
                  <a:gd name="connsiteY0" fmla="*/ 6814 h 4151047"/>
                  <a:gd name="connsiteX1" fmla="*/ 300036 w 311943"/>
                  <a:gd name="connsiteY1" fmla="*/ 39367 h 4151047"/>
                  <a:gd name="connsiteX2" fmla="*/ 311943 w 311943"/>
                  <a:gd name="connsiteY2" fmla="*/ 4075574 h 4151047"/>
                  <a:gd name="connsiteX3" fmla="*/ 0 w 311943"/>
                  <a:gd name="connsiteY3" fmla="*/ 4147015 h 4151047"/>
                  <a:gd name="connsiteX4" fmla="*/ 0 w 311943"/>
                  <a:gd name="connsiteY4" fmla="*/ 6814 h 4151047"/>
                  <a:gd name="connsiteX0" fmla="*/ 0 w 311943"/>
                  <a:gd name="connsiteY0" fmla="*/ 6814 h 4151047"/>
                  <a:gd name="connsiteX1" fmla="*/ 143667 w 311943"/>
                  <a:gd name="connsiteY1" fmla="*/ 5239 h 4151047"/>
                  <a:gd name="connsiteX2" fmla="*/ 294481 w 311943"/>
                  <a:gd name="connsiteY2" fmla="*/ 149701 h 4151047"/>
                  <a:gd name="connsiteX3" fmla="*/ 304799 w 311943"/>
                  <a:gd name="connsiteY3" fmla="*/ 3501699 h 4151047"/>
                  <a:gd name="connsiteX4" fmla="*/ 303231 w 311943"/>
                  <a:gd name="connsiteY4" fmla="*/ 3969234 h 4151047"/>
                  <a:gd name="connsiteX5" fmla="*/ 119861 w 311943"/>
                  <a:gd name="connsiteY5" fmla="*/ 4147812 h 4151047"/>
                  <a:gd name="connsiteX6" fmla="*/ 0 w 311943"/>
                  <a:gd name="connsiteY6" fmla="*/ 4147015 h 4151047"/>
                  <a:gd name="connsiteX0" fmla="*/ 0 w 311943"/>
                  <a:gd name="connsiteY0" fmla="*/ 6814 h 4150689"/>
                  <a:gd name="connsiteX1" fmla="*/ 300036 w 311943"/>
                  <a:gd name="connsiteY1" fmla="*/ 39367 h 4150689"/>
                  <a:gd name="connsiteX2" fmla="*/ 311943 w 311943"/>
                  <a:gd name="connsiteY2" fmla="*/ 4075574 h 4150689"/>
                  <a:gd name="connsiteX3" fmla="*/ 0 w 311943"/>
                  <a:gd name="connsiteY3" fmla="*/ 4147015 h 4150689"/>
                  <a:gd name="connsiteX4" fmla="*/ 0 w 311943"/>
                  <a:gd name="connsiteY4" fmla="*/ 6814 h 4150689"/>
                  <a:gd name="connsiteX0" fmla="*/ 0 w 311943"/>
                  <a:gd name="connsiteY0" fmla="*/ 6814 h 4150689"/>
                  <a:gd name="connsiteX1" fmla="*/ 143667 w 311943"/>
                  <a:gd name="connsiteY1" fmla="*/ 5239 h 4150689"/>
                  <a:gd name="connsiteX2" fmla="*/ 294481 w 311943"/>
                  <a:gd name="connsiteY2" fmla="*/ 149701 h 4150689"/>
                  <a:gd name="connsiteX3" fmla="*/ 304799 w 311943"/>
                  <a:gd name="connsiteY3" fmla="*/ 3501699 h 4150689"/>
                  <a:gd name="connsiteX4" fmla="*/ 303231 w 311943"/>
                  <a:gd name="connsiteY4" fmla="*/ 3969234 h 4150689"/>
                  <a:gd name="connsiteX5" fmla="*/ 119861 w 311943"/>
                  <a:gd name="connsiteY5" fmla="*/ 4147812 h 4150689"/>
                  <a:gd name="connsiteX6" fmla="*/ 0 w 311943"/>
                  <a:gd name="connsiteY6" fmla="*/ 4147015 h 4150689"/>
                  <a:gd name="connsiteX0" fmla="*/ 0 w 311943"/>
                  <a:gd name="connsiteY0" fmla="*/ 6814 h 4152246"/>
                  <a:gd name="connsiteX1" fmla="*/ 300036 w 311943"/>
                  <a:gd name="connsiteY1" fmla="*/ 39367 h 4152246"/>
                  <a:gd name="connsiteX2" fmla="*/ 311943 w 311943"/>
                  <a:gd name="connsiteY2" fmla="*/ 4075574 h 4152246"/>
                  <a:gd name="connsiteX3" fmla="*/ 0 w 311943"/>
                  <a:gd name="connsiteY3" fmla="*/ 4147015 h 4152246"/>
                  <a:gd name="connsiteX4" fmla="*/ 0 w 311943"/>
                  <a:gd name="connsiteY4" fmla="*/ 6814 h 4152246"/>
                  <a:gd name="connsiteX0" fmla="*/ 0 w 311943"/>
                  <a:gd name="connsiteY0" fmla="*/ 6814 h 4152246"/>
                  <a:gd name="connsiteX1" fmla="*/ 143667 w 311943"/>
                  <a:gd name="connsiteY1" fmla="*/ 5239 h 4152246"/>
                  <a:gd name="connsiteX2" fmla="*/ 294481 w 311943"/>
                  <a:gd name="connsiteY2" fmla="*/ 149701 h 4152246"/>
                  <a:gd name="connsiteX3" fmla="*/ 304799 w 311943"/>
                  <a:gd name="connsiteY3" fmla="*/ 3501699 h 4152246"/>
                  <a:gd name="connsiteX4" fmla="*/ 303231 w 311943"/>
                  <a:gd name="connsiteY4" fmla="*/ 3969234 h 4152246"/>
                  <a:gd name="connsiteX5" fmla="*/ 119861 w 311943"/>
                  <a:gd name="connsiteY5" fmla="*/ 4147812 h 4152246"/>
                  <a:gd name="connsiteX6" fmla="*/ 0 w 311943"/>
                  <a:gd name="connsiteY6" fmla="*/ 4147015 h 4152246"/>
                  <a:gd name="connsiteX0" fmla="*/ 0 w 311943"/>
                  <a:gd name="connsiteY0" fmla="*/ 6814 h 4170811"/>
                  <a:gd name="connsiteX1" fmla="*/ 300036 w 311943"/>
                  <a:gd name="connsiteY1" fmla="*/ 39367 h 4170811"/>
                  <a:gd name="connsiteX2" fmla="*/ 311943 w 311943"/>
                  <a:gd name="connsiteY2" fmla="*/ 4075574 h 4170811"/>
                  <a:gd name="connsiteX3" fmla="*/ 0 w 311943"/>
                  <a:gd name="connsiteY3" fmla="*/ 4147015 h 4170811"/>
                  <a:gd name="connsiteX4" fmla="*/ 0 w 311943"/>
                  <a:gd name="connsiteY4" fmla="*/ 6814 h 4170811"/>
                  <a:gd name="connsiteX0" fmla="*/ 0 w 311943"/>
                  <a:gd name="connsiteY0" fmla="*/ 6814 h 4170811"/>
                  <a:gd name="connsiteX1" fmla="*/ 143667 w 311943"/>
                  <a:gd name="connsiteY1" fmla="*/ 5239 h 4170811"/>
                  <a:gd name="connsiteX2" fmla="*/ 294481 w 311943"/>
                  <a:gd name="connsiteY2" fmla="*/ 149701 h 4170811"/>
                  <a:gd name="connsiteX3" fmla="*/ 304799 w 311943"/>
                  <a:gd name="connsiteY3" fmla="*/ 3501699 h 4170811"/>
                  <a:gd name="connsiteX4" fmla="*/ 296091 w 311943"/>
                  <a:gd name="connsiteY4" fmla="*/ 4024006 h 4170811"/>
                  <a:gd name="connsiteX5" fmla="*/ 119861 w 311943"/>
                  <a:gd name="connsiteY5" fmla="*/ 4147812 h 4170811"/>
                  <a:gd name="connsiteX6" fmla="*/ 0 w 311943"/>
                  <a:gd name="connsiteY6" fmla="*/ 4147015 h 4170811"/>
                  <a:gd name="connsiteX0" fmla="*/ 0 w 311943"/>
                  <a:gd name="connsiteY0" fmla="*/ 6814 h 4148991"/>
                  <a:gd name="connsiteX1" fmla="*/ 300036 w 311943"/>
                  <a:gd name="connsiteY1" fmla="*/ 39367 h 4148991"/>
                  <a:gd name="connsiteX2" fmla="*/ 311943 w 311943"/>
                  <a:gd name="connsiteY2" fmla="*/ 4075574 h 4148991"/>
                  <a:gd name="connsiteX3" fmla="*/ 0 w 311943"/>
                  <a:gd name="connsiteY3" fmla="*/ 4147015 h 4148991"/>
                  <a:gd name="connsiteX4" fmla="*/ 0 w 311943"/>
                  <a:gd name="connsiteY4" fmla="*/ 6814 h 4148991"/>
                  <a:gd name="connsiteX0" fmla="*/ 0 w 311943"/>
                  <a:gd name="connsiteY0" fmla="*/ 6814 h 4148991"/>
                  <a:gd name="connsiteX1" fmla="*/ 143667 w 311943"/>
                  <a:gd name="connsiteY1" fmla="*/ 5239 h 4148991"/>
                  <a:gd name="connsiteX2" fmla="*/ 294481 w 311943"/>
                  <a:gd name="connsiteY2" fmla="*/ 149701 h 4148991"/>
                  <a:gd name="connsiteX3" fmla="*/ 304799 w 311943"/>
                  <a:gd name="connsiteY3" fmla="*/ 3501699 h 4148991"/>
                  <a:gd name="connsiteX4" fmla="*/ 296091 w 311943"/>
                  <a:gd name="connsiteY4" fmla="*/ 4024006 h 4148991"/>
                  <a:gd name="connsiteX5" fmla="*/ 119861 w 311943"/>
                  <a:gd name="connsiteY5" fmla="*/ 4147812 h 4148991"/>
                  <a:gd name="connsiteX6" fmla="*/ 0 w 311943"/>
                  <a:gd name="connsiteY6" fmla="*/ 4147015 h 4148991"/>
                  <a:gd name="connsiteX0" fmla="*/ 0 w 311943"/>
                  <a:gd name="connsiteY0" fmla="*/ 6814 h 4147862"/>
                  <a:gd name="connsiteX1" fmla="*/ 300036 w 311943"/>
                  <a:gd name="connsiteY1" fmla="*/ 39367 h 4147862"/>
                  <a:gd name="connsiteX2" fmla="*/ 311943 w 311943"/>
                  <a:gd name="connsiteY2" fmla="*/ 4075574 h 4147862"/>
                  <a:gd name="connsiteX3" fmla="*/ 0 w 311943"/>
                  <a:gd name="connsiteY3" fmla="*/ 4147015 h 4147862"/>
                  <a:gd name="connsiteX4" fmla="*/ 0 w 311943"/>
                  <a:gd name="connsiteY4" fmla="*/ 6814 h 4147862"/>
                  <a:gd name="connsiteX0" fmla="*/ 0 w 311943"/>
                  <a:gd name="connsiteY0" fmla="*/ 6814 h 4147862"/>
                  <a:gd name="connsiteX1" fmla="*/ 143667 w 311943"/>
                  <a:gd name="connsiteY1" fmla="*/ 5239 h 4147862"/>
                  <a:gd name="connsiteX2" fmla="*/ 294481 w 311943"/>
                  <a:gd name="connsiteY2" fmla="*/ 149701 h 4147862"/>
                  <a:gd name="connsiteX3" fmla="*/ 304799 w 311943"/>
                  <a:gd name="connsiteY3" fmla="*/ 3501699 h 4147862"/>
                  <a:gd name="connsiteX4" fmla="*/ 288947 w 311943"/>
                  <a:gd name="connsiteY4" fmla="*/ 3983525 h 4147862"/>
                  <a:gd name="connsiteX5" fmla="*/ 119861 w 311943"/>
                  <a:gd name="connsiteY5" fmla="*/ 4147812 h 4147862"/>
                  <a:gd name="connsiteX6" fmla="*/ 0 w 311943"/>
                  <a:gd name="connsiteY6" fmla="*/ 4147015 h 414786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296094 w 311943"/>
                  <a:gd name="connsiteY4" fmla="*/ 3988290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59 w 311943"/>
                  <a:gd name="connsiteY4" fmla="*/ 3988293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7851"/>
                  <a:gd name="connsiteX1" fmla="*/ 300036 w 311943"/>
                  <a:gd name="connsiteY1" fmla="*/ 39367 h 4147851"/>
                  <a:gd name="connsiteX2" fmla="*/ 311943 w 311943"/>
                  <a:gd name="connsiteY2" fmla="*/ 4075574 h 4147851"/>
                  <a:gd name="connsiteX3" fmla="*/ 0 w 311943"/>
                  <a:gd name="connsiteY3" fmla="*/ 4147015 h 4147851"/>
                  <a:gd name="connsiteX4" fmla="*/ 0 w 311943"/>
                  <a:gd name="connsiteY4" fmla="*/ 6814 h 4147851"/>
                  <a:gd name="connsiteX0" fmla="*/ 0 w 311943"/>
                  <a:gd name="connsiteY0" fmla="*/ 6814 h 4147851"/>
                  <a:gd name="connsiteX1" fmla="*/ 143667 w 311943"/>
                  <a:gd name="connsiteY1" fmla="*/ 5239 h 4147851"/>
                  <a:gd name="connsiteX2" fmla="*/ 294481 w 311943"/>
                  <a:gd name="connsiteY2" fmla="*/ 149701 h 4147851"/>
                  <a:gd name="connsiteX3" fmla="*/ 304799 w 311943"/>
                  <a:gd name="connsiteY3" fmla="*/ 3501699 h 4147851"/>
                  <a:gd name="connsiteX4" fmla="*/ 303243 w 311943"/>
                  <a:gd name="connsiteY4" fmla="*/ 3976389 h 4147851"/>
                  <a:gd name="connsiteX5" fmla="*/ 119861 w 311943"/>
                  <a:gd name="connsiteY5" fmla="*/ 4147812 h 4147851"/>
                  <a:gd name="connsiteX6" fmla="*/ 0 w 311943"/>
                  <a:gd name="connsiteY6" fmla="*/ 4147015 h 4147851"/>
                  <a:gd name="connsiteX0" fmla="*/ 0 w 311943"/>
                  <a:gd name="connsiteY0" fmla="*/ 6814 h 4147872"/>
                  <a:gd name="connsiteX1" fmla="*/ 300036 w 311943"/>
                  <a:gd name="connsiteY1" fmla="*/ 39367 h 4147872"/>
                  <a:gd name="connsiteX2" fmla="*/ 311943 w 311943"/>
                  <a:gd name="connsiteY2" fmla="*/ 4075574 h 4147872"/>
                  <a:gd name="connsiteX3" fmla="*/ 0 w 311943"/>
                  <a:gd name="connsiteY3" fmla="*/ 4147015 h 4147872"/>
                  <a:gd name="connsiteX4" fmla="*/ 0 w 311943"/>
                  <a:gd name="connsiteY4" fmla="*/ 6814 h 4147872"/>
                  <a:gd name="connsiteX0" fmla="*/ 0 w 311943"/>
                  <a:gd name="connsiteY0" fmla="*/ 6814 h 4147872"/>
                  <a:gd name="connsiteX1" fmla="*/ 143667 w 311943"/>
                  <a:gd name="connsiteY1" fmla="*/ 5239 h 4147872"/>
                  <a:gd name="connsiteX2" fmla="*/ 294481 w 311943"/>
                  <a:gd name="connsiteY2" fmla="*/ 149701 h 4147872"/>
                  <a:gd name="connsiteX3" fmla="*/ 304799 w 311943"/>
                  <a:gd name="connsiteY3" fmla="*/ 3501699 h 4147872"/>
                  <a:gd name="connsiteX4" fmla="*/ 300862 w 311943"/>
                  <a:gd name="connsiteY4" fmla="*/ 3988296 h 4147872"/>
                  <a:gd name="connsiteX5" fmla="*/ 119861 w 311943"/>
                  <a:gd name="connsiteY5" fmla="*/ 4147812 h 4147872"/>
                  <a:gd name="connsiteX6" fmla="*/ 0 w 311943"/>
                  <a:gd name="connsiteY6" fmla="*/ 4147015 h 4147872"/>
                  <a:gd name="connsiteX0" fmla="*/ 0 w 311943"/>
                  <a:gd name="connsiteY0" fmla="*/ 6814 h 4148938"/>
                  <a:gd name="connsiteX1" fmla="*/ 300036 w 311943"/>
                  <a:gd name="connsiteY1" fmla="*/ 39367 h 4148938"/>
                  <a:gd name="connsiteX2" fmla="*/ 311943 w 311943"/>
                  <a:gd name="connsiteY2" fmla="*/ 4075574 h 4148938"/>
                  <a:gd name="connsiteX3" fmla="*/ 0 w 311943"/>
                  <a:gd name="connsiteY3" fmla="*/ 4147015 h 4148938"/>
                  <a:gd name="connsiteX4" fmla="*/ 0 w 311943"/>
                  <a:gd name="connsiteY4" fmla="*/ 6814 h 4148938"/>
                  <a:gd name="connsiteX0" fmla="*/ 0 w 311943"/>
                  <a:gd name="connsiteY0" fmla="*/ 6814 h 4148938"/>
                  <a:gd name="connsiteX1" fmla="*/ 143667 w 311943"/>
                  <a:gd name="connsiteY1" fmla="*/ 5239 h 4148938"/>
                  <a:gd name="connsiteX2" fmla="*/ 294481 w 311943"/>
                  <a:gd name="connsiteY2" fmla="*/ 149701 h 4148938"/>
                  <a:gd name="connsiteX3" fmla="*/ 304799 w 311943"/>
                  <a:gd name="connsiteY3" fmla="*/ 3501699 h 4148938"/>
                  <a:gd name="connsiteX4" fmla="*/ 300862 w 311943"/>
                  <a:gd name="connsiteY4" fmla="*/ 3988296 h 4148938"/>
                  <a:gd name="connsiteX5" fmla="*/ 119861 w 311943"/>
                  <a:gd name="connsiteY5" fmla="*/ 4147812 h 4148938"/>
                  <a:gd name="connsiteX6" fmla="*/ 0 w 311943"/>
                  <a:gd name="connsiteY6" fmla="*/ 4147015 h 4148938"/>
                  <a:gd name="connsiteX0" fmla="*/ 0 w 311943"/>
                  <a:gd name="connsiteY0" fmla="*/ 6814 h 4150317"/>
                  <a:gd name="connsiteX1" fmla="*/ 300036 w 311943"/>
                  <a:gd name="connsiteY1" fmla="*/ 39367 h 4150317"/>
                  <a:gd name="connsiteX2" fmla="*/ 311943 w 311943"/>
                  <a:gd name="connsiteY2" fmla="*/ 4075574 h 4150317"/>
                  <a:gd name="connsiteX3" fmla="*/ 0 w 311943"/>
                  <a:gd name="connsiteY3" fmla="*/ 4147015 h 4150317"/>
                  <a:gd name="connsiteX4" fmla="*/ 0 w 311943"/>
                  <a:gd name="connsiteY4" fmla="*/ 6814 h 4150317"/>
                  <a:gd name="connsiteX0" fmla="*/ 0 w 311943"/>
                  <a:gd name="connsiteY0" fmla="*/ 6814 h 4150317"/>
                  <a:gd name="connsiteX1" fmla="*/ 143667 w 311943"/>
                  <a:gd name="connsiteY1" fmla="*/ 5239 h 4150317"/>
                  <a:gd name="connsiteX2" fmla="*/ 294481 w 311943"/>
                  <a:gd name="connsiteY2" fmla="*/ 149701 h 4150317"/>
                  <a:gd name="connsiteX3" fmla="*/ 304799 w 311943"/>
                  <a:gd name="connsiteY3" fmla="*/ 3501699 h 4150317"/>
                  <a:gd name="connsiteX4" fmla="*/ 300862 w 311943"/>
                  <a:gd name="connsiteY4" fmla="*/ 3988296 h 4150317"/>
                  <a:gd name="connsiteX5" fmla="*/ 119861 w 311943"/>
                  <a:gd name="connsiteY5" fmla="*/ 4147812 h 4150317"/>
                  <a:gd name="connsiteX6" fmla="*/ 0 w 311943"/>
                  <a:gd name="connsiteY6" fmla="*/ 4147015 h 4150317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6"/>
                  <a:gd name="connsiteX1" fmla="*/ 300036 w 311943"/>
                  <a:gd name="connsiteY1" fmla="*/ 39367 h 4147836"/>
                  <a:gd name="connsiteX2" fmla="*/ 311943 w 311943"/>
                  <a:gd name="connsiteY2" fmla="*/ 4075574 h 4147836"/>
                  <a:gd name="connsiteX3" fmla="*/ 0 w 311943"/>
                  <a:gd name="connsiteY3" fmla="*/ 4147015 h 4147836"/>
                  <a:gd name="connsiteX4" fmla="*/ 0 w 311943"/>
                  <a:gd name="connsiteY4" fmla="*/ 6814 h 4147836"/>
                  <a:gd name="connsiteX0" fmla="*/ 0 w 311943"/>
                  <a:gd name="connsiteY0" fmla="*/ 6814 h 4147836"/>
                  <a:gd name="connsiteX1" fmla="*/ 143667 w 311943"/>
                  <a:gd name="connsiteY1" fmla="*/ 5239 h 4147836"/>
                  <a:gd name="connsiteX2" fmla="*/ 294481 w 311943"/>
                  <a:gd name="connsiteY2" fmla="*/ 149701 h 4147836"/>
                  <a:gd name="connsiteX3" fmla="*/ 304799 w 311943"/>
                  <a:gd name="connsiteY3" fmla="*/ 3501699 h 4147836"/>
                  <a:gd name="connsiteX4" fmla="*/ 303243 w 311943"/>
                  <a:gd name="connsiteY4" fmla="*/ 3904952 h 4147836"/>
                  <a:gd name="connsiteX5" fmla="*/ 119861 w 311943"/>
                  <a:gd name="connsiteY5" fmla="*/ 4147812 h 4147836"/>
                  <a:gd name="connsiteX6" fmla="*/ 0 w 311943"/>
                  <a:gd name="connsiteY6" fmla="*/ 4147015 h 4147836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3243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  <a:gd name="connsiteX0" fmla="*/ 0 w 311943"/>
                  <a:gd name="connsiteY0" fmla="*/ 6814 h 4147837"/>
                  <a:gd name="connsiteX1" fmla="*/ 300036 w 311943"/>
                  <a:gd name="connsiteY1" fmla="*/ 39367 h 4147837"/>
                  <a:gd name="connsiteX2" fmla="*/ 311943 w 311943"/>
                  <a:gd name="connsiteY2" fmla="*/ 4075574 h 4147837"/>
                  <a:gd name="connsiteX3" fmla="*/ 0 w 311943"/>
                  <a:gd name="connsiteY3" fmla="*/ 4147015 h 4147837"/>
                  <a:gd name="connsiteX4" fmla="*/ 0 w 311943"/>
                  <a:gd name="connsiteY4" fmla="*/ 6814 h 4147837"/>
                  <a:gd name="connsiteX0" fmla="*/ 0 w 311943"/>
                  <a:gd name="connsiteY0" fmla="*/ 6814 h 4147837"/>
                  <a:gd name="connsiteX1" fmla="*/ 143667 w 311943"/>
                  <a:gd name="connsiteY1" fmla="*/ 5239 h 4147837"/>
                  <a:gd name="connsiteX2" fmla="*/ 294481 w 311943"/>
                  <a:gd name="connsiteY2" fmla="*/ 149701 h 4147837"/>
                  <a:gd name="connsiteX3" fmla="*/ 304799 w 311943"/>
                  <a:gd name="connsiteY3" fmla="*/ 3501699 h 4147837"/>
                  <a:gd name="connsiteX4" fmla="*/ 305624 w 311943"/>
                  <a:gd name="connsiteY4" fmla="*/ 3904952 h 4147837"/>
                  <a:gd name="connsiteX5" fmla="*/ 119861 w 311943"/>
                  <a:gd name="connsiteY5" fmla="*/ 4147812 h 4147837"/>
                  <a:gd name="connsiteX6" fmla="*/ 0 w 311943"/>
                  <a:gd name="connsiteY6" fmla="*/ 4147015 h 4147837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311943" h="4147837" stroke="0" extrusionOk="0">
                    <a:moveTo>
                      <a:pt x="0" y="6814"/>
                    </a:moveTo>
                    <a:cubicBezTo>
                      <a:pt x="88900" y="18458"/>
                      <a:pt x="220661" y="-32602"/>
                      <a:pt x="300036" y="39367"/>
                    </a:cubicBezTo>
                    <a:cubicBezTo>
                      <a:pt x="305592" y="1407788"/>
                      <a:pt x="306387" y="2707153"/>
                      <a:pt x="311943" y="4075574"/>
                    </a:cubicBezTo>
                    <a:cubicBezTo>
                      <a:pt x="311943" y="4075576"/>
                      <a:pt x="163075" y="4147015"/>
                      <a:pt x="0" y="4147015"/>
                    </a:cubicBezTo>
                    <a:lnTo>
                      <a:pt x="0" y="6814"/>
                    </a:lnTo>
                    <a:close/>
                  </a:path>
                  <a:path w="311943" h="4147837" fill="none">
                    <a:moveTo>
                      <a:pt x="0" y="6814"/>
                    </a:moveTo>
                    <a:lnTo>
                      <a:pt x="143667" y="5239"/>
                    </a:lnTo>
                    <a:cubicBezTo>
                      <a:pt x="202670" y="4180"/>
                      <a:pt x="287867" y="57923"/>
                      <a:pt x="294481" y="149701"/>
                    </a:cubicBezTo>
                    <a:cubicBezTo>
                      <a:pt x="298714" y="1474734"/>
                      <a:pt x="300566" y="2176666"/>
                      <a:pt x="304799" y="3501699"/>
                    </a:cubicBezTo>
                    <a:cubicBezTo>
                      <a:pt x="307048" y="4062084"/>
                      <a:pt x="303109" y="3792516"/>
                      <a:pt x="305624" y="3904952"/>
                    </a:cubicBezTo>
                    <a:cubicBezTo>
                      <a:pt x="303399" y="4098386"/>
                      <a:pt x="211684" y="4149147"/>
                      <a:pt x="119861" y="4147812"/>
                    </a:cubicBezTo>
                    <a:lnTo>
                      <a:pt x="0" y="4147015"/>
                    </a:lnTo>
                  </a:path>
                </a:pathLst>
              </a:custGeom>
              <a:ln w="57150">
                <a:solidFill>
                  <a:srgbClr val="36AAD9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ko-KR" altLang="en-US" sz="1600" spc="-150">
                  <a:latin typeface="나눔바른고딕" panose="020B0603020101020101" pitchFamily="50" charset="-127"/>
                  <a:ea typeface="나눔바른고딕" panose="020B0603020101020101" pitchFamily="50" charset="-127"/>
                </a:endParaRPr>
              </a:p>
            </p:txBody>
          </p:sp>
        </p:grpSp>
        <p:sp>
          <p:nvSpPr>
            <p:cNvPr id="52" name="TextBox 51">
              <a:extLst>
                <a:ext uri="{FF2B5EF4-FFF2-40B4-BE49-F238E27FC236}">
                  <a16:creationId xmlns="" xmlns:a16="http://schemas.microsoft.com/office/drawing/2014/main" id="{6599E19B-5E21-4EFC-A0DA-42B46DB89623}"/>
                </a:ext>
              </a:extLst>
            </p:cNvPr>
            <p:cNvSpPr txBox="1"/>
            <p:nvPr/>
          </p:nvSpPr>
          <p:spPr>
            <a:xfrm>
              <a:off x="2358864" y="5296223"/>
              <a:ext cx="1981120" cy="246221"/>
            </a:xfrm>
            <a:prstGeom prst="rect">
              <a:avLst/>
            </a:prstGeom>
            <a:noFill/>
          </p:spPr>
          <p:txBody>
            <a:bodyPr wrap="none" lIns="0" tIns="0" rIns="0" bIns="0" rtlCol="0">
              <a:spAutoFit/>
            </a:bodyPr>
            <a:lstStyle/>
            <a:p>
              <a:pPr algn="ctr"/>
              <a:r>
                <a:rPr lang="ko-KR" altLang="en-US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스케일링 적용</a:t>
              </a:r>
              <a:r>
                <a:rPr lang="en-US" altLang="ko-KR" sz="1600" b="1" dirty="0">
                  <a:ln w="25400" cap="flat">
                    <a:noFill/>
                    <a:miter lim="800000"/>
                  </a:ln>
                  <a:solidFill>
                    <a:srgbClr val="173F95"/>
                  </a:solidFill>
                  <a:latin typeface="나눔바른고딕" panose="020B0603020101020101" pitchFamily="50" charset="-127"/>
                  <a:ea typeface="나눔바른고딕" panose="020B0603020101020101" pitchFamily="50" charset="-127"/>
                </a:rPr>
                <a:t>(scaling)</a:t>
              </a:r>
            </a:p>
          </p:txBody>
        </p:sp>
      </p:grpSp>
      <p:sp>
        <p:nvSpPr>
          <p:cNvPr id="55" name="직사각형 54">
            <a:extLst>
              <a:ext uri="{FF2B5EF4-FFF2-40B4-BE49-F238E27FC236}">
                <a16:creationId xmlns="" xmlns:a16="http://schemas.microsoft.com/office/drawing/2014/main" id="{FAB02C1E-E8B0-40EA-B42C-75991E0C6459}"/>
              </a:ext>
            </a:extLst>
          </p:cNvPr>
          <p:cNvSpPr/>
          <p:nvPr>
            <p:custDataLst>
              <p:tags r:id="rId6"/>
            </p:custDataLst>
          </p:nvPr>
        </p:nvSpPr>
        <p:spPr>
          <a:xfrm>
            <a:off x="1739515" y="5778785"/>
            <a:ext cx="3204357" cy="8771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20000"/>
              </a:lnSpc>
              <a:spcAft>
                <a:spcPts val="1200"/>
              </a:spcAft>
              <a:buSzPct val="80000"/>
              <a:buBlip>
                <a:blip r:embed="rId11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분석대상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변수들의 분포특성을 적절한 변환작업을 통해 단위와 범위를 비슷하게 만드는 방법으로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변수 간에 맞추는 정규화와 표준정규분포와 유사하게 만드는 표준화 가 있음</a:t>
            </a:r>
          </a:p>
        </p:txBody>
      </p:sp>
      <p:sp>
        <p:nvSpPr>
          <p:cNvPr id="56" name="모서리가 둥근 직사각형 29">
            <a:extLst>
              <a:ext uri="{FF2B5EF4-FFF2-40B4-BE49-F238E27FC236}">
                <a16:creationId xmlns="" xmlns:a16="http://schemas.microsoft.com/office/drawing/2014/main" id="{0B549E30-87AB-4899-95BE-671751FD8368}"/>
              </a:ext>
            </a:extLst>
          </p:cNvPr>
          <p:cNvSpPr/>
          <p:nvPr/>
        </p:nvSpPr>
        <p:spPr bwMode="auto">
          <a:xfrm>
            <a:off x="5436638" y="5746885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데이터변환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(transformation)</a:t>
            </a:r>
            <a:endParaRPr kumimoji="1" lang="ko-KR" altLang="en-US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57" name="모서리가 둥근 직사각형 29">
            <a:extLst>
              <a:ext uri="{FF2B5EF4-FFF2-40B4-BE49-F238E27FC236}">
                <a16:creationId xmlns="" xmlns:a16="http://schemas.microsoft.com/office/drawing/2014/main" id="{53FD1E96-3AFE-4BE6-9367-37F766551970}"/>
              </a:ext>
            </a:extLst>
          </p:cNvPr>
          <p:cNvSpPr/>
          <p:nvPr/>
        </p:nvSpPr>
        <p:spPr bwMode="auto">
          <a:xfrm>
            <a:off x="5436638" y="4653136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표준화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(standardization)</a:t>
            </a:r>
            <a:endParaRPr kumimoji="1" lang="ko-KR" altLang="en-US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1" name="직사각형 60">
            <a:extLst>
              <a:ext uri="{FF2B5EF4-FFF2-40B4-BE49-F238E27FC236}">
                <a16:creationId xmlns="" xmlns:a16="http://schemas.microsoft.com/office/drawing/2014/main" id="{18E7FC4E-E3CD-411D-B562-954746C01F8D}"/>
              </a:ext>
            </a:extLst>
          </p:cNvPr>
          <p:cNvSpPr/>
          <p:nvPr>
            <p:custDataLst>
              <p:tags r:id="rId7"/>
            </p:custDataLst>
          </p:nvPr>
        </p:nvSpPr>
        <p:spPr>
          <a:xfrm>
            <a:off x="5490855" y="2671085"/>
            <a:ext cx="5069195" cy="19607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lvl="0" indent="-250825" fontAlgn="base" latinLnBrk="0">
              <a:lnSpc>
                <a:spcPct val="105000"/>
              </a:lnSpc>
              <a:spcBef>
                <a:spcPts val="200"/>
              </a:spcBef>
              <a:spcAft>
                <a:spcPts val="2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분석에 같이 사용할 변수들의 단위와 범위가 다를 때  비례축소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/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크기변환을 통해 비슷한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크기와 분포를 갖도록 표준화 하는 방법</a:t>
            </a:r>
          </a:p>
          <a:p>
            <a:pPr marL="500063" lvl="1" indent="-285750" fontAlgn="base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math: 700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점만점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science: 200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점만점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en-US" altLang="ko-KR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english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: 30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점만점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/>
            </a:r>
            <a:b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</a:b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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평균성적을 계산하기 위해 과학점수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200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점을 기준으로 또는 일반적인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100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점 만점을 기준으로 수학과 영어과목의 점수를 변경해서 단위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·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범위를 일치시킴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500063" lvl="1" indent="-285750" fontAlgn="base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보통은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-1~+1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로 만드는 센터링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(centering), 0~1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사이로 만드는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레인징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(ranging)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이 많이 사용됨</a:t>
            </a:r>
          </a:p>
          <a:p>
            <a:pPr marL="500063" lvl="1" indent="-285750" fontAlgn="base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ct val="130000"/>
              <a:buBlip>
                <a:blip r:embed="rId12"/>
              </a:buBlip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정규화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= 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요소값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최소값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/ (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최대값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최소값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prstClr val="black">
                    <a:lumMod val="75000"/>
                    <a:lumOff val="25000"/>
                  </a:prstClr>
                </a:solidFill>
                <a:effectLst>
                  <a:glow>
                    <a:prstClr val="white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endParaRPr lang="ko-KR" altLang="en-US" sz="1200" dirty="0">
              <a:ln w="25400" cap="flat">
                <a:noFill/>
                <a:miter lim="800000"/>
              </a:ln>
              <a:solidFill>
                <a:prstClr val="black">
                  <a:lumMod val="75000"/>
                  <a:lumOff val="25000"/>
                </a:prstClr>
              </a:solidFill>
              <a:effectLst>
                <a:glow>
                  <a:prstClr val="white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2" name="직사각형 61">
            <a:extLst>
              <a:ext uri="{FF2B5EF4-FFF2-40B4-BE49-F238E27FC236}">
                <a16:creationId xmlns="" xmlns:a16="http://schemas.microsoft.com/office/drawing/2014/main" id="{58968757-A6B8-45C0-AC19-BAE8D5ED8CAE}"/>
              </a:ext>
            </a:extLst>
          </p:cNvPr>
          <p:cNvSpPr/>
          <p:nvPr>
            <p:custDataLst>
              <p:tags r:id="rId8"/>
            </p:custDataLst>
          </p:nvPr>
        </p:nvSpPr>
        <p:spPr>
          <a:xfrm>
            <a:off x="5490855" y="4977172"/>
            <a:ext cx="5069195" cy="6563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>
                  <a:extLst/>
                </a:blip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특정변수의 분포를 평균이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0,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표준편차가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1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인 표준정규분포로  변환하는 것으로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z-score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변환 이라고도 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  <a:p>
            <a:pPr marL="265113" indent="-250825" latinLnBrk="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>
                  <a:extLst/>
                </a:blip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표준화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= (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요소값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-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평균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) /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표준편차</a:t>
            </a:r>
            <a:endParaRPr lang="en-US" altLang="ko-KR" sz="1200" dirty="0">
              <a:ln w="25400" cap="flat">
                <a:noFill/>
                <a:miter lim="800000"/>
              </a:ln>
              <a:solidFill>
                <a:schemeClr val="tx1">
                  <a:lumMod val="75000"/>
                  <a:lumOff val="25000"/>
                </a:schemeClr>
              </a:solidFill>
              <a:effectLst>
                <a:glow>
                  <a:schemeClr val="bg1"/>
                </a:glow>
              </a:effectLst>
              <a:latin typeface="나눔바른고딕" panose="020B0603020101020101" pitchFamily="50" charset="-127"/>
              <a:ea typeface="나눔바른고딕" panose="020B0603020101020101" pitchFamily="50" charset="-127"/>
              <a:sym typeface="Wingdings" panose="05000000000000000000" pitchFamily="2" charset="2"/>
            </a:endParaRPr>
          </a:p>
        </p:txBody>
      </p:sp>
      <p:sp>
        <p:nvSpPr>
          <p:cNvPr id="63" name="모서리가 둥근 직사각형 29">
            <a:extLst>
              <a:ext uri="{FF2B5EF4-FFF2-40B4-BE49-F238E27FC236}">
                <a16:creationId xmlns="" xmlns:a16="http://schemas.microsoft.com/office/drawing/2014/main" id="{15F5120E-F810-40F1-810C-D6CABD23AF62}"/>
              </a:ext>
            </a:extLst>
          </p:cNvPr>
          <p:cNvSpPr/>
          <p:nvPr/>
        </p:nvSpPr>
        <p:spPr bwMode="auto">
          <a:xfrm>
            <a:off x="5436638" y="2346714"/>
            <a:ext cx="4655806" cy="252028"/>
          </a:xfrm>
          <a:prstGeom prst="roundRect">
            <a:avLst/>
          </a:prstGeom>
          <a:solidFill>
            <a:sysClr val="window" lastClr="FFFFFF"/>
          </a:solidFill>
          <a:ln w="28575" cap="flat" cmpd="sng" algn="ctr">
            <a:solidFill>
              <a:srgbClr val="4F81BD"/>
            </a:solidFill>
            <a:prstDash val="solid"/>
            <a:headEnd type="none" w="med" len="med"/>
            <a:tailEnd type="none" w="med" len="med"/>
          </a:ln>
          <a:effectLst/>
          <a:extLst/>
        </p:spPr>
        <p:txBody>
          <a:bodyPr vert="horz" wrap="square" lIns="0" tIns="0" rIns="0" bIns="0" numCol="1" rtlCol="0" anchor="ctr" anchorCtr="0" compatLnSpc="1">
            <a:prstTxWarp prst="textNoShape">
              <a:avLst/>
            </a:prstTxWarp>
          </a:bodyPr>
          <a:lstStyle/>
          <a:p>
            <a:pPr lvl="0"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ko-KR" altLang="en-US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정규화</a:t>
            </a:r>
            <a:r>
              <a:rPr kumimoji="1" lang="en-US" altLang="ko-KR" sz="1400" b="1" kern="0" dirty="0">
                <a:solidFill>
                  <a:srgbClr val="2B3749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rPr>
              <a:t>(normalization)</a:t>
            </a:r>
            <a:endParaRPr kumimoji="1" lang="ko-KR" altLang="en-US" sz="1400" b="1" kern="0" dirty="0">
              <a:solidFill>
                <a:srgbClr val="2B3749"/>
              </a:solidFill>
              <a:latin typeface="나눔바른고딕" panose="020B0603020101020101" pitchFamily="50" charset="-127"/>
              <a:ea typeface="나눔바른고딕" panose="020B0603020101020101" pitchFamily="50" charset="-127"/>
            </a:endParaRPr>
          </a:p>
        </p:txBody>
      </p:sp>
      <p:sp>
        <p:nvSpPr>
          <p:cNvPr id="64" name="직사각형 63">
            <a:extLst>
              <a:ext uri="{FF2B5EF4-FFF2-40B4-BE49-F238E27FC236}">
                <a16:creationId xmlns="" xmlns:a16="http://schemas.microsoft.com/office/drawing/2014/main" id="{A7FC92C6-3A41-4AFF-ADA8-8A571930A0BE}"/>
              </a:ext>
            </a:extLst>
          </p:cNvPr>
          <p:cNvSpPr/>
          <p:nvPr>
            <p:custDataLst>
              <p:tags r:id="rId9"/>
            </p:custDataLst>
          </p:nvPr>
        </p:nvSpPr>
        <p:spPr>
          <a:xfrm>
            <a:off x="5490855" y="6106925"/>
            <a:ext cx="5069195" cy="5793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0" tIns="0" rIns="0" bIns="0" numCol="1" anchor="t" anchorCtr="0" compatLnSpc="1">
            <a:prstTxWarp prst="textNoShape">
              <a:avLst/>
            </a:prstTxWarp>
            <a:spAutoFit/>
          </a:bodyPr>
          <a:lstStyle/>
          <a:p>
            <a:pPr marL="265113" indent="-250825" latinLnBrk="0">
              <a:lnSpc>
                <a:spcPct val="105000"/>
              </a:lnSpc>
              <a:spcBef>
                <a:spcPts val="300"/>
              </a:spcBef>
              <a:spcAft>
                <a:spcPts val="300"/>
              </a:spcAft>
              <a:buSzPct val="80000"/>
              <a:buBlip>
                <a:blip r:embed="rId11"/>
              </a:buBlip>
              <a:defRPr/>
            </a:pP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데이터의 분포가 편차가 심하고 이상치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 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극단치가 존재할 때 로그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(log)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변환이나 제곱근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(sqrt)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변환 등으로 데이터간 편차를 줄요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왜도</a:t>
            </a:r>
            <a:r>
              <a:rPr lang="en-US" altLang="ko-KR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,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</a:t>
            </a:r>
            <a:r>
              <a:rPr lang="ko-KR" altLang="en-US" sz="1200" dirty="0" err="1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첨도를</a:t>
            </a:r>
            <a:r>
              <a:rPr lang="ko-KR" altLang="en-US" sz="1200" dirty="0">
                <a:ln w="25400" cap="flat">
                  <a:noFill/>
                  <a:miter lim="800000"/>
                </a:ln>
                <a:solidFill>
                  <a:schemeClr val="tx1">
                    <a:lumMod val="75000"/>
                    <a:lumOff val="25000"/>
                  </a:schemeClr>
                </a:solidFill>
                <a:effectLst>
                  <a:glow>
                    <a:schemeClr val="bg1"/>
                  </a:glow>
                </a:effectLst>
                <a:latin typeface="나눔바른고딕" panose="020B0603020101020101" pitchFamily="50" charset="-127"/>
                <a:ea typeface="나눔바른고딕" panose="020B0603020101020101" pitchFamily="50" charset="-127"/>
                <a:sym typeface="Wingdings" panose="05000000000000000000" pitchFamily="2" charset="2"/>
              </a:rPr>
              <a:t> 완화해 데이터의 정규성을 높임</a:t>
            </a:r>
          </a:p>
        </p:txBody>
      </p:sp>
    </p:spTree>
    <p:extLst>
      <p:ext uri="{BB962C8B-B14F-4D97-AF65-F5344CB8AC3E}">
        <p14:creationId xmlns:p14="http://schemas.microsoft.com/office/powerpoint/2010/main" val="424850180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연속형 변수 분포특성 파악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스케일링 대상인 연속형 </a:t>
            </a:r>
            <a:r>
              <a:rPr lang="ko-KR" altLang="en-US" dirty="0" err="1"/>
              <a:t>변수셋을</a:t>
            </a:r>
            <a:r>
              <a:rPr lang="ko-KR" altLang="en-US" dirty="0"/>
              <a:t> </a:t>
            </a:r>
            <a:r>
              <a:rPr lang="ko-KR" altLang="en-US" dirty="0" smtClean="0"/>
              <a:t>별도로 </a:t>
            </a:r>
            <a:r>
              <a:rPr lang="ko-KR" altLang="en-US" dirty="0"/>
              <a:t>로딩하여 전반적인 분포특성을 통해 스케일링의 필요성을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377089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utils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::read.csv()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함수로 로딩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my &lt;- read.csv(file = 'tour.csv',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header = TRUE,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sep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',',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stringsAsFactors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FALSE,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strip.white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na.strings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c('.', '?', 'NA'))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names(my)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범주형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c('month', 'gender',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edu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'job',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'age',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nat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'other', 'object',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'member', '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accom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', 'activity')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변수컬럼명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setdiff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all_names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	         c(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ctg_names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'id'))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변수컬럼으로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구성된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서브셋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도출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&lt;- my[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cnt_names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]</a:t>
            </a:r>
          </a:p>
        </p:txBody>
      </p:sp>
      <p:sp>
        <p:nvSpPr>
          <p:cNvPr id="5" name="사각형: 둥근 모서리 76">
            <a:extLst>
              <a:ext uri="{FF2B5EF4-FFF2-40B4-BE49-F238E27FC236}">
                <a16:creationId xmlns="" xmlns:a16="http://schemas.microsoft.com/office/drawing/2014/main" id="{C5E7E629-F99B-4C52-8B87-DB8E87906E14}"/>
              </a:ext>
            </a:extLst>
          </p:cNvPr>
          <p:cNvSpPr/>
          <p:nvPr/>
        </p:nvSpPr>
        <p:spPr>
          <a:xfrm>
            <a:off x="4403812" y="2176936"/>
            <a:ext cx="6516601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데이터셋 특성파악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head(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3)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간단 조회</a:t>
            </a: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str(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내부구조 조회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skimr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); skim(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기본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기술통계량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파악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A031CCCF-38A5-41A6-9490-C3951BBA70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11824" y="3429000"/>
            <a:ext cx="6800850" cy="31527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569BB408-0721-4B59-A6C6-B75F61BF7CB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8903" y="3148790"/>
            <a:ext cx="5912934" cy="71437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06016754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/>
              <a:t>박스플롯을</a:t>
            </a:r>
            <a:r>
              <a:rPr lang="ko-KR" altLang="en-US" dirty="0"/>
              <a:t> 이용한 </a:t>
            </a:r>
            <a:r>
              <a:rPr lang="ko-KR" altLang="en-US" dirty="0" err="1"/>
              <a:t>연속형변수</a:t>
            </a:r>
            <a:r>
              <a:rPr lang="en-US" altLang="ko-KR" dirty="0"/>
              <a:t> </a:t>
            </a:r>
            <a:r>
              <a:rPr lang="ko-KR" altLang="en-US" dirty="0" err="1"/>
              <a:t>이상점</a:t>
            </a:r>
            <a:r>
              <a:rPr lang="ko-KR" altLang="en-US" dirty="0"/>
              <a:t>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/>
              <a:t>연속형 변수로 측정된 데이터셋 전체를 </a:t>
            </a:r>
            <a:r>
              <a:rPr lang="ko-KR" altLang="en-US" dirty="0" err="1"/>
              <a:t>박스플롯으로</a:t>
            </a:r>
            <a:r>
              <a:rPr lang="ko-KR" altLang="en-US" dirty="0"/>
              <a:t> 구현하여 이상치 유무와 규모</a:t>
            </a:r>
            <a:r>
              <a:rPr lang="en-US" altLang="ko-KR" dirty="0"/>
              <a:t>, </a:t>
            </a:r>
            <a:r>
              <a:rPr lang="ko-KR" altLang="en-US" dirty="0"/>
              <a:t>패턴을 파악할 수 있으며</a:t>
            </a:r>
            <a:r>
              <a:rPr lang="en-US" altLang="ko-KR" dirty="0"/>
              <a:t>,</a:t>
            </a:r>
            <a:br>
              <a:rPr lang="en-US" altLang="ko-KR" dirty="0"/>
            </a:br>
            <a:r>
              <a:rPr lang="ko-KR" altLang="en-US" dirty="0"/>
              <a:t>일부 극단치를 갖는 개별변수로 인해 박스플롯이 잘 보이지 않을 </a:t>
            </a:r>
            <a:r>
              <a:rPr lang="ko-KR" altLang="en-US" dirty="0" smtClean="0"/>
              <a:t>때에는 변수 주제별로 </a:t>
            </a:r>
            <a:r>
              <a:rPr lang="ko-KR" altLang="en-US" dirty="0"/>
              <a:t>구별하여 탐색이 가능함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4779007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전체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박스플롯을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통한 이상치 탐지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ko-KR" altLang="en-US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중 비용관련 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[c('expense', 'card', 'cash')])</a:t>
            </a:r>
          </a:p>
        </p:txBody>
      </p:sp>
      <p:sp>
        <p:nvSpPr>
          <p:cNvPr id="6" name="사각형: 둥근 모서리 76">
            <a:extLst>
              <a:ext uri="{FF2B5EF4-FFF2-40B4-BE49-F238E27FC236}">
                <a16:creationId xmlns="" xmlns:a16="http://schemas.microsoft.com/office/drawing/2014/main" id="{47CA75C5-7D37-4A78-8D49-829E72623023}"/>
              </a:ext>
            </a:extLst>
          </p:cNvPr>
          <p:cNvSpPr/>
          <p:nvPr/>
        </p:nvSpPr>
        <p:spPr>
          <a:xfrm>
            <a:off x="5555940" y="2176936"/>
            <a:ext cx="5364473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변수 중 만족도관련 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overal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af_img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 "revisit", 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")])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연속형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변수중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나머지 관광행태 관련변수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[c("decision", "count", "number", "period")])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D601E3B3-77D5-441B-8EFD-C46425C225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5400" y="2655122"/>
            <a:ext cx="4225406" cy="166845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9350BAE6-CC16-4DAF-B8E2-F76ABA50DD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6318" y="4869160"/>
            <a:ext cx="4207114" cy="16739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74F4BB8C-1EEB-4052-814D-DA4AE67D025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94476" y="2655122"/>
            <a:ext cx="4188822" cy="16739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0" name="그림 9">
            <a:extLst>
              <a:ext uri="{FF2B5EF4-FFF2-40B4-BE49-F238E27FC236}">
                <a16:creationId xmlns="" xmlns:a16="http://schemas.microsoft.com/office/drawing/2014/main" id="{1F9CF78B-8B1F-4E89-8392-EE14D4B80CB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94476" y="4869160"/>
            <a:ext cx="4197968" cy="167397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223029546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스케일링 대상 </a:t>
            </a:r>
            <a:r>
              <a:rPr lang="ko-KR" altLang="en-US" dirty="0" err="1"/>
              <a:t>연속형변수</a:t>
            </a:r>
            <a:r>
              <a:rPr lang="ko-KR" altLang="en-US" dirty="0"/>
              <a:t> 탐색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중 동반자수</a:t>
            </a:r>
            <a:r>
              <a:rPr lang="en-US" altLang="ko-KR" dirty="0"/>
              <a:t>(number)</a:t>
            </a:r>
            <a:r>
              <a:rPr lang="ko-KR" altLang="en-US" dirty="0"/>
              <a:t>에 대한 탐색을 통해서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스케일링 필요성이나 사전에 이상치 조치 등에 대한 특성을 수치적으로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1003514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기본특성 파악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library(psych); 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winsorizing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하기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리코딩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함수이용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doBy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from &lt;- list(1, 2, 3, 4, 5, 6, 7, 8, 9, c(10:301))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to &lt;- list(1, 2, 3, 4, 5, 6, 7, 8, 9, 10)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cnt$number10 &lt;-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recodeVar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          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src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from,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tgt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= to)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변수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winsorizing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결과탐색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psych::describe(cnt$number10)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Hmisc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::describe(cnt$number10)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table(cnt$number10)</a:t>
            </a:r>
          </a:p>
        </p:txBody>
      </p:sp>
      <p:pic>
        <p:nvPicPr>
          <p:cNvPr id="8" name="그림 7">
            <a:extLst>
              <a:ext uri="{FF2B5EF4-FFF2-40B4-BE49-F238E27FC236}">
                <a16:creationId xmlns="" xmlns:a16="http://schemas.microsoft.com/office/drawing/2014/main" id="{34A44299-E2EC-413F-A884-D78AF6E3E8A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4860" y="2784532"/>
            <a:ext cx="4200525" cy="11430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9" name="그림 8">
            <a:extLst>
              <a:ext uri="{FF2B5EF4-FFF2-40B4-BE49-F238E27FC236}">
                <a16:creationId xmlns="" xmlns:a16="http://schemas.microsoft.com/office/drawing/2014/main" id="{E8DDEE3C-AF32-49BC-8503-31E0D52FA28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54860" y="2293826"/>
            <a:ext cx="5181600" cy="428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18CC5825-F957-4325-BF8B-CF37C32C10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4860" y="4131970"/>
            <a:ext cx="5143500" cy="428625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618CE0B4-39A2-45B0-BB68-9D53E6C0508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54860" y="6115944"/>
            <a:ext cx="3314700" cy="5524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13DB7AD5-EB37-4CBF-8D8E-A1251541D3C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54860" y="4623895"/>
            <a:ext cx="4819650" cy="142875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2820770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스케일링 대상 </a:t>
            </a:r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중 동반자수</a:t>
            </a:r>
            <a:r>
              <a:rPr lang="en-US" altLang="ko-KR" dirty="0"/>
              <a:t>(number)</a:t>
            </a:r>
            <a:r>
              <a:rPr lang="ko-KR" altLang="en-US" dirty="0"/>
              <a:t>에 대한 탐색을 통해서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스케일링 필요성이나 사전에 이상치 조치 등에 대한 특성을 시각적으로 파악함</a:t>
            </a:r>
            <a:endParaRPr lang="en-US" altLang="ko-KR" dirty="0"/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7587320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멀티캔버스를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통한 동반자수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분포특성 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2))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endParaRPr kumimoji="1" lang="ko-KR" altLang="en-US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조정전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boxplot(cnt$number10,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조정후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박스플롯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히스토그램과 확률밀도곡선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조정전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히스토그램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&amp;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확률밀도함수 통합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cnt$number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hist(cnt$number10,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극단치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조정후 히스토그램과 확률밀도함수 통합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lines(density(cnt$number10))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="" xmlns:a16="http://schemas.microsoft.com/office/drawing/2014/main" id="{4CD361D8-3598-452A-A798-443AC0065D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5764" y="2420888"/>
            <a:ext cx="6587995" cy="4181666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06174335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스케일링 적용하기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중 동반자수</a:t>
            </a:r>
            <a:r>
              <a:rPr lang="en-US" altLang="ko-KR" dirty="0"/>
              <a:t>(number)</a:t>
            </a:r>
            <a:r>
              <a:rPr lang="ko-KR" altLang="en-US" dirty="0"/>
              <a:t>에 대한 정규화와</a:t>
            </a:r>
            <a:r>
              <a:rPr lang="en-US" altLang="ko-KR" dirty="0"/>
              <a:t> </a:t>
            </a:r>
            <a:r>
              <a:rPr lang="ko-KR" altLang="en-US" dirty="0"/>
              <a:t>표준화 스케일링 적용을 통해서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데이터의 단위와 범위 등의 분포패턴을 수치적으로 파악함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4" y="2176936"/>
            <a:ext cx="10035146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센터링옵션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(centering)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==&gt; -1 ~ +1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사이로 변환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ctr: centering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number10_ctr &lt;- cnt$number10 %&gt;% scale(center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summary(number10_ctr)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psych::describe(number10_ctr)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레인징옵션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(ranging)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==&gt; 0 ~ 1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사이로 변환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,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rng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ranging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number10_rng &lt;- cnt$number10 %&gt;% scale(center = FALSE)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summary(number10_rng)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psych::describe(number10_rng)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표준화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(standardization): z-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스코어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(z-score)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==&gt;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평균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0,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표준편차가 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1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인 표준정규분포로 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- </a:t>
            </a:r>
            <a:r>
              <a:rPr kumimoji="1" lang="en-US" altLang="ko-KR" sz="1200" b="1" dirty="0" err="1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snd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: standard normal distribution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number10_snd &lt;- cnt$number10 %&gt;%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scale(center = TRUE, scale = TRUE)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summary(number10_snd)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psych::describe(number10_snd)</a:t>
            </a:r>
          </a:p>
        </p:txBody>
      </p:sp>
      <p:grpSp>
        <p:nvGrpSpPr>
          <p:cNvPr id="6" name="그룹 5">
            <a:extLst>
              <a:ext uri="{FF2B5EF4-FFF2-40B4-BE49-F238E27FC236}">
                <a16:creationId xmlns="" xmlns:a16="http://schemas.microsoft.com/office/drawing/2014/main" id="{7B493B66-7B90-4EBD-BBB4-5F5ED8846454}"/>
              </a:ext>
            </a:extLst>
          </p:cNvPr>
          <p:cNvGrpSpPr/>
          <p:nvPr/>
        </p:nvGrpSpPr>
        <p:grpSpPr>
          <a:xfrm>
            <a:off x="5375920" y="2276475"/>
            <a:ext cx="4824536" cy="4371898"/>
            <a:chOff x="5690671" y="1550375"/>
            <a:chExt cx="5305426" cy="4807670"/>
          </a:xfrm>
        </p:grpSpPr>
        <p:pic>
          <p:nvPicPr>
            <p:cNvPr id="5" name="그림 4">
              <a:extLst>
                <a:ext uri="{FF2B5EF4-FFF2-40B4-BE49-F238E27FC236}">
                  <a16:creationId xmlns="" xmlns:a16="http://schemas.microsoft.com/office/drawing/2014/main" id="{4DE16EC7-B37A-40E2-BAC5-F2799B75BDB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68571"/>
            <a:stretch/>
          </p:blipFill>
          <p:spPr>
            <a:xfrm>
              <a:off x="5690672" y="4786420"/>
              <a:ext cx="5305425" cy="1571625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1" name="그림 10">
              <a:extLst>
                <a:ext uri="{FF2B5EF4-FFF2-40B4-BE49-F238E27FC236}">
                  <a16:creationId xmlns="" xmlns:a16="http://schemas.microsoft.com/office/drawing/2014/main" id="{CA2C6D67-01BD-46EA-92F4-A6F233903FE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b="68083"/>
            <a:stretch/>
          </p:blipFill>
          <p:spPr>
            <a:xfrm>
              <a:off x="5690671" y="1550375"/>
              <a:ext cx="5305425" cy="1596057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  <p:pic>
          <p:nvPicPr>
            <p:cNvPr id="12" name="그림 11">
              <a:extLst>
                <a:ext uri="{FF2B5EF4-FFF2-40B4-BE49-F238E27FC236}">
                  <a16:creationId xmlns="" xmlns:a16="http://schemas.microsoft.com/office/drawing/2014/main" id="{34085A0A-5F0B-4FE9-9015-E17A42B954C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t="34869" b="34156"/>
            <a:stretch/>
          </p:blipFill>
          <p:spPr>
            <a:xfrm>
              <a:off x="5690672" y="3191950"/>
              <a:ext cx="5305425" cy="1548953"/>
            </a:xfrm>
            <a:prstGeom prst="rect">
              <a:avLst/>
            </a:prstGeom>
            <a:ln>
              <a:solidFill>
                <a:schemeClr val="tx1">
                  <a:lumMod val="50000"/>
                  <a:lumOff val="50000"/>
                </a:schemeClr>
              </a:solidFill>
            </a:ln>
          </p:spPr>
        </p:pic>
      </p:grpSp>
    </p:spTree>
    <p:extLst>
      <p:ext uri="{BB962C8B-B14F-4D97-AF65-F5344CB8AC3E}">
        <p14:creationId xmlns:p14="http://schemas.microsoft.com/office/powerpoint/2010/main" val="20787322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스케일링 시각화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중 동반자수</a:t>
            </a:r>
            <a:r>
              <a:rPr lang="en-US" altLang="ko-KR" dirty="0"/>
              <a:t>(number)</a:t>
            </a:r>
            <a:r>
              <a:rPr lang="ko-KR" altLang="en-US" dirty="0"/>
              <a:t>에 대한 정규화와 표준화 스케일링 적용을 통해서</a:t>
            </a:r>
            <a:br>
              <a:rPr lang="ko-KR" altLang="en-US" dirty="0"/>
            </a:br>
            <a:r>
              <a:rPr lang="ko-KR" altLang="en-US" dirty="0"/>
              <a:t>데이터의 단위와 범위 등의 분포패턴 변화결과를 시각적으로 파악함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5355072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스케일링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(scaling)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결과 시각화</a:t>
            </a:r>
            <a:endParaRPr kumimoji="1" lang="en-US" altLang="ko-KR" sz="1200" b="1" dirty="0">
              <a:solidFill>
                <a:srgbClr val="92D050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=c(2, 3))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boxplot(number10_ctr,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센터링옵션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(centering)")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boxplot(number10_rng,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레인징옵션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(ranging)")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boxplot(number10_snd,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ylab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표준화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(standardization): z-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스코어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(z-score)")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hist(number10_ctr, probability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센터링옵션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(centering)")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lines(density(number10_ctr))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hist(number10_ctr, probability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</a:t>
            </a:r>
            <a:r>
              <a:rPr kumimoji="1" lang="ko-KR" altLang="en-US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레인징옵션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(ranging)")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lines(density(number10_ctr))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hist(number10_ctr, probability = TRUE,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   main="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정규화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(normalization): z-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스코어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(z-score)")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lines(density(number10_ctr))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1))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="" xmlns:a16="http://schemas.microsoft.com/office/drawing/2014/main" id="{CA52E838-F898-4A94-9166-A657ACB0B76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31904" y="2383868"/>
            <a:ext cx="6624736" cy="4114800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116333528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데이터변환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1"/>
          </p:nvPr>
        </p:nvSpPr>
        <p:spPr>
          <a:xfrm>
            <a:off x="-3046" y="1561577"/>
            <a:ext cx="12192000" cy="334963"/>
          </a:xfrm>
        </p:spPr>
        <p:txBody>
          <a:bodyPr/>
          <a:lstStyle/>
          <a:p>
            <a:r>
              <a:rPr lang="ko-KR" altLang="en-US" dirty="0" err="1" smtClean="0"/>
              <a:t>연속형</a:t>
            </a:r>
            <a:r>
              <a:rPr lang="ko-KR" altLang="en-US" dirty="0" smtClean="0"/>
              <a:t> 변수 </a:t>
            </a:r>
            <a:r>
              <a:rPr lang="ko-KR" altLang="en-US" dirty="0"/>
              <a:t>중 동반자수</a:t>
            </a:r>
            <a:r>
              <a:rPr lang="en-US" altLang="ko-KR" dirty="0"/>
              <a:t>(number)</a:t>
            </a:r>
            <a:r>
              <a:rPr lang="ko-KR" altLang="en-US" dirty="0"/>
              <a:t>에 대한 로그변환과 </a:t>
            </a:r>
            <a:r>
              <a:rPr lang="ko-KR" altLang="en-US" dirty="0" smtClean="0"/>
              <a:t>제곱근 변환을 </a:t>
            </a:r>
            <a:r>
              <a:rPr lang="ko-KR" altLang="en-US" dirty="0"/>
              <a:t>통해서 </a:t>
            </a:r>
            <a:r>
              <a:rPr lang="en-US" altLang="ko-KR" dirty="0"/>
              <a:t/>
            </a:r>
            <a:br>
              <a:rPr lang="en-US" altLang="ko-KR" dirty="0"/>
            </a:br>
            <a:r>
              <a:rPr lang="ko-KR" altLang="en-US" dirty="0"/>
              <a:t>데이터의 편차를 줄이고 정규성을 높임</a:t>
            </a:r>
          </a:p>
        </p:txBody>
      </p:sp>
      <p:sp>
        <p:nvSpPr>
          <p:cNvPr id="4" name="사각형: 둥근 모서리 76">
            <a:extLst>
              <a:ext uri="{FF2B5EF4-FFF2-40B4-BE49-F238E27FC236}">
                <a16:creationId xmlns="" xmlns:a16="http://schemas.microsoft.com/office/drawing/2014/main" id="{C79D062B-1463-45B2-A25C-0E3B98914C04}"/>
              </a:ext>
            </a:extLst>
          </p:cNvPr>
          <p:cNvSpPr/>
          <p:nvPr/>
        </p:nvSpPr>
        <p:spPr>
          <a:xfrm>
            <a:off x="524905" y="2176936"/>
            <a:ext cx="10035145" cy="4528664"/>
          </a:xfrm>
          <a:prstGeom prst="roundRect">
            <a:avLst>
              <a:gd name="adj" fmla="val 0"/>
            </a:avLst>
          </a:prstGeom>
          <a:solidFill>
            <a:schemeClr val="tx1"/>
          </a:solidFill>
          <a:ln>
            <a:solidFill>
              <a:schemeClr val="tx1"/>
            </a:solidFill>
          </a:ln>
        </p:spPr>
        <p:txBody>
          <a:bodyPr wrap="square" lIns="72000" tIns="36000" rIns="72000" bIns="36000">
            <a:noAutofit/>
          </a:bodyPr>
          <a:lstStyle/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로그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(log)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number10_lg &lt;- log(cnt$number10)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summary(number10_lg)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psych::describe(number10_lg)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제곱근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(square root)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변환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number10_sq &lt;- sqrt(cnt$number10)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summary(number10_sq)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psych::describe(number10_sq)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동반자수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데이터변환</a:t>
            </a:r>
            <a:r>
              <a:rPr kumimoji="1" lang="en-US" altLang="ko-KR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(transformation) </a:t>
            </a:r>
            <a:r>
              <a:rPr kumimoji="1" lang="ko-KR" altLang="en-US" sz="1200" b="1" dirty="0">
                <a:solidFill>
                  <a:srgbClr val="92D050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시각화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# 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install.packages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("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rcompanion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")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library 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rcompanion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2))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plotNormalHistogram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(number10_lg,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로그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(log)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plotNormalHistogram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(number10_sq, </a:t>
            </a: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  main = '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제곱근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(square root)</a:t>
            </a:r>
            <a:r>
              <a:rPr kumimoji="1" lang="ko-KR" altLang="en-US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변환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')</a:t>
            </a:r>
          </a:p>
          <a:p>
            <a:pPr>
              <a:lnSpc>
                <a:spcPct val="110000"/>
              </a:lnSpc>
            </a:pPr>
            <a:endParaRPr kumimoji="1" lang="en-US" altLang="ko-KR" sz="1200" b="1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  <a:p>
            <a:pPr>
              <a:lnSpc>
                <a:spcPct val="110000"/>
              </a:lnSpc>
            </a:pP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par(</a:t>
            </a:r>
            <a:r>
              <a:rPr kumimoji="1" lang="en-US" altLang="ko-KR" sz="1200" b="1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mfrow</a:t>
            </a:r>
            <a:r>
              <a:rPr kumimoji="1" lang="en-US" altLang="ko-KR" sz="1200" b="1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=c(1, 3))</a:t>
            </a:r>
          </a:p>
        </p:txBody>
      </p:sp>
      <p:pic>
        <p:nvPicPr>
          <p:cNvPr id="11" name="그림 10">
            <a:extLst>
              <a:ext uri="{FF2B5EF4-FFF2-40B4-BE49-F238E27FC236}">
                <a16:creationId xmlns="" xmlns:a16="http://schemas.microsoft.com/office/drawing/2014/main" id="{79D92F9D-7ACF-43CF-88EC-3A2814D7D0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72" y="4545124"/>
            <a:ext cx="5157552" cy="207569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5" name="그림 4">
            <a:extLst>
              <a:ext uri="{FF2B5EF4-FFF2-40B4-BE49-F238E27FC236}">
                <a16:creationId xmlns="" xmlns:a16="http://schemas.microsoft.com/office/drawing/2014/main" id="{2D145654-9B1A-4DBE-895C-079ED269172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60080"/>
          <a:stretch/>
        </p:blipFill>
        <p:spPr>
          <a:xfrm>
            <a:off x="4754872" y="3218467"/>
            <a:ext cx="5124450" cy="85553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  <p:pic>
        <p:nvPicPr>
          <p:cNvPr id="12" name="그림 11">
            <a:extLst>
              <a:ext uri="{FF2B5EF4-FFF2-40B4-BE49-F238E27FC236}">
                <a16:creationId xmlns="" xmlns:a16="http://schemas.microsoft.com/office/drawing/2014/main" id="{19AC35DE-4BFB-4B50-9007-15C0DED1C00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9812"/>
          <a:stretch/>
        </p:blipFill>
        <p:spPr>
          <a:xfrm>
            <a:off x="4754872" y="2285185"/>
            <a:ext cx="5124450" cy="861274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32127096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eelOff"/>
      </p:transition>
    </mc:Choice>
    <mc:Fallback xmlns=""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nJo.qek0GDHpTpIrHXoQ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nJo.qek0GDHpTpIrHXoQ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cmtUb9NGlkW0NmHvERJfVA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aLnJo.qek0GDHpTpIrHXoQ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uOrZDPqEzk6h_KhQG5Am5A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.tFRZPCN6kyxPfeaWGaXRg"/>
</p:tagLst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none" rtlCol="0">
        <a:spAutoFit/>
      </a:bodyPr>
      <a:lstStyle>
        <a:defPPr algn="l">
          <a:defRPr sz="4800" b="1" spc="-300" dirty="0" smtClean="0">
            <a:ln w="25400" cap="flat">
              <a:solidFill>
                <a:schemeClr val="bg1"/>
              </a:solidFill>
              <a:miter lim="800000"/>
            </a:ln>
            <a:solidFill>
              <a:srgbClr val="173F95"/>
            </a:solidFill>
            <a:effectLst>
              <a:glow>
                <a:schemeClr val="bg1"/>
              </a:glow>
              <a:outerShdw blurRad="38100" dist="38100" dir="2700000" algn="tl">
                <a:srgbClr val="000000">
                  <a:alpha val="43137"/>
                </a:srgbClr>
              </a:outerShdw>
            </a:effectLst>
            <a:latin typeface="Impact" panose="020B0806030902050204" pitchFamily="34" charset="0"/>
            <a:ea typeface="휴먼모음T" panose="02030504000101010101" pitchFamily="18" charset="-127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16397</TotalTime>
  <Words>3387</Words>
  <Application>Microsoft Office PowerPoint</Application>
  <PresentationFormat>와이드스크린</PresentationFormat>
  <Paragraphs>686</Paragraphs>
  <Slides>29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29</vt:i4>
      </vt:variant>
    </vt:vector>
  </HeadingPairs>
  <TitlesOfParts>
    <vt:vector size="40" baseType="lpstr">
      <vt:lpstr>스웨거 TTF</vt:lpstr>
      <vt:lpstr>나눔스퀘어 Bold</vt:lpstr>
      <vt:lpstr>휴먼모음T</vt:lpstr>
      <vt:lpstr>Wingdings</vt:lpstr>
      <vt:lpstr>Arial</vt:lpstr>
      <vt:lpstr>맑은 고딕</vt:lpstr>
      <vt:lpstr>D2Coding</vt:lpstr>
      <vt:lpstr>Webdings</vt:lpstr>
      <vt:lpstr>나눔바른고딕</vt:lpstr>
      <vt:lpstr>Impact</vt:lpstr>
      <vt:lpstr>Office 테마</vt:lpstr>
      <vt:lpstr>PowerPoint 프레젠테이션</vt:lpstr>
      <vt:lpstr>PowerPoint 프레젠테이션</vt:lpstr>
      <vt:lpstr>PowerPoint 프레젠테이션</vt:lpstr>
      <vt:lpstr>결측치 처리하기</vt:lpstr>
      <vt:lpstr>데이터셋에 포함된 결측치 현황파악</vt:lpstr>
      <vt:lpstr>결측치 패키지를 활용한 현황파악</vt:lpstr>
      <vt:lpstr>특정기능함수 연산시 결측치 제외옵션 사용</vt:lpstr>
      <vt:lpstr>데이터셋에 포함된 결측치 제거방법</vt:lpstr>
      <vt:lpstr>결측값 단순대체</vt:lpstr>
      <vt:lpstr>PowerPoint 프레젠테이션</vt:lpstr>
      <vt:lpstr>이상치 처리하기</vt:lpstr>
      <vt:lpstr>범주형 변수 이상치 현황파악</vt:lpstr>
      <vt:lpstr>범주형 변수 원본 수치형에서 문자형으로 리코딩</vt:lpstr>
      <vt:lpstr>범주형 변수 이상치 프로파일링</vt:lpstr>
      <vt:lpstr>범주형 변수 이상치 처리</vt:lpstr>
      <vt:lpstr>연속형 변수 이상치 현황파악</vt:lpstr>
      <vt:lpstr>박스플롯을 이용한 연속형 변수 이상점 탐색</vt:lpstr>
      <vt:lpstr>박스플롯을 이용한 연속형 변수 이상치 검출(1/2) </vt:lpstr>
      <vt:lpstr>박스플롯을 이용한 연속형 변수 이상치 검출(2/2) </vt:lpstr>
      <vt:lpstr>연속형 변수 이상치 처리</vt:lpstr>
      <vt:lpstr>PowerPoint 프레젠테이션</vt:lpstr>
      <vt:lpstr>데이터 스케일링</vt:lpstr>
      <vt:lpstr>연속형 변수 분포특성 파악</vt:lpstr>
      <vt:lpstr>박스플롯을 이용한 연속형변수 이상점 탐색</vt:lpstr>
      <vt:lpstr>스케일링 대상 연속형변수 탐색</vt:lpstr>
      <vt:lpstr>스케일링 대상 연속형 변수 시각화</vt:lpstr>
      <vt:lpstr>연속형 변수 스케일링 적용하기</vt:lpstr>
      <vt:lpstr>연속형 변수 스케일링 시각화</vt:lpstr>
      <vt:lpstr>연속형 변수 데이터변환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aug559</dc:creator>
  <cp:lastModifiedBy>최 승우</cp:lastModifiedBy>
  <cp:revision>680</cp:revision>
  <dcterms:created xsi:type="dcterms:W3CDTF">2019-01-19T08:23:23Z</dcterms:created>
  <dcterms:modified xsi:type="dcterms:W3CDTF">2020-01-10T07:25:21Z</dcterms:modified>
</cp:coreProperties>
</file>