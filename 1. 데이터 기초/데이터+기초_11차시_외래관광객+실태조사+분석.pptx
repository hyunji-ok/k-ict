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532" r:id="rId2"/>
    <p:sldId id="533" r:id="rId3"/>
    <p:sldId id="328" r:id="rId4"/>
    <p:sldId id="474" r:id="rId5"/>
    <p:sldId id="504" r:id="rId6"/>
    <p:sldId id="505" r:id="rId7"/>
    <p:sldId id="506" r:id="rId8"/>
    <p:sldId id="507" r:id="rId9"/>
    <p:sldId id="466" r:id="rId10"/>
    <p:sldId id="480" r:id="rId11"/>
    <p:sldId id="487" r:id="rId12"/>
    <p:sldId id="488" r:id="rId13"/>
    <p:sldId id="489" r:id="rId14"/>
    <p:sldId id="481" r:id="rId15"/>
    <p:sldId id="490" r:id="rId16"/>
    <p:sldId id="508" r:id="rId17"/>
    <p:sldId id="502" r:id="rId18"/>
    <p:sldId id="503" r:id="rId19"/>
    <p:sldId id="517" r:id="rId20"/>
    <p:sldId id="519" r:id="rId21"/>
    <p:sldId id="520" r:id="rId22"/>
    <p:sldId id="515" r:id="rId23"/>
    <p:sldId id="516" r:id="rId24"/>
    <p:sldId id="530" r:id="rId25"/>
    <p:sldId id="531" r:id="rId26"/>
    <p:sldId id="527" r:id="rId27"/>
    <p:sldId id="529" r:id="rId28"/>
    <p:sldId id="523" r:id="rId29"/>
  </p:sldIdLst>
  <p:sldSz cx="12192000" cy="6858000"/>
  <p:notesSz cx="6858000" cy="9144000"/>
  <p:embeddedFontLst>
    <p:embeddedFont>
      <p:font typeface="스웨거 TTF" panose="020B0600000101010101" pitchFamily="50" charset="-127"/>
      <p:regular r:id="rId32"/>
    </p:embeddedFont>
    <p:embeddedFont>
      <p:font typeface="나눔스퀘어 Bold" panose="020B0600000101010101" pitchFamily="50" charset="-127"/>
      <p:bold r:id="rId33"/>
    </p:embeddedFont>
    <p:embeddedFont>
      <p:font typeface="휴먼모음T" panose="02030504000101010101" pitchFamily="18" charset="-127"/>
      <p:regular r:id="rId34"/>
    </p:embeddedFont>
    <p:embeddedFont>
      <p:font typeface="맑은 고딕" panose="020B0503020000020004" pitchFamily="50" charset="-127"/>
      <p:regular r:id="rId35"/>
      <p:bold r:id="rId36"/>
    </p:embeddedFont>
    <p:embeddedFont>
      <p:font typeface="D2Coding" panose="020B0600000101010101" charset="-127"/>
      <p:regular r:id="rId37"/>
      <p:bold r:id="rId38"/>
    </p:embeddedFont>
    <p:embeddedFont>
      <p:font typeface="Webdings" panose="05030102010509060703" pitchFamily="18" charset="2"/>
      <p:regular r:id="rId39"/>
    </p:embeddedFont>
    <p:embeddedFont>
      <p:font typeface="나눔바른고딕" panose="020B0603020101020101" pitchFamily="50" charset="-127"/>
      <p:regular r:id="rId40"/>
      <p:bold r:id="rId41"/>
    </p:embeddedFont>
    <p:embeddedFont>
      <p:font typeface="Impact" panose="020B0806030902050204" pitchFamily="34" charset="0"/>
      <p:regular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23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  <p15:guide id="11" pos="4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AAD9"/>
    <a:srgbClr val="FDE9D1"/>
    <a:srgbClr val="CFD5EA"/>
    <a:srgbClr val="E9EBF5"/>
    <a:srgbClr val="FBFBFB"/>
    <a:srgbClr val="163E94"/>
    <a:srgbClr val="95D5E1"/>
    <a:srgbClr val="173F95"/>
    <a:srgbClr val="000000"/>
    <a:srgbClr val="9D6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1" autoAdjust="0"/>
    <p:restoredTop sz="94660"/>
  </p:normalViewPr>
  <p:slideViewPr>
    <p:cSldViewPr>
      <p:cViewPr varScale="1">
        <p:scale>
          <a:sx n="96" d="100"/>
          <a:sy n="96" d="100"/>
        </p:scale>
        <p:origin x="486" y="78"/>
      </p:cViewPr>
      <p:guideLst>
        <p:guide orient="horz" pos="323"/>
        <p:guide orient="horz" pos="981"/>
        <p:guide orient="horz" pos="1434"/>
        <p:guide pos="483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434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D8FB46F6-7F0E-4535-B1A9-CD101ADCF625}"/>
    <pc:docChg chg="undo custSel addSld delSld modSld sldOrd">
      <pc:chgData name="Choi Jeomki" userId="f1912f8b0928b9f1" providerId="LiveId" clId="{D8FB46F6-7F0E-4535-B1A9-CD101ADCF625}" dt="2019-02-23T23:09:41.493" v="18164" actId="465"/>
      <pc:docMkLst>
        <pc:docMk/>
      </pc:docMkLst>
      <pc:sldChg chg="modSp">
        <pc:chgData name="Choi Jeomki" userId="f1912f8b0928b9f1" providerId="LiveId" clId="{D8FB46F6-7F0E-4535-B1A9-CD101ADCF625}" dt="2019-02-23T16:01:10.905" v="16133" actId="14100"/>
        <pc:sldMkLst>
          <pc:docMk/>
          <pc:sldMk cId="2342380751" sldId="328"/>
        </pc:sldMkLst>
        <pc:spChg chg="mod">
          <ac:chgData name="Choi Jeomki" userId="f1912f8b0928b9f1" providerId="LiveId" clId="{D8FB46F6-7F0E-4535-B1A9-CD101ADCF625}" dt="2019-02-23T16:01:10.905" v="16133" actId="14100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D8FB46F6-7F0E-4535-B1A9-CD101ADCF625}" dt="2019-02-22T15:19:36.969" v="29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D8FB46F6-7F0E-4535-B1A9-CD101ADCF625}" dt="2019-02-22T15:19:40.931" v="51"/>
          <ac:spMkLst>
            <pc:docMk/>
            <pc:sldMk cId="2342380751" sldId="328"/>
            <ac:spMk id="37" creationId="{6A062C83-2067-45C1-AF2B-F40BD29AA2AB}"/>
          </ac:spMkLst>
        </pc:spChg>
      </pc:sldChg>
    </pc:docChg>
  </pc:docChgLst>
  <pc:docChgLst>
    <pc:chgData name="Choi Jeomki" userId="f1912f8b0928b9f1" providerId="LiveId" clId="{B2BCA8AB-E8F2-4DD2-A10D-D82BF7F41353}"/>
    <pc:docChg chg="undo custSel addSld delSld modSld sldOrd">
      <pc:chgData name="Choi Jeomki" userId="f1912f8b0928b9f1" providerId="LiveId" clId="{B2BCA8AB-E8F2-4DD2-A10D-D82BF7F41353}" dt="2019-02-19T20:03:07.382" v="7106" actId="2696"/>
      <pc:docMkLst>
        <pc:docMk/>
      </pc:docMkLst>
      <pc:sldChg chg="addSp delSp modSp">
        <pc:chgData name="Choi Jeomki" userId="f1912f8b0928b9f1" providerId="LiveId" clId="{B2BCA8AB-E8F2-4DD2-A10D-D82BF7F41353}" dt="2019-02-19T19:49:44.588" v="6995" actId="14100"/>
        <pc:sldMkLst>
          <pc:docMk/>
          <pc:sldMk cId="2342380751" sldId="328"/>
        </pc:sldMkLst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2" creationId="{00000000-0000-0000-0000-000000000000}"/>
          </ac:spMkLst>
        </pc:spChg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8" creationId="{00000000-0000-0000-0000-000000000000}"/>
          </ac:spMkLst>
        </pc:spChg>
        <pc:spChg chg="mod topLvl">
          <ac:chgData name="Choi Jeomki" userId="f1912f8b0928b9f1" providerId="LiveId" clId="{B2BCA8AB-E8F2-4DD2-A10D-D82BF7F41353}" dt="2019-02-19T00:36:04.524" v="144" actId="164"/>
          <ac:spMkLst>
            <pc:docMk/>
            <pc:sldMk cId="2342380751" sldId="328"/>
            <ac:spMk id="31" creationId="{E052EB2C-9735-49AD-B6DC-8CC33E6546ED}"/>
          </ac:spMkLst>
        </pc:spChg>
        <pc:spChg chg="add del mod">
          <ac:chgData name="Choi Jeomki" userId="f1912f8b0928b9f1" providerId="LiveId" clId="{B2BCA8AB-E8F2-4DD2-A10D-D82BF7F41353}" dt="2019-02-19T00:36:58.021" v="256"/>
          <ac:spMkLst>
            <pc:docMk/>
            <pc:sldMk cId="2342380751" sldId="328"/>
            <ac:spMk id="34" creationId="{F2205CC0-98E1-4A9F-BE97-861229A11C17}"/>
          </ac:spMkLst>
        </pc:spChg>
        <pc:spChg chg="add">
          <ac:chgData name="Choi Jeomki" userId="f1912f8b0928b9f1" providerId="LiveId" clId="{B2BCA8AB-E8F2-4DD2-A10D-D82BF7F41353}" dt="2019-02-19T00:36:10.527" v="147"/>
          <ac:spMkLst>
            <pc:docMk/>
            <pc:sldMk cId="2342380751" sldId="328"/>
            <ac:spMk id="37" creationId="{6A062C83-2067-45C1-AF2B-F40BD29AA2AB}"/>
          </ac:spMkLst>
        </pc:spChg>
        <pc:spChg chg="add mod">
          <ac:chgData name="Choi Jeomki" userId="f1912f8b0928b9f1" providerId="LiveId" clId="{B2BCA8AB-E8F2-4DD2-A10D-D82BF7F41353}" dt="2019-02-19T19:49:44.588" v="6995" actId="14100"/>
          <ac:spMkLst>
            <pc:docMk/>
            <pc:sldMk cId="2342380751" sldId="328"/>
            <ac:spMk id="38" creationId="{03B0C20E-F3BD-4BFF-A5C3-9D9003619DA7}"/>
          </ac:spMkLst>
        </pc:spChg>
        <pc:spChg chg="mod">
          <ac:chgData name="Choi Jeomki" userId="f1912f8b0928b9f1" providerId="LiveId" clId="{B2BCA8AB-E8F2-4DD2-A10D-D82BF7F41353}" dt="2019-02-19T00:36:59.493" v="258" actId="1035"/>
          <ac:spMkLst>
            <pc:docMk/>
            <pc:sldMk cId="2342380751" sldId="328"/>
            <ac:spMk id="39" creationId="{00000000-0000-0000-0000-000000000000}"/>
          </ac:spMkLst>
        </pc:spChg>
        <pc:spChg chg="add">
          <ac:chgData name="Choi Jeomki" userId="f1912f8b0928b9f1" providerId="LiveId" clId="{B2BCA8AB-E8F2-4DD2-A10D-D82BF7F41353}" dt="2019-02-19T00:37:00.242" v="259"/>
          <ac:spMkLst>
            <pc:docMk/>
            <pc:sldMk cId="2342380751" sldId="328"/>
            <ac:spMk id="40" creationId="{2E8B52F4-5469-4176-A3F4-7DE5E5DE6216}"/>
          </ac:spMkLst>
        </pc:spChg>
        <pc:spChg chg="del mod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41" creationId="{C02E41DF-A7D7-4963-A7C6-F4B8D3B8002F}"/>
          </ac:spMkLst>
        </pc:spChg>
        <pc:grpChg chg="add mod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2" creationId="{159BD907-7557-4079-97A6-67DDAF52F5C8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10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3" creationId="{A49B5C0F-8F04-4D52-943C-1750C8E88D1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9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30" creationId="{A375AF22-7E7E-4960-93A1-14D1F741953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5" creationId="{00000000-0000-0000-0000-000000000000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6" creationId="{00000000-0000-0000-0000-000000000000}"/>
          </ac:grpSpMkLst>
        </pc:grpChg>
      </pc:sldChg>
    </pc:docChg>
  </pc:docChgLst>
  <pc:docChgLst>
    <pc:chgData name="Choi Jeomki" userId="f1912f8b0928b9f1" providerId="LiveId" clId="{473EBD16-4E12-4E46-BB87-A007938A700F}"/>
    <pc:docChg chg="undo custSel addSld delSld modSld">
      <pc:chgData name="Choi Jeomki" userId="f1912f8b0928b9f1" providerId="LiveId" clId="{473EBD16-4E12-4E46-BB87-A007938A700F}" dt="2019-02-20T06:16:21.462" v="3824"/>
      <pc:docMkLst>
        <pc:docMk/>
      </pc:docMkLst>
      <pc:sldChg chg="addSp delSp modSp">
        <pc:chgData name="Choi Jeomki" userId="f1912f8b0928b9f1" providerId="LiveId" clId="{473EBD16-4E12-4E46-BB87-A007938A700F}" dt="2019-02-20T06:16:21.462" v="3824"/>
        <pc:sldMkLst>
          <pc:docMk/>
          <pc:sldMk cId="2342380751" sldId="328"/>
        </pc:sldMkLst>
        <pc:spChg chg="add">
          <ac:chgData name="Choi Jeomki" userId="f1912f8b0928b9f1" providerId="LiveId" clId="{473EBD16-4E12-4E46-BB87-A007938A700F}" dt="2019-02-20T06:16:21.462" v="3824"/>
          <ac:spMkLst>
            <pc:docMk/>
            <pc:sldMk cId="2342380751" sldId="328"/>
            <ac:spMk id="21" creationId="{9F771F1A-289E-4A2A-9DA2-873F091B5C83}"/>
          </ac:spMkLst>
        </pc:spChg>
        <pc:spChg chg="del mod">
          <ac:chgData name="Choi Jeomki" userId="f1912f8b0928b9f1" providerId="LiveId" clId="{473EBD16-4E12-4E46-BB87-A007938A700F}" dt="2019-02-20T06:16:21.259" v="3823" actId="478"/>
          <ac:spMkLst>
            <pc:docMk/>
            <pc:sldMk cId="2342380751" sldId="328"/>
            <ac:spMk id="38" creationId="{03B0C20E-F3BD-4BFF-A5C3-9D9003619DA7}"/>
          </ac:spMkLst>
        </pc:spChg>
      </pc:sldChg>
    </pc:docChg>
  </pc:docChgLst>
  <pc:docChgLst>
    <pc:chgData name="Choi Jeomki" userId="f1912f8b0928b9f1" providerId="LiveId" clId="{315BBA2E-6CC4-4D29-B740-1062B65A74E6}"/>
    <pc:docChg chg="undo redo custSel addSld delSld modSld sldOrd">
      <pc:chgData name="Choi Jeomki" userId="f1912f8b0928b9f1" providerId="LiveId" clId="{315BBA2E-6CC4-4D29-B740-1062B65A74E6}" dt="2019-02-18T16:49:11.523" v="18842" actId="2696"/>
      <pc:docMkLst>
        <pc:docMk/>
      </pc:docMkLst>
    </pc:docChg>
  </pc:docChgLst>
  <pc:docChgLst>
    <pc:chgData name="Choi Jeomki" userId="f1912f8b0928b9f1" providerId="LiveId" clId="{87A2D2B5-65FF-4A81-BB2F-74A5A8C11D8B}"/>
    <pc:docChg chg="undo redo custSel addSld delSld modSld sldOrd">
      <pc:chgData name="Choi Jeomki" userId="f1912f8b0928b9f1" providerId="LiveId" clId="{87A2D2B5-65FF-4A81-BB2F-74A5A8C11D8B}" dt="2019-02-22T15:17:42.193" v="23102" actId="478"/>
      <pc:docMkLst>
        <pc:docMk/>
      </pc:docMkLst>
      <pc:sldChg chg="modSp">
        <pc:chgData name="Choi Jeomki" userId="f1912f8b0928b9f1" providerId="LiveId" clId="{87A2D2B5-65FF-4A81-BB2F-74A5A8C11D8B}" dt="2019-02-21T01:01:30.890" v="109" actId="14100"/>
        <pc:sldMkLst>
          <pc:docMk/>
          <pc:sldMk cId="2342380751" sldId="328"/>
        </pc:sldMkLst>
        <pc:spChg chg="mod">
          <ac:chgData name="Choi Jeomki" userId="f1912f8b0928b9f1" providerId="LiveId" clId="{87A2D2B5-65FF-4A81-BB2F-74A5A8C11D8B}" dt="2019-02-21T01:01:25.611" v="108" actId="14100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87A2D2B5-65FF-4A81-BB2F-74A5A8C11D8B}" dt="2019-02-21T01:01:08.478" v="61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87A2D2B5-65FF-4A81-BB2F-74A5A8C11D8B}" dt="2019-02-21T01:01:14.828" v="84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87A2D2B5-65FF-4A81-BB2F-74A5A8C11D8B}" dt="2019-02-21T01:01:30.890" v="109" actId="14100"/>
          <ac:spMkLst>
            <pc:docMk/>
            <pc:sldMk cId="2342380751" sldId="328"/>
            <ac:spMk id="39" creationId="{00000000-0000-0000-0000-000000000000}"/>
          </ac:spMkLst>
        </pc:spChg>
      </pc:sldChg>
    </pc:docChg>
  </pc:docChgLst>
  <pc:docChgLst>
    <pc:chgData name="Choi Jeomki" userId="f1912f8b0928b9f1" providerId="LiveId" clId="{2EB904E9-ED44-4D23-A32C-9D53BDF24188}"/>
    <pc:docChg chg="undo custSel addSld delSld modSld sldOrd">
      <pc:chgData name="Choi Jeomki" userId="f1912f8b0928b9f1" providerId="LiveId" clId="{2EB904E9-ED44-4D23-A32C-9D53BDF24188}" dt="2019-02-24T17:48:28.253" v="11054" actId="20577"/>
      <pc:docMkLst>
        <pc:docMk/>
      </pc:docMkLst>
      <pc:sldChg chg="modSp">
        <pc:chgData name="Choi Jeomki" userId="f1912f8b0928b9f1" providerId="LiveId" clId="{2EB904E9-ED44-4D23-A32C-9D53BDF24188}" dt="2019-02-24T16:16:15.240" v="8710" actId="14100"/>
        <pc:sldMkLst>
          <pc:docMk/>
          <pc:sldMk cId="2342380751" sldId="328"/>
        </pc:sldMkLst>
        <pc:spChg chg="mod">
          <ac:chgData name="Choi Jeomki" userId="f1912f8b0928b9f1" providerId="LiveId" clId="{2EB904E9-ED44-4D23-A32C-9D53BDF24188}" dt="2019-02-24T16:16:15.240" v="8710" actId="14100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2EB904E9-ED44-4D23-A32C-9D53BDF24188}" dt="2019-02-24T11:38:03.680" v="37"/>
          <ac:spMkLst>
            <pc:docMk/>
            <pc:sldMk cId="2342380751" sldId="328"/>
            <ac:spMk id="28" creationId="{2D0E10EC-2209-4818-94C7-ADE541045ABC}"/>
          </ac:spMkLst>
        </pc:spChg>
        <pc:spChg chg="mod">
          <ac:chgData name="Choi Jeomki" userId="f1912f8b0928b9f1" providerId="LiveId" clId="{2EB904E9-ED44-4D23-A32C-9D53BDF24188}" dt="2019-02-24T11:38:07.953" v="58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2EB904E9-ED44-4D23-A32C-9D53BDF24188}" dt="2019-02-24T11:39:32.527" v="96" actId="14100"/>
          <ac:spMkLst>
            <pc:docMk/>
            <pc:sldMk cId="2342380751" sldId="328"/>
            <ac:spMk id="39" creationId="{00000000-0000-0000-0000-000000000000}"/>
          </ac:spMkLst>
        </pc:spChg>
      </pc:sldChg>
    </pc:docChg>
  </pc:docChgLst>
  <pc:docChgLst>
    <pc:chgData name="Choi Jeomki" userId="f1912f8b0928b9f1" providerId="LiveId" clId="{A5D8EF6E-B5B7-4946-90FE-4183DE11540E}"/>
    <pc:docChg chg="undo custSel addSld delSld modSld sldOrd">
      <pc:chgData name="Choi Jeomki" userId="f1912f8b0928b9f1" providerId="LiveId" clId="{A5D8EF6E-B5B7-4946-90FE-4183DE11540E}" dt="2019-02-24T08:50:41.806" v="5278" actId="2696"/>
      <pc:docMkLst>
        <pc:docMk/>
      </pc:docMkLst>
      <pc:sldChg chg="addSp delSp modSp">
        <pc:chgData name="Choi Jeomki" userId="f1912f8b0928b9f1" providerId="LiveId" clId="{A5D8EF6E-B5B7-4946-90FE-4183DE11540E}" dt="2019-02-24T05:49:07.954" v="116" actId="14100"/>
        <pc:sldMkLst>
          <pc:docMk/>
          <pc:sldMk cId="2342380751" sldId="328"/>
        </pc:sldMkLst>
        <pc:spChg chg="mod">
          <ac:chgData name="Choi Jeomki" userId="f1912f8b0928b9f1" providerId="LiveId" clId="{A5D8EF6E-B5B7-4946-90FE-4183DE11540E}" dt="2019-02-24T05:49:07.954" v="116" actId="14100"/>
          <ac:spMkLst>
            <pc:docMk/>
            <pc:sldMk cId="2342380751" sldId="328"/>
            <ac:spMk id="21" creationId="{9F771F1A-289E-4A2A-9DA2-873F091B5C83}"/>
          </ac:spMkLst>
        </pc:spChg>
        <pc:spChg chg="del mod">
          <ac:chgData name="Choi Jeomki" userId="f1912f8b0928b9f1" providerId="LiveId" clId="{A5D8EF6E-B5B7-4946-90FE-4183DE11540E}" dt="2019-02-24T05:48:38.557" v="28"/>
          <ac:spMkLst>
            <pc:docMk/>
            <pc:sldMk cId="2342380751" sldId="328"/>
            <ac:spMk id="22" creationId="{1A322131-E279-448F-9C8D-3FD113363A3D}"/>
          </ac:spMkLst>
        </pc:spChg>
        <pc:spChg chg="add">
          <ac:chgData name="Choi Jeomki" userId="f1912f8b0928b9f1" providerId="LiveId" clId="{A5D8EF6E-B5B7-4946-90FE-4183DE11540E}" dt="2019-02-24T05:48:40.625" v="30"/>
          <ac:spMkLst>
            <pc:docMk/>
            <pc:sldMk cId="2342380751" sldId="328"/>
            <ac:spMk id="28" creationId="{2D0E10EC-2209-4818-94C7-ADE541045ABC}"/>
          </ac:spMkLst>
        </pc:spChg>
        <pc:spChg chg="mod">
          <ac:chgData name="Choi Jeomki" userId="f1912f8b0928b9f1" providerId="LiveId" clId="{A5D8EF6E-B5B7-4946-90FE-4183DE11540E}" dt="2019-02-24T05:48:47.412" v="60" actId="20577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A5D8EF6E-B5B7-4946-90FE-4183DE11540E}" dt="2019-02-24T05:48:40.265" v="29" actId="14100"/>
          <ac:spMkLst>
            <pc:docMk/>
            <pc:sldMk cId="2342380751" sldId="328"/>
            <ac:spMk id="39" creationId="{00000000-0000-0000-0000-000000000000}"/>
          </ac:spMkLst>
        </pc:spChg>
      </pc:sldChg>
    </pc:docChg>
  </pc:docChgLst>
  <pc:docChgLst>
    <pc:chgData name="Choi Jeomki" userId="f1912f8b0928b9f1" providerId="LiveId" clId="{42054B8C-A000-4DBD-9F31-C2094E50BCA0}"/>
    <pc:docChg chg="undo custSel addSld delSld modSld sldOrd">
      <pc:chgData name="Choi Jeomki" userId="f1912f8b0928b9f1" providerId="LiveId" clId="{42054B8C-A000-4DBD-9F31-C2094E50BCA0}" dt="2019-03-08T09:27:44.430" v="8182" actId="20577"/>
      <pc:docMkLst>
        <pc:docMk/>
      </pc:docMkLst>
      <pc:sldChg chg="addSp delSp modSp">
        <pc:chgData name="Choi Jeomki" userId="f1912f8b0928b9f1" providerId="LiveId" clId="{42054B8C-A000-4DBD-9F31-C2094E50BCA0}" dt="2019-02-25T13:46:14.618" v="6412" actId="14100"/>
        <pc:sldMkLst>
          <pc:docMk/>
          <pc:sldMk cId="2342380751" sldId="328"/>
        </pc:sldMkLst>
        <pc:spChg chg="mod">
          <ac:chgData name="Choi Jeomki" userId="f1912f8b0928b9f1" providerId="LiveId" clId="{42054B8C-A000-4DBD-9F31-C2094E50BCA0}" dt="2019-02-25T12:42:39.908" v="6409" actId="20577"/>
          <ac:spMkLst>
            <pc:docMk/>
            <pc:sldMk cId="2342380751" sldId="328"/>
            <ac:spMk id="21" creationId="{9F771F1A-289E-4A2A-9DA2-873F091B5C83}"/>
          </ac:spMkLst>
        </pc:spChg>
        <pc:spChg chg="add del mod">
          <ac:chgData name="Choi Jeomki" userId="f1912f8b0928b9f1" providerId="LiveId" clId="{42054B8C-A000-4DBD-9F31-C2094E50BCA0}" dt="2019-02-25T00:48:37.485" v="879"/>
          <ac:spMkLst>
            <pc:docMk/>
            <pc:sldMk cId="2342380751" sldId="328"/>
            <ac:spMk id="22" creationId="{A83A70C5-E56C-4DDF-9B5E-DB384839C053}"/>
          </ac:spMkLst>
        </pc:spChg>
        <pc:spChg chg="del mod">
          <ac:chgData name="Choi Jeomki" userId="f1912f8b0928b9f1" providerId="LiveId" clId="{42054B8C-A000-4DBD-9F31-C2094E50BCA0}" dt="2019-02-25T00:42:01.169" v="774"/>
          <ac:spMkLst>
            <pc:docMk/>
            <pc:sldMk cId="2342380751" sldId="328"/>
            <ac:spMk id="28" creationId="{2D0E10EC-2209-4818-94C7-ADE541045ABC}"/>
          </ac:spMkLst>
        </pc:spChg>
        <pc:spChg chg="add del">
          <ac:chgData name="Choi Jeomki" userId="f1912f8b0928b9f1" providerId="LiveId" clId="{42054B8C-A000-4DBD-9F31-C2094E50BCA0}" dt="2019-02-25T00:52:25.185" v="1128"/>
          <ac:spMkLst>
            <pc:docMk/>
            <pc:sldMk cId="2342380751" sldId="328"/>
            <ac:spMk id="29" creationId="{ACABF207-C75D-4144-AF40-8EB3678A2BCF}"/>
          </ac:spMkLst>
        </pc:spChg>
        <pc:spChg chg="add mod">
          <ac:chgData name="Choi Jeomki" userId="f1912f8b0928b9f1" providerId="LiveId" clId="{42054B8C-A000-4DBD-9F31-C2094E50BCA0}" dt="2019-02-25T12:41:55.118" v="6326"/>
          <ac:spMkLst>
            <pc:docMk/>
            <pc:sldMk cId="2342380751" sldId="328"/>
            <ac:spMk id="34" creationId="{ED0A7171-7727-44BC-8090-83C129B4F500}"/>
          </ac:spMkLst>
        </pc:spChg>
        <pc:spChg chg="mod">
          <ac:chgData name="Choi Jeomki" userId="f1912f8b0928b9f1" providerId="LiveId" clId="{42054B8C-A000-4DBD-9F31-C2094E50BCA0}" dt="2019-02-25T12:42:35.547" v="6408" actId="14100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42054B8C-A000-4DBD-9F31-C2094E50BCA0}" dt="2019-02-25T13:46:14.618" v="6412" actId="14100"/>
          <ac:spMkLst>
            <pc:docMk/>
            <pc:sldMk cId="2342380751" sldId="328"/>
            <ac:spMk id="39" creationId="{00000000-0000-0000-0000-000000000000}"/>
          </ac:spMkLst>
        </pc:spChg>
        <pc:grpChg chg="mod">
          <ac:chgData name="Choi Jeomki" userId="f1912f8b0928b9f1" providerId="LiveId" clId="{42054B8C-A000-4DBD-9F31-C2094E50BCA0}" dt="2019-02-25T00:41:42.078" v="773" actId="1038"/>
          <ac:grpSpMkLst>
            <pc:docMk/>
            <pc:sldMk cId="2342380751" sldId="328"/>
            <ac:grpSpMk id="2" creationId="{159BD907-7557-4079-97A6-67DDAF52F5C8}"/>
          </ac:grpSpMkLst>
        </pc:grpChg>
        <pc:grpChg chg="mod">
          <ac:chgData name="Choi Jeomki" userId="f1912f8b0928b9f1" providerId="LiveId" clId="{42054B8C-A000-4DBD-9F31-C2094E50BCA0}" dt="2019-02-25T00:41:42.078" v="773" actId="1038"/>
          <ac:grpSpMkLst>
            <pc:docMk/>
            <pc:sldMk cId="2342380751" sldId="328"/>
            <ac:grpSpMk id="10" creationId="{A49B5C0F-8F04-4D52-943C-1750C8E88D1E}"/>
          </ac:grpSpMkLst>
        </pc:grpChg>
        <pc:grpChg chg="mod">
          <ac:chgData name="Choi Jeomki" userId="f1912f8b0928b9f1" providerId="LiveId" clId="{42054B8C-A000-4DBD-9F31-C2094E50BCA0}" dt="2019-02-25T00:41:42.078" v="773" actId="1038"/>
          <ac:grpSpMkLst>
            <pc:docMk/>
            <pc:sldMk cId="2342380751" sldId="328"/>
            <ac:grpSpMk id="23" creationId="{A49B5C0F-8F04-4D52-943C-1750C8E88D1E}"/>
          </ac:grpSpMkLst>
        </pc:grpChg>
      </pc:sldChg>
      <pc:sldChg chg="addSp delSp modSp add ord">
        <pc:chgData name="Choi Jeomki" userId="f1912f8b0928b9f1" providerId="LiveId" clId="{42054B8C-A000-4DBD-9F31-C2094E50BCA0}" dt="2019-03-07T12:28:55.126" v="7744"/>
        <pc:sldMkLst>
          <pc:docMk/>
          <pc:sldMk cId="1034094593" sldId="466"/>
        </pc:sldMkLst>
        <pc:spChg chg="mod">
          <ac:chgData name="Choi Jeomki" userId="f1912f8b0928b9f1" providerId="LiveId" clId="{42054B8C-A000-4DBD-9F31-C2094E50BCA0}" dt="2019-02-25T06:44:38.340" v="4113" actId="20577"/>
          <ac:spMkLst>
            <pc:docMk/>
            <pc:sldMk cId="1034094593" sldId="466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05:18:25.768" v="2140" actId="20577"/>
          <ac:spMkLst>
            <pc:docMk/>
            <pc:sldMk cId="1034094593" sldId="466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3-07T12:28:55.126" v="7744"/>
          <ac:spMkLst>
            <pc:docMk/>
            <pc:sldMk cId="1034094593" sldId="466"/>
            <ac:spMk id="4" creationId="{C79D062B-1463-45B2-A25C-0E3B98914C04}"/>
          </ac:spMkLst>
        </pc:spChg>
        <pc:spChg chg="add mod">
          <ac:chgData name="Choi Jeomki" userId="f1912f8b0928b9f1" providerId="LiveId" clId="{42054B8C-A000-4DBD-9F31-C2094E50BCA0}" dt="2019-02-25T06:41:43.035" v="4080" actId="1076"/>
          <ac:spMkLst>
            <pc:docMk/>
            <pc:sldMk cId="1034094593" sldId="466"/>
            <ac:spMk id="11" creationId="{A38B0D6F-E5C1-4105-B6EB-284E455BA32C}"/>
          </ac:spMkLst>
        </pc:spChg>
        <pc:spChg chg="add mod">
          <ac:chgData name="Choi Jeomki" userId="f1912f8b0928b9f1" providerId="LiveId" clId="{42054B8C-A000-4DBD-9F31-C2094E50BCA0}" dt="2019-02-25T06:42:38.819" v="4091" actId="14100"/>
          <ac:spMkLst>
            <pc:docMk/>
            <pc:sldMk cId="1034094593" sldId="466"/>
            <ac:spMk id="15" creationId="{80C0E1FA-510F-45E4-847B-B44E042EE889}"/>
          </ac:spMkLst>
        </pc:spChg>
        <pc:spChg chg="add mod">
          <ac:chgData name="Choi Jeomki" userId="f1912f8b0928b9f1" providerId="LiveId" clId="{42054B8C-A000-4DBD-9F31-C2094E50BCA0}" dt="2019-02-25T06:43:01.900" v="4095" actId="1076"/>
          <ac:spMkLst>
            <pc:docMk/>
            <pc:sldMk cId="1034094593" sldId="466"/>
            <ac:spMk id="16" creationId="{F7CAA2AE-49A9-4740-A598-E21C3E0FAA66}"/>
          </ac:spMkLst>
        </pc:spChg>
        <pc:grpChg chg="add mod">
          <ac:chgData name="Choi Jeomki" userId="f1912f8b0928b9f1" providerId="LiveId" clId="{42054B8C-A000-4DBD-9F31-C2094E50BCA0}" dt="2019-02-25T06:41:43.035" v="4080" actId="1076"/>
          <ac:grpSpMkLst>
            <pc:docMk/>
            <pc:sldMk cId="1034094593" sldId="466"/>
            <ac:grpSpMk id="12" creationId="{9D8D4904-7473-4349-B298-46E1F2E37787}"/>
          </ac:grpSpMkLst>
        </pc:grpChg>
        <pc:picChg chg="add del mod">
          <ac:chgData name="Choi Jeomki" userId="f1912f8b0928b9f1" providerId="LiveId" clId="{42054B8C-A000-4DBD-9F31-C2094E50BCA0}" dt="2019-02-25T05:13:49.453" v="1861" actId="478"/>
          <ac:picMkLst>
            <pc:docMk/>
            <pc:sldMk cId="1034094593" sldId="466"/>
            <ac:picMk id="5" creationId="{28C58CA1-9F9B-466D-9C86-C8EA6E7CBB13}"/>
          </ac:picMkLst>
        </pc:picChg>
        <pc:picChg chg="add mod modCrop">
          <ac:chgData name="Choi Jeomki" userId="f1912f8b0928b9f1" providerId="LiveId" clId="{42054B8C-A000-4DBD-9F31-C2094E50BCA0}" dt="2019-02-25T05:46:32.102" v="2928" actId="208"/>
          <ac:picMkLst>
            <pc:docMk/>
            <pc:sldMk cId="1034094593" sldId="466"/>
            <ac:picMk id="6" creationId="{D2801B31-E713-4753-A13A-B1D5F7E9EDFB}"/>
          </ac:picMkLst>
        </pc:picChg>
        <pc:picChg chg="add mod modCrop">
          <ac:chgData name="Choi Jeomki" userId="f1912f8b0928b9f1" providerId="LiveId" clId="{42054B8C-A000-4DBD-9F31-C2094E50BCA0}" dt="2019-02-25T05:46:32.102" v="2928" actId="208"/>
          <ac:picMkLst>
            <pc:docMk/>
            <pc:sldMk cId="1034094593" sldId="466"/>
            <ac:picMk id="7" creationId="{FF6EEBDC-CA42-4F79-B0CF-AB66BE6607AF}"/>
          </ac:picMkLst>
        </pc:picChg>
        <pc:picChg chg="add mod modCrop">
          <ac:chgData name="Choi Jeomki" userId="f1912f8b0928b9f1" providerId="LiveId" clId="{42054B8C-A000-4DBD-9F31-C2094E50BCA0}" dt="2019-02-25T05:46:32.102" v="2928" actId="208"/>
          <ac:picMkLst>
            <pc:docMk/>
            <pc:sldMk cId="1034094593" sldId="466"/>
            <ac:picMk id="8" creationId="{79D7ED08-7324-4F97-AEF7-D0FDFB9DDCFD}"/>
          </ac:picMkLst>
        </pc:picChg>
        <pc:picChg chg="add mod modCrop">
          <ac:chgData name="Choi Jeomki" userId="f1912f8b0928b9f1" providerId="LiveId" clId="{42054B8C-A000-4DBD-9F31-C2094E50BCA0}" dt="2019-02-25T05:46:32.102" v="2928" actId="208"/>
          <ac:picMkLst>
            <pc:docMk/>
            <pc:sldMk cId="1034094593" sldId="466"/>
            <ac:picMk id="9" creationId="{011DB78C-1227-448F-914C-15525490341C}"/>
          </ac:picMkLst>
        </pc:picChg>
        <pc:picChg chg="add mod modCrop">
          <ac:chgData name="Choi Jeomki" userId="f1912f8b0928b9f1" providerId="LiveId" clId="{42054B8C-A000-4DBD-9F31-C2094E50BCA0}" dt="2019-02-25T05:46:32.102" v="2928" actId="208"/>
          <ac:picMkLst>
            <pc:docMk/>
            <pc:sldMk cId="1034094593" sldId="466"/>
            <ac:picMk id="10" creationId="{8B5B03E5-A24A-43C8-A08D-5F99654B449B}"/>
          </ac:picMkLst>
        </pc:picChg>
      </pc:sldChg>
      <pc:sldChg chg="addSp delSp modSp add ord">
        <pc:chgData name="Choi Jeomki" userId="f1912f8b0928b9f1" providerId="LiveId" clId="{42054B8C-A000-4DBD-9F31-C2094E50BCA0}" dt="2019-03-08T09:20:14.287" v="7812"/>
        <pc:sldMkLst>
          <pc:docMk/>
          <pc:sldMk cId="4150662436" sldId="474"/>
        </pc:sldMkLst>
        <pc:spChg chg="mod">
          <ac:chgData name="Choi Jeomki" userId="f1912f8b0928b9f1" providerId="LiveId" clId="{42054B8C-A000-4DBD-9F31-C2094E50BCA0}" dt="2019-03-08T09:20:14.287" v="7812"/>
          <ac:spMkLst>
            <pc:docMk/>
            <pc:sldMk cId="4150662436" sldId="474"/>
            <ac:spMk id="3" creationId="{00000000-0000-0000-0000-000000000000}"/>
          </ac:spMkLst>
        </pc:spChg>
        <pc:spChg chg="add del mod">
          <ac:chgData name="Choi Jeomki" userId="f1912f8b0928b9f1" providerId="LiveId" clId="{42054B8C-A000-4DBD-9F31-C2094E50BCA0}" dt="2019-02-25T01:29:20.440" v="1685" actId="164"/>
          <ac:spMkLst>
            <pc:docMk/>
            <pc:sldMk cId="4150662436" sldId="474"/>
            <ac:spMk id="8" creationId="{55A224C1-907E-4616-AC26-0172F76A2AAA}"/>
          </ac:spMkLst>
        </pc:spChg>
        <pc:spChg chg="add del mod">
          <ac:chgData name="Choi Jeomki" userId="f1912f8b0928b9f1" providerId="LiveId" clId="{42054B8C-A000-4DBD-9F31-C2094E50BCA0}" dt="2019-02-25T01:21:21.943" v="1585"/>
          <ac:spMkLst>
            <pc:docMk/>
            <pc:sldMk cId="4150662436" sldId="474"/>
            <ac:spMk id="9" creationId="{66AF632F-AA6A-4DBB-A929-FCCFB6861D88}"/>
          </ac:spMkLst>
        </pc:spChg>
        <pc:spChg chg="add del mod">
          <ac:chgData name="Choi Jeomki" userId="f1912f8b0928b9f1" providerId="LiveId" clId="{42054B8C-A000-4DBD-9F31-C2094E50BCA0}" dt="2019-02-25T01:21:25.320" v="1587" actId="478"/>
          <ac:spMkLst>
            <pc:docMk/>
            <pc:sldMk cId="4150662436" sldId="474"/>
            <ac:spMk id="21" creationId="{9DD8B28F-12D7-4356-B19A-9154B197653A}"/>
          </ac:spMkLst>
        </pc:spChg>
        <pc:spChg chg="add del mod">
          <ac:chgData name="Choi Jeomki" userId="f1912f8b0928b9f1" providerId="LiveId" clId="{42054B8C-A000-4DBD-9F31-C2094E50BCA0}" dt="2019-02-25T01:21:25.320" v="1587" actId="478"/>
          <ac:spMkLst>
            <pc:docMk/>
            <pc:sldMk cId="4150662436" sldId="474"/>
            <ac:spMk id="22" creationId="{A6BD476E-5C5F-482C-9641-35271CE7E162}"/>
          </ac:spMkLst>
        </pc:spChg>
        <pc:spChg chg="add mod">
          <ac:chgData name="Choi Jeomki" userId="f1912f8b0928b9f1" providerId="LiveId" clId="{42054B8C-A000-4DBD-9F31-C2094E50BCA0}" dt="2019-02-25T01:29:20.440" v="1685" actId="164"/>
          <ac:spMkLst>
            <pc:docMk/>
            <pc:sldMk cId="4150662436" sldId="474"/>
            <ac:spMk id="24" creationId="{E4EF85C3-888D-4CD2-9F07-483F58BB70D1}"/>
          </ac:spMkLst>
        </pc:spChg>
        <pc:spChg chg="add del">
          <ac:chgData name="Choi Jeomki" userId="f1912f8b0928b9f1" providerId="LiveId" clId="{42054B8C-A000-4DBD-9F31-C2094E50BCA0}" dt="2019-02-25T01:23:01.789" v="1614"/>
          <ac:spMkLst>
            <pc:docMk/>
            <pc:sldMk cId="4150662436" sldId="474"/>
            <ac:spMk id="25" creationId="{8728A860-28D5-442A-A35C-D7BF4E83F06A}"/>
          </ac:spMkLst>
        </pc:spChg>
        <pc:spChg chg="add mod">
          <ac:chgData name="Choi Jeomki" userId="f1912f8b0928b9f1" providerId="LiveId" clId="{42054B8C-A000-4DBD-9F31-C2094E50BCA0}" dt="2019-02-25T06:46:29.323" v="4173" actId="1038"/>
          <ac:spMkLst>
            <pc:docMk/>
            <pc:sldMk cId="4150662436" sldId="474"/>
            <ac:spMk id="26" creationId="{6D24CB44-FBD0-4192-B2C1-C10EB32CDE88}"/>
          </ac:spMkLst>
        </pc:spChg>
        <pc:spChg chg="add mod">
          <ac:chgData name="Choi Jeomki" userId="f1912f8b0928b9f1" providerId="LiveId" clId="{42054B8C-A000-4DBD-9F31-C2094E50BCA0}" dt="2019-02-25T06:46:29.323" v="4173" actId="1038"/>
          <ac:spMkLst>
            <pc:docMk/>
            <pc:sldMk cId="4150662436" sldId="474"/>
            <ac:spMk id="27" creationId="{909F6655-7EB4-4BFA-8B42-DB6EF3D25076}"/>
          </ac:spMkLst>
        </pc:spChg>
        <pc:spChg chg="add mod">
          <ac:chgData name="Choi Jeomki" userId="f1912f8b0928b9f1" providerId="LiveId" clId="{42054B8C-A000-4DBD-9F31-C2094E50BCA0}" dt="2019-02-25T01:33:36.071" v="1753" actId="1035"/>
          <ac:spMkLst>
            <pc:docMk/>
            <pc:sldMk cId="4150662436" sldId="474"/>
            <ac:spMk id="28" creationId="{C700F3BD-2E75-4E58-BEB6-6220A7079949}"/>
          </ac:spMkLst>
        </pc:spChg>
        <pc:spChg chg="add mod">
          <ac:chgData name="Choi Jeomki" userId="f1912f8b0928b9f1" providerId="LiveId" clId="{42054B8C-A000-4DBD-9F31-C2094E50BCA0}" dt="2019-02-25T01:26:12.736" v="1683" actId="1035"/>
          <ac:spMkLst>
            <pc:docMk/>
            <pc:sldMk cId="4150662436" sldId="474"/>
            <ac:spMk id="29" creationId="{DF9C47B1-3F62-41AD-99D9-A37689026C03}"/>
          </ac:spMkLst>
        </pc:spChg>
        <pc:spChg chg="mod">
          <ac:chgData name="Choi Jeomki" userId="f1912f8b0928b9f1" providerId="LiveId" clId="{42054B8C-A000-4DBD-9F31-C2094E50BCA0}" dt="2019-02-25T01:24:15.650" v="1641" actId="20577"/>
          <ac:spMkLst>
            <pc:docMk/>
            <pc:sldMk cId="4150662436" sldId="474"/>
            <ac:spMk id="32" creationId="{09F20EA1-97F8-41D4-90C0-F58B6C9AF9F6}"/>
          </ac:spMkLst>
        </pc:spChg>
        <pc:spChg chg="mod">
          <ac:chgData name="Choi Jeomki" userId="f1912f8b0928b9f1" providerId="LiveId" clId="{42054B8C-A000-4DBD-9F31-C2094E50BCA0}" dt="2019-02-25T01:30:20.477" v="1727" actId="20577"/>
          <ac:spMkLst>
            <pc:docMk/>
            <pc:sldMk cId="4150662436" sldId="474"/>
            <ac:spMk id="33" creationId="{260CD455-4DFF-4D8C-800C-934D57729883}"/>
          </ac:spMkLst>
        </pc:spChg>
        <pc:spChg chg="mod">
          <ac:chgData name="Choi Jeomki" userId="f1912f8b0928b9f1" providerId="LiveId" clId="{42054B8C-A000-4DBD-9F31-C2094E50BCA0}" dt="2019-02-25T01:25:34.930" v="1671" actId="12789"/>
          <ac:spMkLst>
            <pc:docMk/>
            <pc:sldMk cId="4150662436" sldId="474"/>
            <ac:spMk id="34" creationId="{8C752F5F-5FCE-4F20-83DC-989D66A1B9D0}"/>
          </ac:spMkLst>
        </pc:spChg>
        <pc:spChg chg="mod">
          <ac:chgData name="Choi Jeomki" userId="f1912f8b0928b9f1" providerId="LiveId" clId="{42054B8C-A000-4DBD-9F31-C2094E50BCA0}" dt="2019-02-25T01:30:16.874" v="1726" actId="20577"/>
          <ac:spMkLst>
            <pc:docMk/>
            <pc:sldMk cId="4150662436" sldId="474"/>
            <ac:spMk id="35" creationId="{7F0D565E-885A-4D6F-A45C-6739DF539A16}"/>
          </ac:spMkLst>
        </pc:spChg>
        <pc:spChg chg="add mod">
          <ac:chgData name="Choi Jeomki" userId="f1912f8b0928b9f1" providerId="LiveId" clId="{42054B8C-A000-4DBD-9F31-C2094E50BCA0}" dt="2019-02-25T06:37:46.862" v="4044" actId="20577"/>
          <ac:spMkLst>
            <pc:docMk/>
            <pc:sldMk cId="4150662436" sldId="474"/>
            <ac:spMk id="36" creationId="{197B44E8-95BA-461E-8963-5E60ACCF2804}"/>
          </ac:spMkLst>
        </pc:spChg>
        <pc:spChg chg="mod">
          <ac:chgData name="Choi Jeomki" userId="f1912f8b0928b9f1" providerId="LiveId" clId="{42054B8C-A000-4DBD-9F31-C2094E50BCA0}" dt="2019-02-25T01:29:20.440" v="1685" actId="164"/>
          <ac:spMkLst>
            <pc:docMk/>
            <pc:sldMk cId="4150662436" sldId="474"/>
            <ac:spMk id="37" creationId="{793A9CF7-DF58-44F8-806D-8C97FC8F11D9}"/>
          </ac:spMkLst>
        </pc:spChg>
        <pc:spChg chg="mod">
          <ac:chgData name="Choi Jeomki" userId="f1912f8b0928b9f1" providerId="LiveId" clId="{42054B8C-A000-4DBD-9F31-C2094E50BCA0}" dt="2019-02-25T01:26:06.659" v="1679" actId="20577"/>
          <ac:spMkLst>
            <pc:docMk/>
            <pc:sldMk cId="4150662436" sldId="474"/>
            <ac:spMk id="39" creationId="{752212A5-0A85-45CD-B048-3B020E0081E2}"/>
          </ac:spMkLst>
        </pc:spChg>
        <pc:spChg chg="mod">
          <ac:chgData name="Choi Jeomki" userId="f1912f8b0928b9f1" providerId="LiveId" clId="{42054B8C-A000-4DBD-9F31-C2094E50BCA0}" dt="2019-02-25T06:37:07.460" v="4016" actId="403"/>
          <ac:spMkLst>
            <pc:docMk/>
            <pc:sldMk cId="4150662436" sldId="474"/>
            <ac:spMk id="41" creationId="{457564F5-D865-4900-9412-000E7EA358CF}"/>
          </ac:spMkLst>
        </pc:spChg>
        <pc:spChg chg="mod">
          <ac:chgData name="Choi Jeomki" userId="f1912f8b0928b9f1" providerId="LiveId" clId="{42054B8C-A000-4DBD-9F31-C2094E50BCA0}" dt="2019-02-25T06:37:11.487" v="4031"/>
          <ac:spMkLst>
            <pc:docMk/>
            <pc:sldMk cId="4150662436" sldId="474"/>
            <ac:spMk id="42" creationId="{B17E4FDF-893B-4181-B93D-5D53F7B01F35}"/>
          </ac:spMkLst>
        </pc:spChg>
        <pc:spChg chg="add mod">
          <ac:chgData name="Choi Jeomki" userId="f1912f8b0928b9f1" providerId="LiveId" clId="{42054B8C-A000-4DBD-9F31-C2094E50BCA0}" dt="2019-02-25T06:47:22.756" v="4213" actId="14100"/>
          <ac:spMkLst>
            <pc:docMk/>
            <pc:sldMk cId="4150662436" sldId="474"/>
            <ac:spMk id="43" creationId="{DD7756AC-9F79-44A0-8E85-07B644586B88}"/>
          </ac:spMkLst>
        </pc:spChg>
        <pc:spChg chg="add mod">
          <ac:chgData name="Choi Jeomki" userId="f1912f8b0928b9f1" providerId="LiveId" clId="{42054B8C-A000-4DBD-9F31-C2094E50BCA0}" dt="2019-02-25T06:47:29.403" v="4216" actId="1076"/>
          <ac:spMkLst>
            <pc:docMk/>
            <pc:sldMk cId="4150662436" sldId="474"/>
            <ac:spMk id="44" creationId="{588ACEC9-5C32-436C-ACD7-C003236D1F27}"/>
          </ac:spMkLst>
        </pc:spChg>
        <pc:grpChg chg="add mod">
          <ac:chgData name="Choi Jeomki" userId="f1912f8b0928b9f1" providerId="LiveId" clId="{42054B8C-A000-4DBD-9F31-C2094E50BCA0}" dt="2019-02-25T01:29:20.440" v="1685" actId="164"/>
          <ac:grpSpMkLst>
            <pc:docMk/>
            <pc:sldMk cId="4150662436" sldId="474"/>
            <ac:grpSpMk id="10" creationId="{5EF0D583-8825-4210-AC8B-B7B12D33CDB1}"/>
          </ac:grpSpMkLst>
        </pc:grpChg>
        <pc:grpChg chg="add mod">
          <ac:chgData name="Choi Jeomki" userId="f1912f8b0928b9f1" providerId="LiveId" clId="{42054B8C-A000-4DBD-9F31-C2094E50BCA0}" dt="2019-02-25T06:37:19.788" v="4034" actId="1076"/>
          <ac:grpSpMkLst>
            <pc:docMk/>
            <pc:sldMk cId="4150662436" sldId="474"/>
            <ac:grpSpMk id="38" creationId="{DD4F194B-DCC1-4399-A54D-5327F7FEF72D}"/>
          </ac:grpSpMkLst>
        </pc:grpChg>
        <pc:cxnChg chg="add mod">
          <ac:chgData name="Choi Jeomki" userId="f1912f8b0928b9f1" providerId="LiveId" clId="{42054B8C-A000-4DBD-9F31-C2094E50BCA0}" dt="2019-02-25T06:37:29.307" v="4036" actId="14100"/>
          <ac:cxnSpMkLst>
            <pc:docMk/>
            <pc:sldMk cId="4150662436" sldId="474"/>
            <ac:cxnSpMk id="12" creationId="{B07F5725-90CA-4B31-840B-D18908CEE715}"/>
          </ac:cxnSpMkLst>
        </pc:cxnChg>
        <pc:cxnChg chg="mod">
          <ac:chgData name="Choi Jeomki" userId="f1912f8b0928b9f1" providerId="LiveId" clId="{42054B8C-A000-4DBD-9F31-C2094E50BCA0}" dt="2019-02-25T01:25:34.930" v="1671" actId="12789"/>
          <ac:cxnSpMkLst>
            <pc:docMk/>
            <pc:sldMk cId="4150662436" sldId="474"/>
            <ac:cxnSpMk id="30" creationId="{D104F691-6C6A-4DDB-BACF-FFAE852788FC}"/>
          </ac:cxnSpMkLst>
        </pc:cxnChg>
        <pc:cxnChg chg="mod">
          <ac:chgData name="Choi Jeomki" userId="f1912f8b0928b9f1" providerId="LiveId" clId="{42054B8C-A000-4DBD-9F31-C2094E50BCA0}" dt="2019-02-25T01:22:47.123" v="1608" actId="12789"/>
          <ac:cxnSpMkLst>
            <pc:docMk/>
            <pc:sldMk cId="4150662436" sldId="474"/>
            <ac:cxnSpMk id="31" creationId="{93FCE6C3-DB5F-4AFA-A960-571A1DEF6957}"/>
          </ac:cxnSpMkLst>
        </pc:cxnChg>
      </pc:sldChg>
      <pc:sldChg chg="addSp delSp modSp add">
        <pc:chgData name="Choi Jeomki" userId="f1912f8b0928b9f1" providerId="LiveId" clId="{42054B8C-A000-4DBD-9F31-C2094E50BCA0}" dt="2019-02-25T05:46:27.566" v="2927" actId="208"/>
        <pc:sldMkLst>
          <pc:docMk/>
          <pc:sldMk cId="153109634" sldId="480"/>
        </pc:sldMkLst>
        <pc:spChg chg="mod">
          <ac:chgData name="Choi Jeomki" userId="f1912f8b0928b9f1" providerId="LiveId" clId="{42054B8C-A000-4DBD-9F31-C2094E50BCA0}" dt="2019-02-25T05:43:18.814" v="2734" actId="20577"/>
          <ac:spMkLst>
            <pc:docMk/>
            <pc:sldMk cId="153109634" sldId="480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05:19:49.011" v="2488"/>
          <ac:spMkLst>
            <pc:docMk/>
            <pc:sldMk cId="153109634" sldId="480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2-25T05:29:40.159" v="2590" actId="554"/>
          <ac:spMkLst>
            <pc:docMk/>
            <pc:sldMk cId="153109634" sldId="480"/>
            <ac:spMk id="4" creationId="{C79D062B-1463-45B2-A25C-0E3B98914C04}"/>
          </ac:spMkLst>
        </pc:spChg>
        <pc:spChg chg="add del">
          <ac:chgData name="Choi Jeomki" userId="f1912f8b0928b9f1" providerId="LiveId" clId="{42054B8C-A000-4DBD-9F31-C2094E50BCA0}" dt="2019-02-25T05:26:25.153" v="2513"/>
          <ac:spMkLst>
            <pc:docMk/>
            <pc:sldMk cId="153109634" sldId="480"/>
            <ac:spMk id="12" creationId="{288B9069-0AD3-4ED2-A202-7AF71510E0B1}"/>
          </ac:spMkLst>
        </pc:spChg>
        <pc:spChg chg="add mod">
          <ac:chgData name="Choi Jeomki" userId="f1912f8b0928b9f1" providerId="LiveId" clId="{42054B8C-A000-4DBD-9F31-C2094E50BCA0}" dt="2019-02-25T05:43:00.674" v="2710" actId="20577"/>
          <ac:spMkLst>
            <pc:docMk/>
            <pc:sldMk cId="153109634" sldId="480"/>
            <ac:spMk id="13" creationId="{C5155D90-7461-428F-B18F-74019D5D4A85}"/>
          </ac:spMkLst>
        </pc:spChg>
        <pc:picChg chg="add mod">
          <ac:chgData name="Choi Jeomki" userId="f1912f8b0928b9f1" providerId="LiveId" clId="{42054B8C-A000-4DBD-9F31-C2094E50BCA0}" dt="2019-02-25T05:46:27.566" v="2927" actId="208"/>
          <ac:picMkLst>
            <pc:docMk/>
            <pc:sldMk cId="153109634" sldId="480"/>
            <ac:picMk id="5" creationId="{16824918-D2FF-43DF-A9E9-6E7CED773C48}"/>
          </ac:picMkLst>
        </pc:picChg>
        <pc:picChg chg="add mod">
          <ac:chgData name="Choi Jeomki" userId="f1912f8b0928b9f1" providerId="LiveId" clId="{42054B8C-A000-4DBD-9F31-C2094E50BCA0}" dt="2019-02-25T05:46:27.566" v="2927" actId="208"/>
          <ac:picMkLst>
            <pc:docMk/>
            <pc:sldMk cId="153109634" sldId="480"/>
            <ac:picMk id="6" creationId="{FAC73E78-570E-42F6-B3CB-0A83FDF579D0}"/>
          </ac:picMkLst>
        </pc:picChg>
        <pc:picChg chg="add del mod">
          <ac:chgData name="Choi Jeomki" userId="f1912f8b0928b9f1" providerId="LiveId" clId="{42054B8C-A000-4DBD-9F31-C2094E50BCA0}" dt="2019-02-25T05:26:54.226" v="2518" actId="478"/>
          <ac:picMkLst>
            <pc:docMk/>
            <pc:sldMk cId="153109634" sldId="480"/>
            <ac:picMk id="7" creationId="{DB37E927-FDDC-430F-836D-A64C9FC3783C}"/>
          </ac:picMkLst>
        </pc:picChg>
        <pc:picChg chg="add del mod">
          <ac:chgData name="Choi Jeomki" userId="f1912f8b0928b9f1" providerId="LiveId" clId="{42054B8C-A000-4DBD-9F31-C2094E50BCA0}" dt="2019-02-25T05:26:54.226" v="2518" actId="478"/>
          <ac:picMkLst>
            <pc:docMk/>
            <pc:sldMk cId="153109634" sldId="480"/>
            <ac:picMk id="8" creationId="{DCEBB5B4-EAC2-41F5-8509-221275233F90}"/>
          </ac:picMkLst>
        </pc:picChg>
        <pc:picChg chg="add del mod">
          <ac:chgData name="Choi Jeomki" userId="f1912f8b0928b9f1" providerId="LiveId" clId="{42054B8C-A000-4DBD-9F31-C2094E50BCA0}" dt="2019-02-25T05:26:54.226" v="2518" actId="478"/>
          <ac:picMkLst>
            <pc:docMk/>
            <pc:sldMk cId="153109634" sldId="480"/>
            <ac:picMk id="9" creationId="{99945B42-505B-43B9-86F1-B30B10FA3854}"/>
          </ac:picMkLst>
        </pc:picChg>
        <pc:picChg chg="add del mod">
          <ac:chgData name="Choi Jeomki" userId="f1912f8b0928b9f1" providerId="LiveId" clId="{42054B8C-A000-4DBD-9F31-C2094E50BCA0}" dt="2019-02-25T05:26:54.226" v="2518" actId="478"/>
          <ac:picMkLst>
            <pc:docMk/>
            <pc:sldMk cId="153109634" sldId="480"/>
            <ac:picMk id="10" creationId="{FC90082B-E43D-465D-84C6-47B631AF4639}"/>
          </ac:picMkLst>
        </pc:picChg>
        <pc:picChg chg="add del mod">
          <ac:chgData name="Choi Jeomki" userId="f1912f8b0928b9f1" providerId="LiveId" clId="{42054B8C-A000-4DBD-9F31-C2094E50BCA0}" dt="2019-02-25T05:26:02.585" v="2511" actId="478"/>
          <ac:picMkLst>
            <pc:docMk/>
            <pc:sldMk cId="153109634" sldId="480"/>
            <ac:picMk id="11" creationId="{91CBFF0A-3714-45E4-AF36-D2F4A1978AA8}"/>
          </ac:picMkLst>
        </pc:picChg>
        <pc:picChg chg="add mod">
          <ac:chgData name="Choi Jeomki" userId="f1912f8b0928b9f1" providerId="LiveId" clId="{42054B8C-A000-4DBD-9F31-C2094E50BCA0}" dt="2019-02-25T05:46:27.566" v="2927" actId="208"/>
          <ac:picMkLst>
            <pc:docMk/>
            <pc:sldMk cId="153109634" sldId="480"/>
            <ac:picMk id="14" creationId="{A51173E1-4641-47F9-B3BD-BA8D87C31227}"/>
          </ac:picMkLst>
        </pc:picChg>
        <pc:picChg chg="add mod">
          <ac:chgData name="Choi Jeomki" userId="f1912f8b0928b9f1" providerId="LiveId" clId="{42054B8C-A000-4DBD-9F31-C2094E50BCA0}" dt="2019-02-25T05:46:27.566" v="2927" actId="208"/>
          <ac:picMkLst>
            <pc:docMk/>
            <pc:sldMk cId="153109634" sldId="480"/>
            <ac:picMk id="15" creationId="{365F7015-796D-437E-AEC7-D88CEA83AF88}"/>
          </ac:picMkLst>
        </pc:picChg>
        <pc:picChg chg="add del mod">
          <ac:chgData name="Choi Jeomki" userId="f1912f8b0928b9f1" providerId="LiveId" clId="{42054B8C-A000-4DBD-9F31-C2094E50BCA0}" dt="2019-02-25T05:40:53.011" v="2663"/>
          <ac:picMkLst>
            <pc:docMk/>
            <pc:sldMk cId="153109634" sldId="480"/>
            <ac:picMk id="16" creationId="{6EB6213E-BE96-41A0-AC23-45729B9A927A}"/>
          </ac:picMkLst>
        </pc:picChg>
        <pc:picChg chg="add del mod">
          <ac:chgData name="Choi Jeomki" userId="f1912f8b0928b9f1" providerId="LiveId" clId="{42054B8C-A000-4DBD-9F31-C2094E50BCA0}" dt="2019-02-25T05:40:53.011" v="2663"/>
          <ac:picMkLst>
            <pc:docMk/>
            <pc:sldMk cId="153109634" sldId="480"/>
            <ac:picMk id="17" creationId="{3ADFDE0F-9756-414A-868C-B829B66B7C46}"/>
          </ac:picMkLst>
        </pc:picChg>
        <pc:picChg chg="add del mod">
          <ac:chgData name="Choi Jeomki" userId="f1912f8b0928b9f1" providerId="LiveId" clId="{42054B8C-A000-4DBD-9F31-C2094E50BCA0}" dt="2019-02-25T05:31:24.019" v="2654" actId="478"/>
          <ac:picMkLst>
            <pc:docMk/>
            <pc:sldMk cId="153109634" sldId="480"/>
            <ac:picMk id="18" creationId="{1388D482-039F-4614-9F91-F8D7C701AF35}"/>
          </ac:picMkLst>
        </pc:picChg>
        <pc:picChg chg="add mod modCrop">
          <ac:chgData name="Choi Jeomki" userId="f1912f8b0928b9f1" providerId="LiveId" clId="{42054B8C-A000-4DBD-9F31-C2094E50BCA0}" dt="2019-02-25T05:46:27.566" v="2927" actId="208"/>
          <ac:picMkLst>
            <pc:docMk/>
            <pc:sldMk cId="153109634" sldId="480"/>
            <ac:picMk id="19" creationId="{242C8554-FED7-4F94-84C3-300B29A0AB2E}"/>
          </ac:picMkLst>
        </pc:picChg>
        <pc:picChg chg="add mod modCrop">
          <ac:chgData name="Choi Jeomki" userId="f1912f8b0928b9f1" providerId="LiveId" clId="{42054B8C-A000-4DBD-9F31-C2094E50BCA0}" dt="2019-02-25T05:46:27.566" v="2927" actId="208"/>
          <ac:picMkLst>
            <pc:docMk/>
            <pc:sldMk cId="153109634" sldId="480"/>
            <ac:picMk id="20" creationId="{CBDA60AF-8065-4D1D-A1BE-580689D8A4B6}"/>
          </ac:picMkLst>
        </pc:picChg>
        <pc:picChg chg="add mod modCrop">
          <ac:chgData name="Choi Jeomki" userId="f1912f8b0928b9f1" providerId="LiveId" clId="{42054B8C-A000-4DBD-9F31-C2094E50BCA0}" dt="2019-02-25T05:46:27.566" v="2927" actId="208"/>
          <ac:picMkLst>
            <pc:docMk/>
            <pc:sldMk cId="153109634" sldId="480"/>
            <ac:picMk id="21" creationId="{52448CD5-DACB-4181-89AF-4C5B18225CCA}"/>
          </ac:picMkLst>
        </pc:picChg>
      </pc:sldChg>
      <pc:sldChg chg="addSp modSp add">
        <pc:chgData name="Choi Jeomki" userId="f1912f8b0928b9f1" providerId="LiveId" clId="{42054B8C-A000-4DBD-9F31-C2094E50BCA0}" dt="2019-02-25T06:28:30.839" v="3902" actId="20577"/>
        <pc:sldMkLst>
          <pc:docMk/>
          <pc:sldMk cId="2825918065" sldId="481"/>
        </pc:sldMkLst>
        <pc:spChg chg="mod">
          <ac:chgData name="Choi Jeomki" userId="f1912f8b0928b9f1" providerId="LiveId" clId="{42054B8C-A000-4DBD-9F31-C2094E50BCA0}" dt="2019-02-25T06:17:16.773" v="3412"/>
          <ac:spMkLst>
            <pc:docMk/>
            <pc:sldMk cId="2825918065" sldId="481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06:28:30.839" v="3902" actId="20577"/>
          <ac:spMkLst>
            <pc:docMk/>
            <pc:sldMk cId="2825918065" sldId="481"/>
            <ac:spMk id="3" creationId="{00000000-0000-0000-0000-000000000000}"/>
          </ac:spMkLst>
        </pc:spChg>
        <pc:spChg chg="mod ord">
          <ac:chgData name="Choi Jeomki" userId="f1912f8b0928b9f1" providerId="LiveId" clId="{42054B8C-A000-4DBD-9F31-C2094E50BCA0}" dt="2019-02-25T06:28:03.648" v="3862" actId="167"/>
          <ac:spMkLst>
            <pc:docMk/>
            <pc:sldMk cId="2825918065" sldId="481"/>
            <ac:spMk id="4" creationId="{C79D062B-1463-45B2-A25C-0E3B98914C04}"/>
          </ac:spMkLst>
        </pc:spChg>
        <pc:spChg chg="add mod ord">
          <ac:chgData name="Choi Jeomki" userId="f1912f8b0928b9f1" providerId="LiveId" clId="{42054B8C-A000-4DBD-9F31-C2094E50BCA0}" dt="2019-02-25T06:28:06.603" v="3863" actId="20577"/>
          <ac:spMkLst>
            <pc:docMk/>
            <pc:sldMk cId="2825918065" sldId="481"/>
            <ac:spMk id="8" creationId="{259AB115-2495-4267-81F6-0AF0F9DDC766}"/>
          </ac:spMkLst>
        </pc:spChg>
        <pc:picChg chg="add mod modCrop">
          <ac:chgData name="Choi Jeomki" userId="f1912f8b0928b9f1" providerId="LiveId" clId="{42054B8C-A000-4DBD-9F31-C2094E50BCA0}" dt="2019-02-25T06:27:49.678" v="3858" actId="552"/>
          <ac:picMkLst>
            <pc:docMk/>
            <pc:sldMk cId="2825918065" sldId="481"/>
            <ac:picMk id="5" creationId="{C812472E-A21D-4B02-98F6-974A347EF9FB}"/>
          </ac:picMkLst>
        </pc:picChg>
        <pc:picChg chg="add mod modCrop">
          <ac:chgData name="Choi Jeomki" userId="f1912f8b0928b9f1" providerId="LiveId" clId="{42054B8C-A000-4DBD-9F31-C2094E50BCA0}" dt="2019-02-25T06:27:49.678" v="3858" actId="552"/>
          <ac:picMkLst>
            <pc:docMk/>
            <pc:sldMk cId="2825918065" sldId="481"/>
            <ac:picMk id="6" creationId="{478FB563-707E-474A-A5E7-878E746FBC50}"/>
          </ac:picMkLst>
        </pc:picChg>
        <pc:picChg chg="add mod">
          <ac:chgData name="Choi Jeomki" userId="f1912f8b0928b9f1" providerId="LiveId" clId="{42054B8C-A000-4DBD-9F31-C2094E50BCA0}" dt="2019-02-25T06:28:16.153" v="3867" actId="1035"/>
          <ac:picMkLst>
            <pc:docMk/>
            <pc:sldMk cId="2825918065" sldId="481"/>
            <ac:picMk id="7" creationId="{0FED930A-C58D-42E4-B117-1BE6C26CE650}"/>
          </ac:picMkLst>
        </pc:picChg>
      </pc:sldChg>
      <pc:sldChg chg="addSp delSp modSp add">
        <pc:chgData name="Choi Jeomki" userId="f1912f8b0928b9f1" providerId="LiveId" clId="{42054B8C-A000-4DBD-9F31-C2094E50BCA0}" dt="2019-03-07T12:36:53.186" v="7750" actId="208"/>
        <pc:sldMkLst>
          <pc:docMk/>
          <pc:sldMk cId="3967384706" sldId="487"/>
        </pc:sldMkLst>
        <pc:spChg chg="mod">
          <ac:chgData name="Choi Jeomki" userId="f1912f8b0928b9f1" providerId="LiveId" clId="{42054B8C-A000-4DBD-9F31-C2094E50BCA0}" dt="2019-02-25T05:43:15.033" v="2729" actId="20577"/>
          <ac:spMkLst>
            <pc:docMk/>
            <pc:sldMk cId="3967384706" sldId="487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05:43:51.687" v="2867" actId="20577"/>
          <ac:spMkLst>
            <pc:docMk/>
            <pc:sldMk cId="3967384706" sldId="487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3-07T12:30:52.408" v="7749" actId="20577"/>
          <ac:spMkLst>
            <pc:docMk/>
            <pc:sldMk cId="3967384706" sldId="487"/>
            <ac:spMk id="4" creationId="{C79D062B-1463-45B2-A25C-0E3B98914C04}"/>
          </ac:spMkLst>
        </pc:spChg>
        <pc:spChg chg="del">
          <ac:chgData name="Choi Jeomki" userId="f1912f8b0928b9f1" providerId="LiveId" clId="{42054B8C-A000-4DBD-9F31-C2094E50BCA0}" dt="2019-02-25T05:44:05.813" v="2868" actId="478"/>
          <ac:spMkLst>
            <pc:docMk/>
            <pc:sldMk cId="3967384706" sldId="487"/>
            <ac:spMk id="13" creationId="{C5155D90-7461-428F-B18F-74019D5D4A85}"/>
          </ac:spMkLst>
        </pc:spChg>
        <pc:picChg chg="del">
          <ac:chgData name="Choi Jeomki" userId="f1912f8b0928b9f1" providerId="LiveId" clId="{42054B8C-A000-4DBD-9F31-C2094E50BCA0}" dt="2019-02-25T05:44:05.813" v="2868" actId="478"/>
          <ac:picMkLst>
            <pc:docMk/>
            <pc:sldMk cId="3967384706" sldId="487"/>
            <ac:picMk id="5" creationId="{16824918-D2FF-43DF-A9E9-6E7CED773C48}"/>
          </ac:picMkLst>
        </pc:picChg>
        <pc:picChg chg="del">
          <ac:chgData name="Choi Jeomki" userId="f1912f8b0928b9f1" providerId="LiveId" clId="{42054B8C-A000-4DBD-9F31-C2094E50BCA0}" dt="2019-02-25T05:44:05.813" v="2868" actId="478"/>
          <ac:picMkLst>
            <pc:docMk/>
            <pc:sldMk cId="3967384706" sldId="487"/>
            <ac:picMk id="6" creationId="{FAC73E78-570E-42F6-B3CB-0A83FDF579D0}"/>
          </ac:picMkLst>
        </pc:picChg>
        <pc:picChg chg="add mod">
          <ac:chgData name="Choi Jeomki" userId="f1912f8b0928b9f1" providerId="LiveId" clId="{42054B8C-A000-4DBD-9F31-C2094E50BCA0}" dt="2019-02-25T05:47:37.421" v="2951" actId="1076"/>
          <ac:picMkLst>
            <pc:docMk/>
            <pc:sldMk cId="3967384706" sldId="487"/>
            <ac:picMk id="7" creationId="{671A2398-E792-4BCD-8841-E426F278EB11}"/>
          </ac:picMkLst>
        </pc:picChg>
        <pc:picChg chg="add mod">
          <ac:chgData name="Choi Jeomki" userId="f1912f8b0928b9f1" providerId="LiveId" clId="{42054B8C-A000-4DBD-9F31-C2094E50BCA0}" dt="2019-03-07T12:36:53.186" v="7750" actId="208"/>
          <ac:picMkLst>
            <pc:docMk/>
            <pc:sldMk cId="3967384706" sldId="487"/>
            <ac:picMk id="8" creationId="{767B5308-3750-4777-BBDE-655ECAB2446D}"/>
          </ac:picMkLst>
        </pc:picChg>
        <pc:picChg chg="del">
          <ac:chgData name="Choi Jeomki" userId="f1912f8b0928b9f1" providerId="LiveId" clId="{42054B8C-A000-4DBD-9F31-C2094E50BCA0}" dt="2019-02-25T05:44:05.813" v="2868" actId="478"/>
          <ac:picMkLst>
            <pc:docMk/>
            <pc:sldMk cId="3967384706" sldId="487"/>
            <ac:picMk id="14" creationId="{A51173E1-4641-47F9-B3BD-BA8D87C31227}"/>
          </ac:picMkLst>
        </pc:picChg>
        <pc:picChg chg="del">
          <ac:chgData name="Choi Jeomki" userId="f1912f8b0928b9f1" providerId="LiveId" clId="{42054B8C-A000-4DBD-9F31-C2094E50BCA0}" dt="2019-02-25T05:44:07.760" v="2869" actId="478"/>
          <ac:picMkLst>
            <pc:docMk/>
            <pc:sldMk cId="3967384706" sldId="487"/>
            <ac:picMk id="15" creationId="{365F7015-796D-437E-AEC7-D88CEA83AF88}"/>
          </ac:picMkLst>
        </pc:picChg>
        <pc:picChg chg="add mod">
          <ac:chgData name="Choi Jeomki" userId="f1912f8b0928b9f1" providerId="LiveId" clId="{42054B8C-A000-4DBD-9F31-C2094E50BCA0}" dt="2019-02-25T05:47:38.652" v="2952" actId="1076"/>
          <ac:picMkLst>
            <pc:docMk/>
            <pc:sldMk cId="3967384706" sldId="487"/>
            <ac:picMk id="16" creationId="{8DDE80B8-1D72-4F87-BF16-C86E89C96A48}"/>
          </ac:picMkLst>
        </pc:picChg>
        <pc:picChg chg="add del mod">
          <ac:chgData name="Choi Jeomki" userId="f1912f8b0928b9f1" providerId="LiveId" clId="{42054B8C-A000-4DBD-9F31-C2094E50BCA0}" dt="2019-02-25T05:47:03.196" v="2936" actId="478"/>
          <ac:picMkLst>
            <pc:docMk/>
            <pc:sldMk cId="3967384706" sldId="487"/>
            <ac:picMk id="17" creationId="{BD4578D0-0CE9-48AC-8961-EED980141440}"/>
          </ac:picMkLst>
        </pc:picChg>
        <pc:picChg chg="del">
          <ac:chgData name="Choi Jeomki" userId="f1912f8b0928b9f1" providerId="LiveId" clId="{42054B8C-A000-4DBD-9F31-C2094E50BCA0}" dt="2019-02-25T05:44:05.813" v="2868" actId="478"/>
          <ac:picMkLst>
            <pc:docMk/>
            <pc:sldMk cId="3967384706" sldId="487"/>
            <ac:picMk id="19" creationId="{242C8554-FED7-4F94-84C3-300B29A0AB2E}"/>
          </ac:picMkLst>
        </pc:picChg>
        <pc:picChg chg="del">
          <ac:chgData name="Choi Jeomki" userId="f1912f8b0928b9f1" providerId="LiveId" clId="{42054B8C-A000-4DBD-9F31-C2094E50BCA0}" dt="2019-02-25T05:44:05.813" v="2868" actId="478"/>
          <ac:picMkLst>
            <pc:docMk/>
            <pc:sldMk cId="3967384706" sldId="487"/>
            <ac:picMk id="20" creationId="{CBDA60AF-8065-4D1D-A1BE-580689D8A4B6}"/>
          </ac:picMkLst>
        </pc:picChg>
        <pc:picChg chg="del">
          <ac:chgData name="Choi Jeomki" userId="f1912f8b0928b9f1" providerId="LiveId" clId="{42054B8C-A000-4DBD-9F31-C2094E50BCA0}" dt="2019-02-25T05:44:05.813" v="2868" actId="478"/>
          <ac:picMkLst>
            <pc:docMk/>
            <pc:sldMk cId="3967384706" sldId="487"/>
            <ac:picMk id="21" creationId="{52448CD5-DACB-4181-89AF-4C5B18225CCA}"/>
          </ac:picMkLst>
        </pc:picChg>
      </pc:sldChg>
      <pc:sldChg chg="addSp delSp modSp add">
        <pc:chgData name="Choi Jeomki" userId="f1912f8b0928b9f1" providerId="LiveId" clId="{42054B8C-A000-4DBD-9F31-C2094E50BCA0}" dt="2019-02-25T06:06:03.771" v="3230" actId="20577"/>
        <pc:sldMkLst>
          <pc:docMk/>
          <pc:sldMk cId="4268705912" sldId="488"/>
        </pc:sldMkLst>
        <pc:spChg chg="mod">
          <ac:chgData name="Choi Jeomki" userId="f1912f8b0928b9f1" providerId="LiveId" clId="{42054B8C-A000-4DBD-9F31-C2094E50BCA0}" dt="2019-02-25T05:48:16.039" v="2969"/>
          <ac:spMkLst>
            <pc:docMk/>
            <pc:sldMk cId="4268705912" sldId="488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05:48:36.146" v="3035" actId="20577"/>
          <ac:spMkLst>
            <pc:docMk/>
            <pc:sldMk cId="4268705912" sldId="488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2-25T06:04:08.356" v="3215" actId="14100"/>
          <ac:spMkLst>
            <pc:docMk/>
            <pc:sldMk cId="4268705912" sldId="488"/>
            <ac:spMk id="4" creationId="{C79D062B-1463-45B2-A25C-0E3B98914C04}"/>
          </ac:spMkLst>
        </pc:spChg>
        <pc:spChg chg="mod">
          <ac:chgData name="Choi Jeomki" userId="f1912f8b0928b9f1" providerId="LiveId" clId="{42054B8C-A000-4DBD-9F31-C2094E50BCA0}" dt="2019-02-25T06:06:03.771" v="3230" actId="20577"/>
          <ac:spMkLst>
            <pc:docMk/>
            <pc:sldMk cId="4268705912" sldId="488"/>
            <ac:spMk id="13" creationId="{C5155D90-7461-428F-B18F-74019D5D4A85}"/>
          </ac:spMkLst>
        </pc:spChg>
        <pc:picChg chg="del">
          <ac:chgData name="Choi Jeomki" userId="f1912f8b0928b9f1" providerId="LiveId" clId="{42054B8C-A000-4DBD-9F31-C2094E50BCA0}" dt="2019-02-25T05:49:38.104" v="3041" actId="478"/>
          <ac:picMkLst>
            <pc:docMk/>
            <pc:sldMk cId="4268705912" sldId="488"/>
            <ac:picMk id="5" creationId="{16824918-D2FF-43DF-A9E9-6E7CED773C48}"/>
          </ac:picMkLst>
        </pc:picChg>
        <pc:picChg chg="del">
          <ac:chgData name="Choi Jeomki" userId="f1912f8b0928b9f1" providerId="LiveId" clId="{42054B8C-A000-4DBD-9F31-C2094E50BCA0}" dt="2019-02-25T05:49:38.104" v="3041" actId="478"/>
          <ac:picMkLst>
            <pc:docMk/>
            <pc:sldMk cId="4268705912" sldId="488"/>
            <ac:picMk id="6" creationId="{FAC73E78-570E-42F6-B3CB-0A83FDF579D0}"/>
          </ac:picMkLst>
        </pc:picChg>
        <pc:picChg chg="add mod modCrop">
          <ac:chgData name="Choi Jeomki" userId="f1912f8b0928b9f1" providerId="LiveId" clId="{42054B8C-A000-4DBD-9F31-C2094E50BCA0}" dt="2019-02-25T06:04:13.101" v="3216" actId="208"/>
          <ac:picMkLst>
            <pc:docMk/>
            <pc:sldMk cId="4268705912" sldId="488"/>
            <ac:picMk id="7" creationId="{7F3A2052-1EDD-45F2-BDF4-D27FF7DBB008}"/>
          </ac:picMkLst>
        </pc:picChg>
        <pc:picChg chg="add mod">
          <ac:chgData name="Choi Jeomki" userId="f1912f8b0928b9f1" providerId="LiveId" clId="{42054B8C-A000-4DBD-9F31-C2094E50BCA0}" dt="2019-02-25T06:04:13.101" v="3216" actId="208"/>
          <ac:picMkLst>
            <pc:docMk/>
            <pc:sldMk cId="4268705912" sldId="488"/>
            <ac:picMk id="8" creationId="{272620EA-A90D-4354-97ED-A4F0B6C5E9B4}"/>
          </ac:picMkLst>
        </pc:picChg>
        <pc:picChg chg="add mod">
          <ac:chgData name="Choi Jeomki" userId="f1912f8b0928b9f1" providerId="LiveId" clId="{42054B8C-A000-4DBD-9F31-C2094E50BCA0}" dt="2019-02-25T06:04:13.101" v="3216" actId="208"/>
          <ac:picMkLst>
            <pc:docMk/>
            <pc:sldMk cId="4268705912" sldId="488"/>
            <ac:picMk id="9" creationId="{7C06F487-1CE4-4AF5-9415-72793599BE6B}"/>
          </ac:picMkLst>
        </pc:picChg>
        <pc:picChg chg="add mod">
          <ac:chgData name="Choi Jeomki" userId="f1912f8b0928b9f1" providerId="LiveId" clId="{42054B8C-A000-4DBD-9F31-C2094E50BCA0}" dt="2019-02-25T06:04:13.101" v="3216" actId="208"/>
          <ac:picMkLst>
            <pc:docMk/>
            <pc:sldMk cId="4268705912" sldId="488"/>
            <ac:picMk id="10" creationId="{CFF148D5-1438-4755-B272-B80C38FD4024}"/>
          </ac:picMkLst>
        </pc:picChg>
        <pc:picChg chg="add del mod">
          <ac:chgData name="Choi Jeomki" userId="f1912f8b0928b9f1" providerId="LiveId" clId="{42054B8C-A000-4DBD-9F31-C2094E50BCA0}" dt="2019-02-25T05:55:31.399" v="3105" actId="478"/>
          <ac:picMkLst>
            <pc:docMk/>
            <pc:sldMk cId="4268705912" sldId="488"/>
            <ac:picMk id="11" creationId="{E9C84E09-0ED2-4738-AACB-5727506BED12}"/>
          </ac:picMkLst>
        </pc:picChg>
        <pc:picChg chg="add del mod">
          <ac:chgData name="Choi Jeomki" userId="f1912f8b0928b9f1" providerId="LiveId" clId="{42054B8C-A000-4DBD-9F31-C2094E50BCA0}" dt="2019-02-25T05:55:31.399" v="3105" actId="478"/>
          <ac:picMkLst>
            <pc:docMk/>
            <pc:sldMk cId="4268705912" sldId="488"/>
            <ac:picMk id="12" creationId="{035E903C-5ED9-4CA7-81F9-5A6DCB2EF847}"/>
          </ac:picMkLst>
        </pc:picChg>
        <pc:picChg chg="del">
          <ac:chgData name="Choi Jeomki" userId="f1912f8b0928b9f1" providerId="LiveId" clId="{42054B8C-A000-4DBD-9F31-C2094E50BCA0}" dt="2019-02-25T05:49:38.104" v="3041" actId="478"/>
          <ac:picMkLst>
            <pc:docMk/>
            <pc:sldMk cId="4268705912" sldId="488"/>
            <ac:picMk id="14" creationId="{A51173E1-4641-47F9-B3BD-BA8D87C31227}"/>
          </ac:picMkLst>
        </pc:picChg>
        <pc:picChg chg="del">
          <ac:chgData name="Choi Jeomki" userId="f1912f8b0928b9f1" providerId="LiveId" clId="{42054B8C-A000-4DBD-9F31-C2094E50BCA0}" dt="2019-02-25T05:49:38.104" v="3041" actId="478"/>
          <ac:picMkLst>
            <pc:docMk/>
            <pc:sldMk cId="4268705912" sldId="488"/>
            <ac:picMk id="15" creationId="{365F7015-796D-437E-AEC7-D88CEA83AF88}"/>
          </ac:picMkLst>
        </pc:picChg>
        <pc:picChg chg="add del mod">
          <ac:chgData name="Choi Jeomki" userId="f1912f8b0928b9f1" providerId="LiveId" clId="{42054B8C-A000-4DBD-9F31-C2094E50BCA0}" dt="2019-02-25T05:50:25.203" v="3061" actId="478"/>
          <ac:picMkLst>
            <pc:docMk/>
            <pc:sldMk cId="4268705912" sldId="488"/>
            <ac:picMk id="16" creationId="{22A2D0F2-B88C-4EDF-91A9-9D4EFA939C07}"/>
          </ac:picMkLst>
        </pc:picChg>
        <pc:picChg chg="add del mod">
          <ac:chgData name="Choi Jeomki" userId="f1912f8b0928b9f1" providerId="LiveId" clId="{42054B8C-A000-4DBD-9F31-C2094E50BCA0}" dt="2019-02-25T05:50:24.451" v="3060" actId="478"/>
          <ac:picMkLst>
            <pc:docMk/>
            <pc:sldMk cId="4268705912" sldId="488"/>
            <ac:picMk id="17" creationId="{F166419E-3BFF-45DA-97D4-9B05018C7075}"/>
          </ac:picMkLst>
        </pc:picChg>
        <pc:picChg chg="add del mod modCrop">
          <ac:chgData name="Choi Jeomki" userId="f1912f8b0928b9f1" providerId="LiveId" clId="{42054B8C-A000-4DBD-9F31-C2094E50BCA0}" dt="2019-02-25T05:50:23.970" v="3059" actId="478"/>
          <ac:picMkLst>
            <pc:docMk/>
            <pc:sldMk cId="4268705912" sldId="488"/>
            <ac:picMk id="18" creationId="{D4851E3E-A57D-4EA2-9364-82BD60F15841}"/>
          </ac:picMkLst>
        </pc:picChg>
        <pc:picChg chg="del">
          <ac:chgData name="Choi Jeomki" userId="f1912f8b0928b9f1" providerId="LiveId" clId="{42054B8C-A000-4DBD-9F31-C2094E50BCA0}" dt="2019-02-25T05:51:27.810" v="3082" actId="478"/>
          <ac:picMkLst>
            <pc:docMk/>
            <pc:sldMk cId="4268705912" sldId="488"/>
            <ac:picMk id="19" creationId="{242C8554-FED7-4F94-84C3-300B29A0AB2E}"/>
          </ac:picMkLst>
        </pc:picChg>
        <pc:picChg chg="del">
          <ac:chgData name="Choi Jeomki" userId="f1912f8b0928b9f1" providerId="LiveId" clId="{42054B8C-A000-4DBD-9F31-C2094E50BCA0}" dt="2019-02-25T05:51:27.810" v="3082" actId="478"/>
          <ac:picMkLst>
            <pc:docMk/>
            <pc:sldMk cId="4268705912" sldId="488"/>
            <ac:picMk id="20" creationId="{CBDA60AF-8065-4D1D-A1BE-580689D8A4B6}"/>
          </ac:picMkLst>
        </pc:picChg>
        <pc:picChg chg="del">
          <ac:chgData name="Choi Jeomki" userId="f1912f8b0928b9f1" providerId="LiveId" clId="{42054B8C-A000-4DBD-9F31-C2094E50BCA0}" dt="2019-02-25T05:51:27.810" v="3082" actId="478"/>
          <ac:picMkLst>
            <pc:docMk/>
            <pc:sldMk cId="4268705912" sldId="488"/>
            <ac:picMk id="21" creationId="{52448CD5-DACB-4181-89AF-4C5B18225CCA}"/>
          </ac:picMkLst>
        </pc:picChg>
      </pc:sldChg>
      <pc:sldChg chg="addSp delSp modSp add">
        <pc:chgData name="Choi Jeomki" userId="f1912f8b0928b9f1" providerId="LiveId" clId="{42054B8C-A000-4DBD-9F31-C2094E50BCA0}" dt="2019-02-26T04:40:14.662" v="7743"/>
        <pc:sldMkLst>
          <pc:docMk/>
          <pc:sldMk cId="3681752224" sldId="489"/>
        </pc:sldMkLst>
        <pc:spChg chg="mod">
          <ac:chgData name="Choi Jeomki" userId="f1912f8b0928b9f1" providerId="LiveId" clId="{42054B8C-A000-4DBD-9F31-C2094E50BCA0}" dt="2019-02-25T06:16:27.349" v="3353" actId="20577"/>
          <ac:spMkLst>
            <pc:docMk/>
            <pc:sldMk cId="3681752224" sldId="489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06:16:14.732" v="3352" actId="14100"/>
          <ac:spMkLst>
            <pc:docMk/>
            <pc:sldMk cId="3681752224" sldId="489"/>
            <ac:spMk id="4" creationId="{C79D062B-1463-45B2-A25C-0E3B98914C04}"/>
          </ac:spMkLst>
        </pc:spChg>
        <pc:spChg chg="add del">
          <ac:chgData name="Choi Jeomki" userId="f1912f8b0928b9f1" providerId="LiveId" clId="{42054B8C-A000-4DBD-9F31-C2094E50BCA0}" dt="2019-02-25T06:02:48.907" v="3202"/>
          <ac:spMkLst>
            <pc:docMk/>
            <pc:sldMk cId="3681752224" sldId="489"/>
            <ac:spMk id="6" creationId="{AD36D464-7508-4123-B994-6F4B3D9FFF99}"/>
          </ac:spMkLst>
        </pc:spChg>
        <pc:spChg chg="mod">
          <ac:chgData name="Choi Jeomki" userId="f1912f8b0928b9f1" providerId="LiveId" clId="{42054B8C-A000-4DBD-9F31-C2094E50BCA0}" dt="2019-02-26T04:40:14.662" v="7743"/>
          <ac:spMkLst>
            <pc:docMk/>
            <pc:sldMk cId="3681752224" sldId="489"/>
            <ac:spMk id="13" creationId="{C5155D90-7461-428F-B18F-74019D5D4A85}"/>
          </ac:spMkLst>
        </pc:spChg>
        <pc:spChg chg="add del">
          <ac:chgData name="Choi Jeomki" userId="f1912f8b0928b9f1" providerId="LiveId" clId="{42054B8C-A000-4DBD-9F31-C2094E50BCA0}" dt="2019-02-25T06:02:54.210" v="3204"/>
          <ac:spMkLst>
            <pc:docMk/>
            <pc:sldMk cId="3681752224" sldId="489"/>
            <ac:spMk id="14" creationId="{F1D98BE3-7CAB-41A4-AFDB-558DDFE7EEC6}"/>
          </ac:spMkLst>
        </pc:spChg>
        <pc:picChg chg="add del mod">
          <ac:chgData name="Choi Jeomki" userId="f1912f8b0928b9f1" providerId="LiveId" clId="{42054B8C-A000-4DBD-9F31-C2094E50BCA0}" dt="2019-02-25T05:56:36.209" v="3184" actId="478"/>
          <ac:picMkLst>
            <pc:docMk/>
            <pc:sldMk cId="3681752224" sldId="489"/>
            <ac:picMk id="5" creationId="{438759A4-A3E6-43C4-97A0-27257696ECFC}"/>
          </ac:picMkLst>
        </pc:picChg>
        <pc:picChg chg="del">
          <ac:chgData name="Choi Jeomki" userId="f1912f8b0928b9f1" providerId="LiveId" clId="{42054B8C-A000-4DBD-9F31-C2094E50BCA0}" dt="2019-02-25T05:55:54.557" v="3113" actId="478"/>
          <ac:picMkLst>
            <pc:docMk/>
            <pc:sldMk cId="3681752224" sldId="489"/>
            <ac:picMk id="7" creationId="{7F3A2052-1EDD-45F2-BDF4-D27FF7DBB008}"/>
          </ac:picMkLst>
        </pc:picChg>
        <pc:picChg chg="del">
          <ac:chgData name="Choi Jeomki" userId="f1912f8b0928b9f1" providerId="LiveId" clId="{42054B8C-A000-4DBD-9F31-C2094E50BCA0}" dt="2019-02-25T05:55:54.557" v="3113" actId="478"/>
          <ac:picMkLst>
            <pc:docMk/>
            <pc:sldMk cId="3681752224" sldId="489"/>
            <ac:picMk id="8" creationId="{272620EA-A90D-4354-97ED-A4F0B6C5E9B4}"/>
          </ac:picMkLst>
        </pc:picChg>
        <pc:picChg chg="del">
          <ac:chgData name="Choi Jeomki" userId="f1912f8b0928b9f1" providerId="LiveId" clId="{42054B8C-A000-4DBD-9F31-C2094E50BCA0}" dt="2019-02-25T05:55:54.557" v="3113" actId="478"/>
          <ac:picMkLst>
            <pc:docMk/>
            <pc:sldMk cId="3681752224" sldId="489"/>
            <ac:picMk id="9" creationId="{7C06F487-1CE4-4AF5-9415-72793599BE6B}"/>
          </ac:picMkLst>
        </pc:picChg>
        <pc:picChg chg="del">
          <ac:chgData name="Choi Jeomki" userId="f1912f8b0928b9f1" providerId="LiveId" clId="{42054B8C-A000-4DBD-9F31-C2094E50BCA0}" dt="2019-02-25T05:55:54.557" v="3113" actId="478"/>
          <ac:picMkLst>
            <pc:docMk/>
            <pc:sldMk cId="3681752224" sldId="489"/>
            <ac:picMk id="10" creationId="{CFF148D5-1438-4755-B272-B80C38FD4024}"/>
          </ac:picMkLst>
        </pc:picChg>
        <pc:picChg chg="del mod">
          <ac:chgData name="Choi Jeomki" userId="f1912f8b0928b9f1" providerId="LiveId" clId="{42054B8C-A000-4DBD-9F31-C2094E50BCA0}" dt="2019-02-25T06:12:43.335" v="3318" actId="478"/>
          <ac:picMkLst>
            <pc:docMk/>
            <pc:sldMk cId="3681752224" sldId="489"/>
            <ac:picMk id="11" creationId="{E9C84E09-0ED2-4738-AACB-5727506BED12}"/>
          </ac:picMkLst>
        </pc:picChg>
        <pc:picChg chg="del mod">
          <ac:chgData name="Choi Jeomki" userId="f1912f8b0928b9f1" providerId="LiveId" clId="{42054B8C-A000-4DBD-9F31-C2094E50BCA0}" dt="2019-02-25T06:14:33.836" v="3327" actId="478"/>
          <ac:picMkLst>
            <pc:docMk/>
            <pc:sldMk cId="3681752224" sldId="489"/>
            <ac:picMk id="12" creationId="{035E903C-5ED9-4CA7-81F9-5A6DCB2EF847}"/>
          </ac:picMkLst>
        </pc:picChg>
        <pc:picChg chg="add del mod">
          <ac:chgData name="Choi Jeomki" userId="f1912f8b0928b9f1" providerId="LiveId" clId="{42054B8C-A000-4DBD-9F31-C2094E50BCA0}" dt="2019-02-25T06:03:16.029" v="3207" actId="478"/>
          <ac:picMkLst>
            <pc:docMk/>
            <pc:sldMk cId="3681752224" sldId="489"/>
            <ac:picMk id="15" creationId="{EAB988E7-0A4E-4E2C-9336-6A961C1C4C31}"/>
          </ac:picMkLst>
        </pc:picChg>
        <pc:picChg chg="add del mod">
          <ac:chgData name="Choi Jeomki" userId="f1912f8b0928b9f1" providerId="LiveId" clId="{42054B8C-A000-4DBD-9F31-C2094E50BCA0}" dt="2019-02-25T06:06:28.911" v="3231" actId="478"/>
          <ac:picMkLst>
            <pc:docMk/>
            <pc:sldMk cId="3681752224" sldId="489"/>
            <ac:picMk id="16" creationId="{C4051D29-93A8-4AB9-A12C-48AAD90EE295}"/>
          </ac:picMkLst>
        </pc:picChg>
        <pc:picChg chg="add del mod modCrop">
          <ac:chgData name="Choi Jeomki" userId="f1912f8b0928b9f1" providerId="LiveId" clId="{42054B8C-A000-4DBD-9F31-C2094E50BCA0}" dt="2019-02-25T06:08:51.343" v="3264" actId="478"/>
          <ac:picMkLst>
            <pc:docMk/>
            <pc:sldMk cId="3681752224" sldId="489"/>
            <ac:picMk id="17" creationId="{85E602CE-EB5C-43BC-8AA1-F58DE169A021}"/>
          </ac:picMkLst>
        </pc:picChg>
        <pc:picChg chg="add del mod modCrop">
          <ac:chgData name="Choi Jeomki" userId="f1912f8b0928b9f1" providerId="LiveId" clId="{42054B8C-A000-4DBD-9F31-C2094E50BCA0}" dt="2019-02-25T06:08:51.343" v="3264" actId="478"/>
          <ac:picMkLst>
            <pc:docMk/>
            <pc:sldMk cId="3681752224" sldId="489"/>
            <ac:picMk id="18" creationId="{E2BABF38-B804-4918-A8E0-D5BEF10242AA}"/>
          </ac:picMkLst>
        </pc:picChg>
        <pc:picChg chg="add del mod modCrop">
          <ac:chgData name="Choi Jeomki" userId="f1912f8b0928b9f1" providerId="LiveId" clId="{42054B8C-A000-4DBD-9F31-C2094E50BCA0}" dt="2019-02-25T06:09:09.035" v="3267" actId="478"/>
          <ac:picMkLst>
            <pc:docMk/>
            <pc:sldMk cId="3681752224" sldId="489"/>
            <ac:picMk id="19" creationId="{276E905B-EBA2-4EB3-A9C1-8FD32D29B178}"/>
          </ac:picMkLst>
        </pc:picChg>
        <pc:picChg chg="add mod modCrop">
          <ac:chgData name="Choi Jeomki" userId="f1912f8b0928b9f1" providerId="LiveId" clId="{42054B8C-A000-4DBD-9F31-C2094E50BCA0}" dt="2019-02-25T06:16:01.716" v="3347" actId="208"/>
          <ac:picMkLst>
            <pc:docMk/>
            <pc:sldMk cId="3681752224" sldId="489"/>
            <ac:picMk id="20" creationId="{4F227C81-084E-4AA4-AC93-3363B378C9C8}"/>
          </ac:picMkLst>
        </pc:picChg>
        <pc:picChg chg="add del mod">
          <ac:chgData name="Choi Jeomki" userId="f1912f8b0928b9f1" providerId="LiveId" clId="{42054B8C-A000-4DBD-9F31-C2094E50BCA0}" dt="2019-02-25T06:09:51.796" v="3280" actId="478"/>
          <ac:picMkLst>
            <pc:docMk/>
            <pc:sldMk cId="3681752224" sldId="489"/>
            <ac:picMk id="21" creationId="{8108341F-8E57-4397-B920-4B9D33DCBBA3}"/>
          </ac:picMkLst>
        </pc:picChg>
        <pc:picChg chg="add mod modCrop">
          <ac:chgData name="Choi Jeomki" userId="f1912f8b0928b9f1" providerId="LiveId" clId="{42054B8C-A000-4DBD-9F31-C2094E50BCA0}" dt="2019-02-25T06:16:01.716" v="3347" actId="208"/>
          <ac:picMkLst>
            <pc:docMk/>
            <pc:sldMk cId="3681752224" sldId="489"/>
            <ac:picMk id="22" creationId="{88E71807-F7D5-4268-A7F7-2655870CC836}"/>
          </ac:picMkLst>
        </pc:picChg>
        <pc:picChg chg="add mod modCrop">
          <ac:chgData name="Choi Jeomki" userId="f1912f8b0928b9f1" providerId="LiveId" clId="{42054B8C-A000-4DBD-9F31-C2094E50BCA0}" dt="2019-02-25T06:16:01.716" v="3347" actId="208"/>
          <ac:picMkLst>
            <pc:docMk/>
            <pc:sldMk cId="3681752224" sldId="489"/>
            <ac:picMk id="23" creationId="{BA495BA5-7DFB-4DA1-AF6A-F05DCFE839F2}"/>
          </ac:picMkLst>
        </pc:picChg>
        <pc:picChg chg="add mod">
          <ac:chgData name="Choi Jeomki" userId="f1912f8b0928b9f1" providerId="LiveId" clId="{42054B8C-A000-4DBD-9F31-C2094E50BCA0}" dt="2019-02-25T06:16:11.540" v="3351" actId="1076"/>
          <ac:picMkLst>
            <pc:docMk/>
            <pc:sldMk cId="3681752224" sldId="489"/>
            <ac:picMk id="24" creationId="{E8F18768-569D-40FC-976D-7D90BA82F464}"/>
          </ac:picMkLst>
        </pc:picChg>
        <pc:picChg chg="add del mod">
          <ac:chgData name="Choi Jeomki" userId="f1912f8b0928b9f1" providerId="LiveId" clId="{42054B8C-A000-4DBD-9F31-C2094E50BCA0}" dt="2019-02-25T06:15:36.661" v="3336" actId="478"/>
          <ac:picMkLst>
            <pc:docMk/>
            <pc:sldMk cId="3681752224" sldId="489"/>
            <ac:picMk id="25" creationId="{0C897923-B909-455F-829D-6EC1D0EA191D}"/>
          </ac:picMkLst>
        </pc:picChg>
        <pc:picChg chg="add mod">
          <ac:chgData name="Choi Jeomki" userId="f1912f8b0928b9f1" providerId="LiveId" clId="{42054B8C-A000-4DBD-9F31-C2094E50BCA0}" dt="2019-02-25T06:16:08.997" v="3350" actId="1076"/>
          <ac:picMkLst>
            <pc:docMk/>
            <pc:sldMk cId="3681752224" sldId="489"/>
            <ac:picMk id="26" creationId="{E82C0549-16E0-445F-B209-5E3D735B4EEE}"/>
          </ac:picMkLst>
        </pc:picChg>
      </pc:sldChg>
      <pc:sldChg chg="addSp delSp modSp add">
        <pc:chgData name="Choi Jeomki" userId="f1912f8b0928b9f1" providerId="LiveId" clId="{42054B8C-A000-4DBD-9F31-C2094E50BCA0}" dt="2019-02-25T06:59:18.282" v="4278" actId="1076"/>
        <pc:sldMkLst>
          <pc:docMk/>
          <pc:sldMk cId="2802391421" sldId="490"/>
        </pc:sldMkLst>
        <pc:spChg chg="mod">
          <ac:chgData name="Choi Jeomki" userId="f1912f8b0928b9f1" providerId="LiveId" clId="{42054B8C-A000-4DBD-9F31-C2094E50BCA0}" dt="2019-02-25T06:26:45.048" v="3823"/>
          <ac:spMkLst>
            <pc:docMk/>
            <pc:sldMk cId="2802391421" sldId="490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06:28:22.737" v="3883" actId="20577"/>
          <ac:spMkLst>
            <pc:docMk/>
            <pc:sldMk cId="2802391421" sldId="490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2-25T06:59:07.286" v="4274" actId="20577"/>
          <ac:spMkLst>
            <pc:docMk/>
            <pc:sldMk cId="2802391421" sldId="490"/>
            <ac:spMk id="4" creationId="{C79D062B-1463-45B2-A25C-0E3B98914C04}"/>
          </ac:spMkLst>
        </pc:spChg>
        <pc:picChg chg="del">
          <ac:chgData name="Choi Jeomki" userId="f1912f8b0928b9f1" providerId="LiveId" clId="{42054B8C-A000-4DBD-9F31-C2094E50BCA0}" dt="2019-02-25T06:28:38.213" v="3903" actId="478"/>
          <ac:picMkLst>
            <pc:docMk/>
            <pc:sldMk cId="2802391421" sldId="490"/>
            <ac:picMk id="5" creationId="{C812472E-A21D-4B02-98F6-974A347EF9FB}"/>
          </ac:picMkLst>
        </pc:picChg>
        <pc:picChg chg="del">
          <ac:chgData name="Choi Jeomki" userId="f1912f8b0928b9f1" providerId="LiveId" clId="{42054B8C-A000-4DBD-9F31-C2094E50BCA0}" dt="2019-02-25T06:28:38.213" v="3903" actId="478"/>
          <ac:picMkLst>
            <pc:docMk/>
            <pc:sldMk cId="2802391421" sldId="490"/>
            <ac:picMk id="6" creationId="{478FB563-707E-474A-A5E7-878E746FBC50}"/>
          </ac:picMkLst>
        </pc:picChg>
        <pc:picChg chg="del">
          <ac:chgData name="Choi Jeomki" userId="f1912f8b0928b9f1" providerId="LiveId" clId="{42054B8C-A000-4DBD-9F31-C2094E50BCA0}" dt="2019-02-25T06:28:39.366" v="3904" actId="478"/>
          <ac:picMkLst>
            <pc:docMk/>
            <pc:sldMk cId="2802391421" sldId="490"/>
            <ac:picMk id="7" creationId="{0FED930A-C58D-42E4-B117-1BE6C26CE650}"/>
          </ac:picMkLst>
        </pc:picChg>
        <pc:picChg chg="add del mod">
          <ac:chgData name="Choi Jeomki" userId="f1912f8b0928b9f1" providerId="LiveId" clId="{42054B8C-A000-4DBD-9F31-C2094E50BCA0}" dt="2019-02-25T06:32:58.576" v="3915" actId="478"/>
          <ac:picMkLst>
            <pc:docMk/>
            <pc:sldMk cId="2802391421" sldId="490"/>
            <ac:picMk id="8" creationId="{BC72D28F-BCBB-4674-8AE3-2BE6BEBE774C}"/>
          </ac:picMkLst>
        </pc:picChg>
        <pc:picChg chg="add del mod">
          <ac:chgData name="Choi Jeomki" userId="f1912f8b0928b9f1" providerId="LiveId" clId="{42054B8C-A000-4DBD-9F31-C2094E50BCA0}" dt="2019-02-25T06:52:34.766" v="4232" actId="478"/>
          <ac:picMkLst>
            <pc:docMk/>
            <pc:sldMk cId="2802391421" sldId="490"/>
            <ac:picMk id="9" creationId="{4212618A-B7A2-4BCD-9EA5-FDE5EF44CB74}"/>
          </ac:picMkLst>
        </pc:picChg>
        <pc:picChg chg="add del mod">
          <ac:chgData name="Choi Jeomki" userId="f1912f8b0928b9f1" providerId="LiveId" clId="{42054B8C-A000-4DBD-9F31-C2094E50BCA0}" dt="2019-02-25T06:57:24.454" v="4239" actId="478"/>
          <ac:picMkLst>
            <pc:docMk/>
            <pc:sldMk cId="2802391421" sldId="490"/>
            <ac:picMk id="10" creationId="{208A4AE5-8AD8-48BD-83E5-93001FFAA09F}"/>
          </ac:picMkLst>
        </pc:picChg>
        <pc:picChg chg="add mod">
          <ac:chgData name="Choi Jeomki" userId="f1912f8b0928b9f1" providerId="LiveId" clId="{42054B8C-A000-4DBD-9F31-C2094E50BCA0}" dt="2019-02-25T06:59:18.282" v="4278" actId="1076"/>
          <ac:picMkLst>
            <pc:docMk/>
            <pc:sldMk cId="2802391421" sldId="490"/>
            <ac:picMk id="11" creationId="{9CF41367-B9CB-421A-ABF8-04E813E37236}"/>
          </ac:picMkLst>
        </pc:picChg>
      </pc:sldChg>
      <pc:sldChg chg="addSp delSp modSp add">
        <pc:chgData name="Choi Jeomki" userId="f1912f8b0928b9f1" providerId="LiveId" clId="{42054B8C-A000-4DBD-9F31-C2094E50BCA0}" dt="2019-02-25T23:27:05.018" v="6976"/>
        <pc:sldMkLst>
          <pc:docMk/>
          <pc:sldMk cId="3162623288" sldId="502"/>
        </pc:sldMkLst>
        <pc:spChg chg="mod">
          <ac:chgData name="Choi Jeomki" userId="f1912f8b0928b9f1" providerId="LiveId" clId="{42054B8C-A000-4DBD-9F31-C2094E50BCA0}" dt="2019-02-25T09:19:01.891" v="5924"/>
          <ac:spMkLst>
            <pc:docMk/>
            <pc:sldMk cId="3162623288" sldId="502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23:25:10.678" v="6909" actId="20577"/>
          <ac:spMkLst>
            <pc:docMk/>
            <pc:sldMk cId="3162623288" sldId="502"/>
            <ac:spMk id="3" creationId="{00000000-0000-0000-0000-000000000000}"/>
          </ac:spMkLst>
        </pc:spChg>
        <pc:spChg chg="add del mod">
          <ac:chgData name="Choi Jeomki" userId="f1912f8b0928b9f1" providerId="LiveId" clId="{42054B8C-A000-4DBD-9F31-C2094E50BCA0}" dt="2019-02-25T23:27:05.018" v="6976"/>
          <ac:spMkLst>
            <pc:docMk/>
            <pc:sldMk cId="3162623288" sldId="502"/>
            <ac:spMk id="38" creationId="{F4DCAC67-D458-4C7E-811F-81DA5C608D2E}"/>
          </ac:spMkLst>
        </pc:spChg>
        <pc:spChg chg="del topLvl">
          <ac:chgData name="Choi Jeomki" userId="f1912f8b0928b9f1" providerId="LiveId" clId="{42054B8C-A000-4DBD-9F31-C2094E50BCA0}" dt="2019-02-25T15:43:08.098" v="6497" actId="478"/>
          <ac:spMkLst>
            <pc:docMk/>
            <pc:sldMk cId="3162623288" sldId="502"/>
            <ac:spMk id="42" creationId="{E8366588-4D7C-4BB5-99B0-D7C59C844A79}"/>
          </ac:spMkLst>
        </pc:spChg>
        <pc:spChg chg="del topLvl">
          <ac:chgData name="Choi Jeomki" userId="f1912f8b0928b9f1" providerId="LiveId" clId="{42054B8C-A000-4DBD-9F31-C2094E50BCA0}" dt="2019-02-25T15:43:10.166" v="6498" actId="478"/>
          <ac:spMkLst>
            <pc:docMk/>
            <pc:sldMk cId="3162623288" sldId="502"/>
            <ac:spMk id="43" creationId="{078067A5-235E-41BB-B8EF-7015F2F61005}"/>
          </ac:spMkLst>
        </pc:spChg>
        <pc:spChg chg="add del mod">
          <ac:chgData name="Choi Jeomki" userId="f1912f8b0928b9f1" providerId="LiveId" clId="{42054B8C-A000-4DBD-9F31-C2094E50BCA0}" dt="2019-02-25T23:24:24.277" v="6819" actId="478"/>
          <ac:spMkLst>
            <pc:docMk/>
            <pc:sldMk cId="3162623288" sldId="502"/>
            <ac:spMk id="61" creationId="{933C44B0-3DBF-4A38-BDE8-AA8C7D31C116}"/>
          </ac:spMkLst>
        </pc:spChg>
        <pc:spChg chg="del">
          <ac:chgData name="Choi Jeomki" userId="f1912f8b0928b9f1" providerId="LiveId" clId="{42054B8C-A000-4DBD-9F31-C2094E50BCA0}" dt="2019-02-25T09:15:03.489" v="5801" actId="478"/>
          <ac:spMkLst>
            <pc:docMk/>
            <pc:sldMk cId="3162623288" sldId="502"/>
            <ac:spMk id="62" creationId="{6741821D-5F69-4091-A06C-D6AF049EDCB9}"/>
          </ac:spMkLst>
        </pc:spChg>
        <pc:spChg chg="del">
          <ac:chgData name="Choi Jeomki" userId="f1912f8b0928b9f1" providerId="LiveId" clId="{42054B8C-A000-4DBD-9F31-C2094E50BCA0}" dt="2019-02-25T09:18:25.301" v="5876" actId="478"/>
          <ac:spMkLst>
            <pc:docMk/>
            <pc:sldMk cId="3162623288" sldId="502"/>
            <ac:spMk id="72" creationId="{10C01877-593F-4121-A39C-D7D6F5147E07}"/>
          </ac:spMkLst>
        </pc:spChg>
        <pc:grpChg chg="add del mod">
          <ac:chgData name="Choi Jeomki" userId="f1912f8b0928b9f1" providerId="LiveId" clId="{42054B8C-A000-4DBD-9F31-C2094E50BCA0}" dt="2019-02-25T15:43:08.098" v="6497" actId="478"/>
          <ac:grpSpMkLst>
            <pc:docMk/>
            <pc:sldMk cId="3162623288" sldId="502"/>
            <ac:grpSpMk id="41" creationId="{C950D686-7E9F-475D-A94A-B745D59BA6D2}"/>
          </ac:grpSpMkLst>
        </pc:grpChg>
        <pc:grpChg chg="mod ord">
          <ac:chgData name="Choi Jeomki" userId="f1912f8b0928b9f1" providerId="LiveId" clId="{42054B8C-A000-4DBD-9F31-C2094E50BCA0}" dt="2019-02-25T23:24:40.169" v="6826" actId="1076"/>
          <ac:grpSpMkLst>
            <pc:docMk/>
            <pc:sldMk cId="3162623288" sldId="502"/>
            <ac:grpSpMk id="63" creationId="{77D20BA4-5375-4DE5-B932-4235901C5979}"/>
          </ac:grpSpMkLst>
        </pc:grpChg>
        <pc:cxnChg chg="mod">
          <ac:chgData name="Choi Jeomki" userId="f1912f8b0928b9f1" providerId="LiveId" clId="{42054B8C-A000-4DBD-9F31-C2094E50BCA0}" dt="2019-02-25T15:43:05.680" v="6496" actId="14100"/>
          <ac:cxnSpMkLst>
            <pc:docMk/>
            <pc:sldMk cId="3162623288" sldId="502"/>
            <ac:cxnSpMk id="73" creationId="{BF2EEFC4-3F1A-48DF-B89B-7D45658F429A}"/>
          </ac:cxnSpMkLst>
        </pc:cxnChg>
      </pc:sldChg>
      <pc:sldChg chg="delSp modSp add">
        <pc:chgData name="Choi Jeomki" userId="f1912f8b0928b9f1" providerId="LiveId" clId="{42054B8C-A000-4DBD-9F31-C2094E50BCA0}" dt="2019-02-25T23:25:29.497" v="6913" actId="478"/>
        <pc:sldMkLst>
          <pc:docMk/>
          <pc:sldMk cId="760713050" sldId="503"/>
        </pc:sldMkLst>
        <pc:spChg chg="del">
          <ac:chgData name="Choi Jeomki" userId="f1912f8b0928b9f1" providerId="LiveId" clId="{42054B8C-A000-4DBD-9F31-C2094E50BCA0}" dt="2019-02-25T09:16:34.623" v="5861" actId="478"/>
          <ac:spMkLst>
            <pc:docMk/>
            <pc:sldMk cId="760713050" sldId="503"/>
            <ac:spMk id="15" creationId="{80C0E1FA-510F-45E4-847B-B44E042EE889}"/>
          </ac:spMkLst>
        </pc:spChg>
        <pc:spChg chg="del">
          <ac:chgData name="Choi Jeomki" userId="f1912f8b0928b9f1" providerId="LiveId" clId="{42054B8C-A000-4DBD-9F31-C2094E50BCA0}" dt="2019-02-25T09:15:55.670" v="5839" actId="478"/>
          <ac:spMkLst>
            <pc:docMk/>
            <pc:sldMk cId="760713050" sldId="503"/>
            <ac:spMk id="22" creationId="{B42C9299-E161-42D8-A5B2-707B94DD6DE3}"/>
          </ac:spMkLst>
        </pc:spChg>
        <pc:spChg chg="mod">
          <ac:chgData name="Choi Jeomki" userId="f1912f8b0928b9f1" providerId="LiveId" clId="{42054B8C-A000-4DBD-9F31-C2094E50BCA0}" dt="2019-02-25T23:25:18.892" v="6910" actId="20577"/>
          <ac:spMkLst>
            <pc:docMk/>
            <pc:sldMk cId="760713050" sldId="503"/>
            <ac:spMk id="23" creationId="{3554CEB6-D70A-47AD-A1DC-379CFE524DFA}"/>
          </ac:spMkLst>
        </pc:spChg>
        <pc:spChg chg="del">
          <ac:chgData name="Choi Jeomki" userId="f1912f8b0928b9f1" providerId="LiveId" clId="{42054B8C-A000-4DBD-9F31-C2094E50BCA0}" dt="2019-02-25T23:25:25.597" v="6911" actId="478"/>
          <ac:spMkLst>
            <pc:docMk/>
            <pc:sldMk cId="760713050" sldId="503"/>
            <ac:spMk id="28" creationId="{D4037759-A354-4658-A158-54C41EFD103A}"/>
          </ac:spMkLst>
        </pc:spChg>
        <pc:spChg chg="del">
          <ac:chgData name="Choi Jeomki" userId="f1912f8b0928b9f1" providerId="LiveId" clId="{42054B8C-A000-4DBD-9F31-C2094E50BCA0}" dt="2019-02-25T23:25:27.199" v="6912" actId="478"/>
          <ac:spMkLst>
            <pc:docMk/>
            <pc:sldMk cId="760713050" sldId="503"/>
            <ac:spMk id="30" creationId="{6913D8A8-7595-40D1-8834-9D2260E477EC}"/>
          </ac:spMkLst>
        </pc:spChg>
        <pc:spChg chg="del">
          <ac:chgData name="Choi Jeomki" userId="f1912f8b0928b9f1" providerId="LiveId" clId="{42054B8C-A000-4DBD-9F31-C2094E50BCA0}" dt="2019-02-25T23:25:29.497" v="6913" actId="478"/>
          <ac:spMkLst>
            <pc:docMk/>
            <pc:sldMk cId="760713050" sldId="503"/>
            <ac:spMk id="31" creationId="{C5327CE3-F6AB-4482-B906-832346BD3238}"/>
          </ac:spMkLst>
        </pc:spChg>
        <pc:grpChg chg="mod">
          <ac:chgData name="Choi Jeomki" userId="f1912f8b0928b9f1" providerId="LiveId" clId="{42054B8C-A000-4DBD-9F31-C2094E50BCA0}" dt="2019-02-25T09:17:44.600" v="5874" actId="1037"/>
          <ac:grpSpMkLst>
            <pc:docMk/>
            <pc:sldMk cId="760713050" sldId="503"/>
            <ac:grpSpMk id="24" creationId="{AA07D67D-C309-469C-83BF-45246902BB78}"/>
          </ac:grpSpMkLst>
        </pc:grpChg>
      </pc:sldChg>
      <pc:sldChg chg="add">
        <pc:chgData name="Choi Jeomki" userId="f1912f8b0928b9f1" providerId="LiveId" clId="{42054B8C-A000-4DBD-9F31-C2094E50BCA0}" dt="2019-02-25T12:40:14.253" v="6239"/>
        <pc:sldMkLst>
          <pc:docMk/>
          <pc:sldMk cId="4242141277" sldId="504"/>
        </pc:sldMkLst>
      </pc:sldChg>
      <pc:sldChg chg="modSp add">
        <pc:chgData name="Choi Jeomki" userId="f1912f8b0928b9f1" providerId="LiveId" clId="{42054B8C-A000-4DBD-9F31-C2094E50BCA0}" dt="2019-02-25T12:41:34.173" v="6308" actId="20577"/>
        <pc:sldMkLst>
          <pc:docMk/>
          <pc:sldMk cId="3193646887" sldId="505"/>
        </pc:sldMkLst>
        <pc:spChg chg="mod">
          <ac:chgData name="Choi Jeomki" userId="f1912f8b0928b9f1" providerId="LiveId" clId="{42054B8C-A000-4DBD-9F31-C2094E50BCA0}" dt="2019-02-25T12:41:28.267" v="6296" actId="20577"/>
          <ac:spMkLst>
            <pc:docMk/>
            <pc:sldMk cId="3193646887" sldId="505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12:41:34.173" v="6308" actId="20577"/>
          <ac:spMkLst>
            <pc:docMk/>
            <pc:sldMk cId="3193646887" sldId="505"/>
            <ac:spMk id="3" creationId="{00000000-0000-0000-0000-000000000000}"/>
          </ac:spMkLst>
        </pc:spChg>
      </pc:sldChg>
      <pc:sldChg chg="modSp add">
        <pc:chgData name="Choi Jeomki" userId="f1912f8b0928b9f1" providerId="LiveId" clId="{42054B8C-A000-4DBD-9F31-C2094E50BCA0}" dt="2019-02-25T13:46:21.145" v="6444" actId="1036"/>
        <pc:sldMkLst>
          <pc:docMk/>
          <pc:sldMk cId="631311228" sldId="506"/>
        </pc:sldMkLst>
        <pc:spChg chg="mod">
          <ac:chgData name="Choi Jeomki" userId="f1912f8b0928b9f1" providerId="LiveId" clId="{42054B8C-A000-4DBD-9F31-C2094E50BCA0}" dt="2019-02-25T13:46:21.145" v="6444" actId="1036"/>
          <ac:spMkLst>
            <pc:docMk/>
            <pc:sldMk cId="631311228" sldId="506"/>
            <ac:spMk id="39" creationId="{00000000-0000-0000-0000-000000000000}"/>
          </ac:spMkLst>
        </pc:spChg>
      </pc:sldChg>
      <pc:sldChg chg="modSp add">
        <pc:chgData name="Choi Jeomki" userId="f1912f8b0928b9f1" providerId="LiveId" clId="{42054B8C-A000-4DBD-9F31-C2094E50BCA0}" dt="2019-03-08T09:27:44.430" v="8182" actId="20577"/>
        <pc:sldMkLst>
          <pc:docMk/>
          <pc:sldMk cId="1079848643" sldId="507"/>
        </pc:sldMkLst>
        <pc:spChg chg="mod">
          <ac:chgData name="Choi Jeomki" userId="f1912f8b0928b9f1" providerId="LiveId" clId="{42054B8C-A000-4DBD-9F31-C2094E50BCA0}" dt="2019-03-08T09:27:44.430" v="8182" actId="20577"/>
          <ac:spMkLst>
            <pc:docMk/>
            <pc:sldMk cId="1079848643" sldId="507"/>
            <ac:spMk id="3" creationId="{00000000-0000-0000-0000-000000000000}"/>
          </ac:spMkLst>
        </pc:spChg>
      </pc:sldChg>
      <pc:sldChg chg="addSp delSp modSp add">
        <pc:chgData name="Choi Jeomki" userId="f1912f8b0928b9f1" providerId="LiveId" clId="{42054B8C-A000-4DBD-9F31-C2094E50BCA0}" dt="2019-02-25T13:46:43.169" v="6483" actId="14100"/>
        <pc:sldMkLst>
          <pc:docMk/>
          <pc:sldMk cId="3295968844" sldId="508"/>
        </pc:sldMkLst>
        <pc:spChg chg="add mod">
          <ac:chgData name="Choi Jeomki" userId="f1912f8b0928b9f1" providerId="LiveId" clId="{42054B8C-A000-4DBD-9F31-C2094E50BCA0}" dt="2019-02-25T13:46:43.169" v="6483" actId="14100"/>
          <ac:spMkLst>
            <pc:docMk/>
            <pc:sldMk cId="3295968844" sldId="508"/>
            <ac:spMk id="22" creationId="{47C8A838-6573-4C01-BE06-29CEBE8142F4}"/>
          </ac:spMkLst>
        </pc:spChg>
        <pc:spChg chg="del">
          <ac:chgData name="Choi Jeomki" userId="f1912f8b0928b9f1" providerId="LiveId" clId="{42054B8C-A000-4DBD-9F31-C2094E50BCA0}" dt="2019-02-25T13:46:33.638" v="6447"/>
          <ac:spMkLst>
            <pc:docMk/>
            <pc:sldMk cId="3295968844" sldId="508"/>
            <ac:spMk id="37" creationId="{6A062C83-2067-45C1-AF2B-F40BD29AA2AB}"/>
          </ac:spMkLst>
        </pc:spChg>
        <pc:spChg chg="mod">
          <ac:chgData name="Choi Jeomki" userId="f1912f8b0928b9f1" providerId="LiveId" clId="{42054B8C-A000-4DBD-9F31-C2094E50BCA0}" dt="2019-02-25T13:46:36.936" v="6481" actId="1035"/>
          <ac:spMkLst>
            <pc:docMk/>
            <pc:sldMk cId="3295968844" sldId="508"/>
            <ac:spMk id="39" creationId="{00000000-0000-0000-0000-000000000000}"/>
          </ac:spMkLst>
        </pc:spChg>
      </pc:sldChg>
      <pc:sldChg chg="modSp add">
        <pc:chgData name="Choi Jeomki" userId="f1912f8b0928b9f1" providerId="LiveId" clId="{42054B8C-A000-4DBD-9F31-C2094E50BCA0}" dt="2019-03-07T12:45:58.365" v="7768" actId="14100"/>
        <pc:sldMkLst>
          <pc:docMk/>
          <pc:sldMk cId="3601891485" sldId="515"/>
        </pc:sldMkLst>
        <pc:spChg chg="mod">
          <ac:chgData name="Choi Jeomki" userId="f1912f8b0928b9f1" providerId="LiveId" clId="{42054B8C-A000-4DBD-9F31-C2094E50BCA0}" dt="2019-02-25T23:10:26.625" v="6565" actId="5793"/>
          <ac:spMkLst>
            <pc:docMk/>
            <pc:sldMk cId="3601891485" sldId="515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3-07T12:45:55.317" v="7767" actId="14100"/>
          <ac:spMkLst>
            <pc:docMk/>
            <pc:sldMk cId="3601891485" sldId="515"/>
            <ac:spMk id="4" creationId="{C79D062B-1463-45B2-A25C-0E3B98914C04}"/>
          </ac:spMkLst>
        </pc:spChg>
        <pc:spChg chg="mod">
          <ac:chgData name="Choi Jeomki" userId="f1912f8b0928b9f1" providerId="LiveId" clId="{42054B8C-A000-4DBD-9F31-C2094E50BCA0}" dt="2019-03-07T12:45:58.365" v="7768" actId="14100"/>
          <ac:spMkLst>
            <pc:docMk/>
            <pc:sldMk cId="3601891485" sldId="515"/>
            <ac:spMk id="13" creationId="{C5155D90-7461-428F-B18F-74019D5D4A85}"/>
          </ac:spMkLst>
        </pc:spChg>
      </pc:sldChg>
      <pc:sldChg chg="modSp add">
        <pc:chgData name="Choi Jeomki" userId="f1912f8b0928b9f1" providerId="LiveId" clId="{42054B8C-A000-4DBD-9F31-C2094E50BCA0}" dt="2019-02-26T04:40:14.662" v="7743"/>
        <pc:sldMkLst>
          <pc:docMk/>
          <pc:sldMk cId="3185102101" sldId="516"/>
        </pc:sldMkLst>
        <pc:spChg chg="mod">
          <ac:chgData name="Choi Jeomki" userId="f1912f8b0928b9f1" providerId="LiveId" clId="{42054B8C-A000-4DBD-9F31-C2094E50BCA0}" dt="2019-02-25T23:10:55.167" v="6577"/>
          <ac:spMkLst>
            <pc:docMk/>
            <pc:sldMk cId="3185102101" sldId="516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2-26T04:40:14.662" v="7743"/>
          <ac:spMkLst>
            <pc:docMk/>
            <pc:sldMk cId="3185102101" sldId="516"/>
            <ac:spMk id="13" creationId="{C5155D90-7461-428F-B18F-74019D5D4A85}"/>
          </ac:spMkLst>
        </pc:spChg>
      </pc:sldChg>
      <pc:sldChg chg="addSp delSp modSp add">
        <pc:chgData name="Choi Jeomki" userId="f1912f8b0928b9f1" providerId="LiveId" clId="{42054B8C-A000-4DBD-9F31-C2094E50BCA0}" dt="2019-03-07T12:40:37.862" v="7765" actId="14100"/>
        <pc:sldMkLst>
          <pc:docMk/>
          <pc:sldMk cId="3955528743" sldId="517"/>
        </pc:sldMkLst>
        <pc:spChg chg="mod">
          <ac:chgData name="Choi Jeomki" userId="f1912f8b0928b9f1" providerId="LiveId" clId="{42054B8C-A000-4DBD-9F31-C2094E50BCA0}" dt="2019-02-25T23:11:33.391" v="6617" actId="20577"/>
          <ac:spMkLst>
            <pc:docMk/>
            <pc:sldMk cId="3955528743" sldId="517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23:11:29.387" v="6605" actId="20577"/>
          <ac:spMkLst>
            <pc:docMk/>
            <pc:sldMk cId="3955528743" sldId="517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3-07T12:40:37.862" v="7765" actId="14100"/>
          <ac:spMkLst>
            <pc:docMk/>
            <pc:sldMk cId="3955528743" sldId="517"/>
            <ac:spMk id="4" creationId="{C79D062B-1463-45B2-A25C-0E3B98914C04}"/>
          </ac:spMkLst>
        </pc:spChg>
        <pc:spChg chg="mod">
          <ac:chgData name="Choi Jeomki" userId="f1912f8b0928b9f1" providerId="LiveId" clId="{42054B8C-A000-4DBD-9F31-C2094E50BCA0}" dt="2019-03-07T12:40:34.765" v="7764" actId="14100"/>
          <ac:spMkLst>
            <pc:docMk/>
            <pc:sldMk cId="3955528743" sldId="517"/>
            <ac:spMk id="13" creationId="{C5155D90-7461-428F-B18F-74019D5D4A85}"/>
          </ac:spMkLst>
        </pc:spChg>
        <pc:picChg chg="del">
          <ac:chgData name="Choi Jeomki" userId="f1912f8b0928b9f1" providerId="LiveId" clId="{42054B8C-A000-4DBD-9F31-C2094E50BCA0}" dt="2019-02-25T23:12:25.838" v="6622" actId="478"/>
          <ac:picMkLst>
            <pc:docMk/>
            <pc:sldMk cId="3955528743" sldId="517"/>
            <ac:picMk id="5" creationId="{16824918-D2FF-43DF-A9E9-6E7CED773C48}"/>
          </ac:picMkLst>
        </pc:picChg>
        <pc:picChg chg="add del mod">
          <ac:chgData name="Choi Jeomki" userId="f1912f8b0928b9f1" providerId="LiveId" clId="{42054B8C-A000-4DBD-9F31-C2094E50BCA0}" dt="2019-03-07T12:40:15.081" v="7756" actId="478"/>
          <ac:picMkLst>
            <pc:docMk/>
            <pc:sldMk cId="3955528743" sldId="517"/>
            <ac:picMk id="5" creationId="{BA5BC0EC-A1AF-4F25-880D-DD1013613118}"/>
          </ac:picMkLst>
        </pc:picChg>
        <pc:picChg chg="del mod">
          <ac:chgData name="Choi Jeomki" userId="f1912f8b0928b9f1" providerId="LiveId" clId="{42054B8C-A000-4DBD-9F31-C2094E50BCA0}" dt="2019-03-07T12:38:25.351" v="7751" actId="478"/>
          <ac:picMkLst>
            <pc:docMk/>
            <pc:sldMk cId="3955528743" sldId="517"/>
            <ac:picMk id="6" creationId="{FAC73E78-570E-42F6-B3CB-0A83FDF579D0}"/>
          </ac:picMkLst>
        </pc:picChg>
        <pc:picChg chg="add mod">
          <ac:chgData name="Choi Jeomki" userId="f1912f8b0928b9f1" providerId="LiveId" clId="{42054B8C-A000-4DBD-9F31-C2094E50BCA0}" dt="2019-03-07T12:40:20.187" v="7760" actId="552"/>
          <ac:picMkLst>
            <pc:docMk/>
            <pc:sldMk cId="3955528743" sldId="517"/>
            <ac:picMk id="7" creationId="{9EFE2A45-8CD8-45FA-A753-A57DEF1BEA52}"/>
          </ac:picMkLst>
        </pc:picChg>
        <pc:picChg chg="add mod">
          <ac:chgData name="Choi Jeomki" userId="f1912f8b0928b9f1" providerId="LiveId" clId="{42054B8C-A000-4DBD-9F31-C2094E50BCA0}" dt="2019-02-25T23:13:19.522" v="6633" actId="208"/>
          <ac:picMkLst>
            <pc:docMk/>
            <pc:sldMk cId="3955528743" sldId="517"/>
            <ac:picMk id="8" creationId="{B5332C40-4BA1-4EF3-914B-1288A8969682}"/>
          </ac:picMkLst>
        </pc:picChg>
        <pc:picChg chg="add mod">
          <ac:chgData name="Choi Jeomki" userId="f1912f8b0928b9f1" providerId="LiveId" clId="{42054B8C-A000-4DBD-9F31-C2094E50BCA0}" dt="2019-03-07T12:38:34.982" v="7755" actId="1036"/>
          <ac:picMkLst>
            <pc:docMk/>
            <pc:sldMk cId="3955528743" sldId="517"/>
            <ac:picMk id="9" creationId="{D647B661-2265-4A15-BD0D-45778A945776}"/>
          </ac:picMkLst>
        </pc:picChg>
        <pc:picChg chg="add mod">
          <ac:chgData name="Choi Jeomki" userId="f1912f8b0928b9f1" providerId="LiveId" clId="{42054B8C-A000-4DBD-9F31-C2094E50BCA0}" dt="2019-03-07T12:40:20.187" v="7760" actId="552"/>
          <ac:picMkLst>
            <pc:docMk/>
            <pc:sldMk cId="3955528743" sldId="517"/>
            <ac:picMk id="10" creationId="{04717565-14AE-4C98-9A98-271E97C8B3DC}"/>
          </ac:picMkLst>
        </pc:picChg>
        <pc:picChg chg="del">
          <ac:chgData name="Choi Jeomki" userId="f1912f8b0928b9f1" providerId="LiveId" clId="{42054B8C-A000-4DBD-9F31-C2094E50BCA0}" dt="2019-02-25T23:12:54.510" v="6627" actId="478"/>
          <ac:picMkLst>
            <pc:docMk/>
            <pc:sldMk cId="3955528743" sldId="517"/>
            <ac:picMk id="14" creationId="{A51173E1-4641-47F9-B3BD-BA8D87C31227}"/>
          </ac:picMkLst>
        </pc:picChg>
        <pc:picChg chg="del">
          <ac:chgData name="Choi Jeomki" userId="f1912f8b0928b9f1" providerId="LiveId" clId="{42054B8C-A000-4DBD-9F31-C2094E50BCA0}" dt="2019-02-25T23:13:07.319" v="6629" actId="478"/>
          <ac:picMkLst>
            <pc:docMk/>
            <pc:sldMk cId="3955528743" sldId="517"/>
            <ac:picMk id="15" creationId="{365F7015-796D-437E-AEC7-D88CEA83AF88}"/>
          </ac:picMkLst>
        </pc:picChg>
        <pc:picChg chg="del">
          <ac:chgData name="Choi Jeomki" userId="f1912f8b0928b9f1" providerId="LiveId" clId="{42054B8C-A000-4DBD-9F31-C2094E50BCA0}" dt="2019-02-25T23:13:31.487" v="6635" actId="478"/>
          <ac:picMkLst>
            <pc:docMk/>
            <pc:sldMk cId="3955528743" sldId="517"/>
            <ac:picMk id="19" creationId="{242C8554-FED7-4F94-84C3-300B29A0AB2E}"/>
          </ac:picMkLst>
        </pc:picChg>
        <pc:picChg chg="del">
          <ac:chgData name="Choi Jeomki" userId="f1912f8b0928b9f1" providerId="LiveId" clId="{42054B8C-A000-4DBD-9F31-C2094E50BCA0}" dt="2019-02-25T23:13:30.023" v="6634" actId="478"/>
          <ac:picMkLst>
            <pc:docMk/>
            <pc:sldMk cId="3955528743" sldId="517"/>
            <ac:picMk id="20" creationId="{CBDA60AF-8065-4D1D-A1BE-580689D8A4B6}"/>
          </ac:picMkLst>
        </pc:picChg>
        <pc:picChg chg="del">
          <ac:chgData name="Choi Jeomki" userId="f1912f8b0928b9f1" providerId="LiveId" clId="{42054B8C-A000-4DBD-9F31-C2094E50BCA0}" dt="2019-02-25T23:13:30.023" v="6634" actId="478"/>
          <ac:picMkLst>
            <pc:docMk/>
            <pc:sldMk cId="3955528743" sldId="517"/>
            <ac:picMk id="21" creationId="{52448CD5-DACB-4181-89AF-4C5B18225CCA}"/>
          </ac:picMkLst>
        </pc:picChg>
      </pc:sldChg>
      <pc:sldChg chg="addSp delSp modSp add">
        <pc:chgData name="Choi Jeomki" userId="f1912f8b0928b9f1" providerId="LiveId" clId="{42054B8C-A000-4DBD-9F31-C2094E50BCA0}" dt="2019-02-25T23:21:17.782" v="6722" actId="20577"/>
        <pc:sldMkLst>
          <pc:docMk/>
          <pc:sldMk cId="3644861859" sldId="519"/>
        </pc:sldMkLst>
        <pc:spChg chg="mod">
          <ac:chgData name="Choi Jeomki" userId="f1912f8b0928b9f1" providerId="LiveId" clId="{42054B8C-A000-4DBD-9F31-C2094E50BCA0}" dt="2019-02-25T23:14:27.275" v="6645" actId="20577"/>
          <ac:spMkLst>
            <pc:docMk/>
            <pc:sldMk cId="3644861859" sldId="519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23:21:13.079" v="6721" actId="20577"/>
          <ac:spMkLst>
            <pc:docMk/>
            <pc:sldMk cId="3644861859" sldId="519"/>
            <ac:spMk id="3" creationId="{00000000-0000-0000-0000-000000000000}"/>
          </ac:spMkLst>
        </pc:spChg>
        <pc:spChg chg="mod ord">
          <ac:chgData name="Choi Jeomki" userId="f1912f8b0928b9f1" providerId="LiveId" clId="{42054B8C-A000-4DBD-9F31-C2094E50BCA0}" dt="2019-02-25T23:20:35.196" v="6707" actId="167"/>
          <ac:spMkLst>
            <pc:docMk/>
            <pc:sldMk cId="3644861859" sldId="519"/>
            <ac:spMk id="4" creationId="{C79D062B-1463-45B2-A25C-0E3B98914C04}"/>
          </ac:spMkLst>
        </pc:spChg>
        <pc:spChg chg="del">
          <ac:chgData name="Choi Jeomki" userId="f1912f8b0928b9f1" providerId="LiveId" clId="{42054B8C-A000-4DBD-9F31-C2094E50BCA0}" dt="2019-02-25T23:17:01.785" v="6677" actId="478"/>
          <ac:spMkLst>
            <pc:docMk/>
            <pc:sldMk cId="3644861859" sldId="519"/>
            <ac:spMk id="13" creationId="{C5155D90-7461-428F-B18F-74019D5D4A85}"/>
          </ac:spMkLst>
        </pc:spChg>
        <pc:spChg chg="add mod ord">
          <ac:chgData name="Choi Jeomki" userId="f1912f8b0928b9f1" providerId="LiveId" clId="{42054B8C-A000-4DBD-9F31-C2094E50BCA0}" dt="2019-02-25T23:21:17.782" v="6722" actId="20577"/>
          <ac:spMkLst>
            <pc:docMk/>
            <pc:sldMk cId="3644861859" sldId="519"/>
            <ac:spMk id="14" creationId="{5E8BE140-C402-42E6-B11B-9AEF28850395}"/>
          </ac:spMkLst>
        </pc:spChg>
        <pc:picChg chg="add del mod">
          <ac:chgData name="Choi Jeomki" userId="f1912f8b0928b9f1" providerId="LiveId" clId="{42054B8C-A000-4DBD-9F31-C2094E50BCA0}" dt="2019-02-25T23:17:23.490" v="6681" actId="478"/>
          <ac:picMkLst>
            <pc:docMk/>
            <pc:sldMk cId="3644861859" sldId="519"/>
            <ac:picMk id="5" creationId="{D547465E-4DCD-471E-A0F2-EEDCB6B99CBC}"/>
          </ac:picMkLst>
        </pc:picChg>
        <pc:picChg chg="del">
          <ac:chgData name="Choi Jeomki" userId="f1912f8b0928b9f1" providerId="LiveId" clId="{42054B8C-A000-4DBD-9F31-C2094E50BCA0}" dt="2019-02-25T23:15:57.444" v="6670" actId="478"/>
          <ac:picMkLst>
            <pc:docMk/>
            <pc:sldMk cId="3644861859" sldId="519"/>
            <ac:picMk id="6" creationId="{FAC73E78-570E-42F6-B3CB-0A83FDF579D0}"/>
          </ac:picMkLst>
        </pc:picChg>
        <pc:picChg chg="del">
          <ac:chgData name="Choi Jeomki" userId="f1912f8b0928b9f1" providerId="LiveId" clId="{42054B8C-A000-4DBD-9F31-C2094E50BCA0}" dt="2019-02-25T23:15:58.027" v="6671" actId="478"/>
          <ac:picMkLst>
            <pc:docMk/>
            <pc:sldMk cId="3644861859" sldId="519"/>
            <ac:picMk id="7" creationId="{9EFE2A45-8CD8-45FA-A753-A57DEF1BEA52}"/>
          </ac:picMkLst>
        </pc:picChg>
        <pc:picChg chg="del">
          <ac:chgData name="Choi Jeomki" userId="f1912f8b0928b9f1" providerId="LiveId" clId="{42054B8C-A000-4DBD-9F31-C2094E50BCA0}" dt="2019-02-25T23:15:56.615" v="6669" actId="478"/>
          <ac:picMkLst>
            <pc:docMk/>
            <pc:sldMk cId="3644861859" sldId="519"/>
            <ac:picMk id="8" creationId="{B5332C40-4BA1-4EF3-914B-1288A8969682}"/>
          </ac:picMkLst>
        </pc:picChg>
        <pc:picChg chg="del">
          <ac:chgData name="Choi Jeomki" userId="f1912f8b0928b9f1" providerId="LiveId" clId="{42054B8C-A000-4DBD-9F31-C2094E50BCA0}" dt="2019-02-25T23:15:55.954" v="6668" actId="478"/>
          <ac:picMkLst>
            <pc:docMk/>
            <pc:sldMk cId="3644861859" sldId="519"/>
            <ac:picMk id="9" creationId="{D647B661-2265-4A15-BD0D-45778A945776}"/>
          </ac:picMkLst>
        </pc:picChg>
        <pc:picChg chg="add mod">
          <ac:chgData name="Choi Jeomki" userId="f1912f8b0928b9f1" providerId="LiveId" clId="{42054B8C-A000-4DBD-9F31-C2094E50BCA0}" dt="2019-02-25T23:20:58.081" v="6716" actId="14100"/>
          <ac:picMkLst>
            <pc:docMk/>
            <pc:sldMk cId="3644861859" sldId="519"/>
            <ac:picMk id="10" creationId="{F3A7A805-D00B-4998-8889-F1D069CB5131}"/>
          </ac:picMkLst>
        </pc:picChg>
        <pc:picChg chg="add del mod">
          <ac:chgData name="Choi Jeomki" userId="f1912f8b0928b9f1" providerId="LiveId" clId="{42054B8C-A000-4DBD-9F31-C2094E50BCA0}" dt="2019-02-25T23:20:12.462" v="6694" actId="478"/>
          <ac:picMkLst>
            <pc:docMk/>
            <pc:sldMk cId="3644861859" sldId="519"/>
            <ac:picMk id="11" creationId="{C06DD6C8-1818-493C-BCC0-02D3E8785DA8}"/>
          </ac:picMkLst>
        </pc:picChg>
        <pc:picChg chg="add mod">
          <ac:chgData name="Choi Jeomki" userId="f1912f8b0928b9f1" providerId="LiveId" clId="{42054B8C-A000-4DBD-9F31-C2094E50BCA0}" dt="2019-02-25T23:21:02.081" v="6717" actId="1076"/>
          <ac:picMkLst>
            <pc:docMk/>
            <pc:sldMk cId="3644861859" sldId="519"/>
            <ac:picMk id="12" creationId="{978E9F3B-FEA2-4B68-8F51-42BBFA335BB1}"/>
          </ac:picMkLst>
        </pc:picChg>
      </pc:sldChg>
      <pc:sldChg chg="addSp delSp modSp add">
        <pc:chgData name="Choi Jeomki" userId="f1912f8b0928b9f1" providerId="LiveId" clId="{42054B8C-A000-4DBD-9F31-C2094E50BCA0}" dt="2019-02-26T04:33:08.520" v="7742"/>
        <pc:sldMkLst>
          <pc:docMk/>
          <pc:sldMk cId="3658193893" sldId="520"/>
        </pc:sldMkLst>
        <pc:spChg chg="mod">
          <ac:chgData name="Choi Jeomki" userId="f1912f8b0928b9f1" providerId="LiveId" clId="{42054B8C-A000-4DBD-9F31-C2094E50BCA0}" dt="2019-02-25T23:32:23.822" v="7037" actId="20577"/>
          <ac:spMkLst>
            <pc:docMk/>
            <pc:sldMk cId="3658193893" sldId="520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6T04:33:04.841" v="7740" actId="1076"/>
          <ac:spMkLst>
            <pc:docMk/>
            <pc:sldMk cId="3658193893" sldId="520"/>
            <ac:spMk id="3" creationId="{00000000-0000-0000-0000-000000000000}"/>
          </ac:spMkLst>
        </pc:spChg>
        <pc:spChg chg="del mod">
          <ac:chgData name="Choi Jeomki" userId="f1912f8b0928b9f1" providerId="LiveId" clId="{42054B8C-A000-4DBD-9F31-C2094E50BCA0}" dt="2019-02-26T04:33:08.138" v="7741" actId="478"/>
          <ac:spMkLst>
            <pc:docMk/>
            <pc:sldMk cId="3658193893" sldId="520"/>
            <ac:spMk id="4" creationId="{C79D062B-1463-45B2-A25C-0E3B98914C04}"/>
          </ac:spMkLst>
        </pc:spChg>
        <pc:spChg chg="mod">
          <ac:chgData name="Choi Jeomki" userId="f1912f8b0928b9f1" providerId="LiveId" clId="{42054B8C-A000-4DBD-9F31-C2094E50BCA0}" dt="2019-02-25T23:31:11.906" v="7026" actId="207"/>
          <ac:spMkLst>
            <pc:docMk/>
            <pc:sldMk cId="3658193893" sldId="520"/>
            <ac:spMk id="13" creationId="{C5155D90-7461-428F-B18F-74019D5D4A85}"/>
          </ac:spMkLst>
        </pc:spChg>
        <pc:spChg chg="add">
          <ac:chgData name="Choi Jeomki" userId="f1912f8b0928b9f1" providerId="LiveId" clId="{42054B8C-A000-4DBD-9F31-C2094E50BCA0}" dt="2019-02-26T04:33:08.520" v="7742"/>
          <ac:spMkLst>
            <pc:docMk/>
            <pc:sldMk cId="3658193893" sldId="520"/>
            <ac:spMk id="16" creationId="{C3DAB55A-6CE0-45FC-A97E-FA8167E08776}"/>
          </ac:spMkLst>
        </pc:spChg>
        <pc:picChg chg="add del mod">
          <ac:chgData name="Choi Jeomki" userId="f1912f8b0928b9f1" providerId="LiveId" clId="{42054B8C-A000-4DBD-9F31-C2094E50BCA0}" dt="2019-02-26T04:33:08.138" v="7741" actId="478"/>
          <ac:picMkLst>
            <pc:docMk/>
            <pc:sldMk cId="3658193893" sldId="520"/>
            <ac:picMk id="5" creationId="{78C7FCF0-FBEE-4C07-AC90-E59A42F6BF85}"/>
          </ac:picMkLst>
        </pc:picChg>
        <pc:picChg chg="add del mod">
          <ac:chgData name="Choi Jeomki" userId="f1912f8b0928b9f1" providerId="LiveId" clId="{42054B8C-A000-4DBD-9F31-C2094E50BCA0}" dt="2019-02-26T04:33:08.138" v="7741" actId="478"/>
          <ac:picMkLst>
            <pc:docMk/>
            <pc:sldMk cId="3658193893" sldId="520"/>
            <ac:picMk id="6" creationId="{75CB9D35-7072-4280-8AD8-C6CC0D78AA60}"/>
          </ac:picMkLst>
        </pc:picChg>
        <pc:picChg chg="del">
          <ac:chgData name="Choi Jeomki" userId="f1912f8b0928b9f1" providerId="LiveId" clId="{42054B8C-A000-4DBD-9F31-C2094E50BCA0}" dt="2019-02-25T23:29:28.793" v="6996" actId="478"/>
          <ac:picMkLst>
            <pc:docMk/>
            <pc:sldMk cId="3658193893" sldId="520"/>
            <ac:picMk id="7" creationId="{7F3A2052-1EDD-45F2-BDF4-D27FF7DBB008}"/>
          </ac:picMkLst>
        </pc:picChg>
        <pc:picChg chg="del">
          <ac:chgData name="Choi Jeomki" userId="f1912f8b0928b9f1" providerId="LiveId" clId="{42054B8C-A000-4DBD-9F31-C2094E50BCA0}" dt="2019-02-25T23:29:41.889" v="6998" actId="478"/>
          <ac:picMkLst>
            <pc:docMk/>
            <pc:sldMk cId="3658193893" sldId="520"/>
            <ac:picMk id="8" creationId="{272620EA-A90D-4354-97ED-A4F0B6C5E9B4}"/>
          </ac:picMkLst>
        </pc:picChg>
        <pc:picChg chg="del">
          <ac:chgData name="Choi Jeomki" userId="f1912f8b0928b9f1" providerId="LiveId" clId="{42054B8C-A000-4DBD-9F31-C2094E50BCA0}" dt="2019-02-25T23:29:54.228" v="7001" actId="478"/>
          <ac:picMkLst>
            <pc:docMk/>
            <pc:sldMk cId="3658193893" sldId="520"/>
            <ac:picMk id="9" creationId="{7C06F487-1CE4-4AF5-9415-72793599BE6B}"/>
          </ac:picMkLst>
        </pc:picChg>
        <pc:picChg chg="del">
          <ac:chgData name="Choi Jeomki" userId="f1912f8b0928b9f1" providerId="LiveId" clId="{42054B8C-A000-4DBD-9F31-C2094E50BCA0}" dt="2019-02-25T23:30:07.037" v="7004" actId="478"/>
          <ac:picMkLst>
            <pc:docMk/>
            <pc:sldMk cId="3658193893" sldId="520"/>
            <ac:picMk id="10" creationId="{CFF148D5-1438-4755-B272-B80C38FD4024}"/>
          </ac:picMkLst>
        </pc:picChg>
        <pc:picChg chg="add del mod">
          <ac:chgData name="Choi Jeomki" userId="f1912f8b0928b9f1" providerId="LiveId" clId="{42054B8C-A000-4DBD-9F31-C2094E50BCA0}" dt="2019-02-26T04:33:08.138" v="7741" actId="478"/>
          <ac:picMkLst>
            <pc:docMk/>
            <pc:sldMk cId="3658193893" sldId="520"/>
            <ac:picMk id="11" creationId="{3AE9B144-19B5-4B94-8C2D-49C6ED3C2F27}"/>
          </ac:picMkLst>
        </pc:picChg>
        <pc:picChg chg="add del mod">
          <ac:chgData name="Choi Jeomki" userId="f1912f8b0928b9f1" providerId="LiveId" clId="{42054B8C-A000-4DBD-9F31-C2094E50BCA0}" dt="2019-02-26T04:33:08.138" v="7741" actId="478"/>
          <ac:picMkLst>
            <pc:docMk/>
            <pc:sldMk cId="3658193893" sldId="520"/>
            <ac:picMk id="12" creationId="{E36DBC9D-33E5-4BF5-9FD9-9472F85CB77D}"/>
          </ac:picMkLst>
        </pc:picChg>
        <pc:picChg chg="add mod">
          <ac:chgData name="Choi Jeomki" userId="f1912f8b0928b9f1" providerId="LiveId" clId="{42054B8C-A000-4DBD-9F31-C2094E50BCA0}" dt="2019-02-25T23:32:03.666" v="7035" actId="555"/>
          <ac:picMkLst>
            <pc:docMk/>
            <pc:sldMk cId="3658193893" sldId="520"/>
            <ac:picMk id="14" creationId="{2CC370A4-C933-441C-A7DD-D04191433621}"/>
          </ac:picMkLst>
        </pc:picChg>
        <pc:picChg chg="add mod">
          <ac:chgData name="Choi Jeomki" userId="f1912f8b0928b9f1" providerId="LiveId" clId="{42054B8C-A000-4DBD-9F31-C2094E50BCA0}" dt="2019-02-25T23:32:03.666" v="7035" actId="555"/>
          <ac:picMkLst>
            <pc:docMk/>
            <pc:sldMk cId="3658193893" sldId="520"/>
            <ac:picMk id="15" creationId="{F2024E74-CE93-4FD3-8564-7500ADF27898}"/>
          </ac:picMkLst>
        </pc:picChg>
        <pc:picChg chg="add">
          <ac:chgData name="Choi Jeomki" userId="f1912f8b0928b9f1" providerId="LiveId" clId="{42054B8C-A000-4DBD-9F31-C2094E50BCA0}" dt="2019-02-26T04:33:08.520" v="7742"/>
          <ac:picMkLst>
            <pc:docMk/>
            <pc:sldMk cId="3658193893" sldId="520"/>
            <ac:picMk id="17" creationId="{48216093-1A1E-4323-9AEA-F4CD9EA4D4DE}"/>
          </ac:picMkLst>
        </pc:picChg>
        <pc:picChg chg="add">
          <ac:chgData name="Choi Jeomki" userId="f1912f8b0928b9f1" providerId="LiveId" clId="{42054B8C-A000-4DBD-9F31-C2094E50BCA0}" dt="2019-02-26T04:33:08.520" v="7742"/>
          <ac:picMkLst>
            <pc:docMk/>
            <pc:sldMk cId="3658193893" sldId="520"/>
            <ac:picMk id="18" creationId="{51F4AE7A-4EFC-4A5A-9713-F8C37A298571}"/>
          </ac:picMkLst>
        </pc:picChg>
        <pc:picChg chg="add">
          <ac:chgData name="Choi Jeomki" userId="f1912f8b0928b9f1" providerId="LiveId" clId="{42054B8C-A000-4DBD-9F31-C2094E50BCA0}" dt="2019-02-26T04:33:08.520" v="7742"/>
          <ac:picMkLst>
            <pc:docMk/>
            <pc:sldMk cId="3658193893" sldId="520"/>
            <ac:picMk id="19" creationId="{641263D0-B3AE-4B9D-8DFA-F273E70F1A5B}"/>
          </ac:picMkLst>
        </pc:picChg>
        <pc:picChg chg="add">
          <ac:chgData name="Choi Jeomki" userId="f1912f8b0928b9f1" providerId="LiveId" clId="{42054B8C-A000-4DBD-9F31-C2094E50BCA0}" dt="2019-02-26T04:33:08.520" v="7742"/>
          <ac:picMkLst>
            <pc:docMk/>
            <pc:sldMk cId="3658193893" sldId="520"/>
            <ac:picMk id="20" creationId="{F0229341-7C18-4B54-965C-29EF29B3CB15}"/>
          </ac:picMkLst>
        </pc:picChg>
      </pc:sldChg>
      <pc:sldChg chg="addSp delSp modSp add">
        <pc:chgData name="Choi Jeomki" userId="f1912f8b0928b9f1" providerId="LiveId" clId="{42054B8C-A000-4DBD-9F31-C2094E50BCA0}" dt="2019-02-26T00:20:20.064" v="7708" actId="1076"/>
        <pc:sldMkLst>
          <pc:docMk/>
          <pc:sldMk cId="842050025" sldId="523"/>
        </pc:sldMkLst>
        <pc:spChg chg="mod">
          <ac:chgData name="Choi Jeomki" userId="f1912f8b0928b9f1" providerId="LiveId" clId="{42054B8C-A000-4DBD-9F31-C2094E50BCA0}" dt="2019-02-25T23:33:02.502" v="7077"/>
          <ac:spMkLst>
            <pc:docMk/>
            <pc:sldMk cId="842050025" sldId="523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6T00:18:52.789" v="7671" actId="20577"/>
          <ac:spMkLst>
            <pc:docMk/>
            <pc:sldMk cId="842050025" sldId="523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2-26T00:20:06.491" v="7703" actId="20577"/>
          <ac:spMkLst>
            <pc:docMk/>
            <pc:sldMk cId="842050025" sldId="523"/>
            <ac:spMk id="4" creationId="{C79D062B-1463-45B2-A25C-0E3B98914C04}"/>
          </ac:spMkLst>
        </pc:spChg>
        <pc:picChg chg="add mod">
          <ac:chgData name="Choi Jeomki" userId="f1912f8b0928b9f1" providerId="LiveId" clId="{42054B8C-A000-4DBD-9F31-C2094E50BCA0}" dt="2019-02-26T00:20:20.064" v="7708" actId="1076"/>
          <ac:picMkLst>
            <pc:docMk/>
            <pc:sldMk cId="842050025" sldId="523"/>
            <ac:picMk id="5" creationId="{CB466150-EAE7-435B-AD29-C8CA490CFC16}"/>
          </ac:picMkLst>
        </pc:picChg>
        <pc:picChg chg="del">
          <ac:chgData name="Choi Jeomki" userId="f1912f8b0928b9f1" providerId="LiveId" clId="{42054B8C-A000-4DBD-9F31-C2094E50BCA0}" dt="2019-02-26T00:18:56.742" v="7672" actId="478"/>
          <ac:picMkLst>
            <pc:docMk/>
            <pc:sldMk cId="842050025" sldId="523"/>
            <ac:picMk id="11" creationId="{9CF41367-B9CB-421A-ABF8-04E813E37236}"/>
          </ac:picMkLst>
        </pc:picChg>
      </pc:sldChg>
      <pc:sldChg chg="addSp delSp modSp add">
        <pc:chgData name="Choi Jeomki" userId="f1912f8b0928b9f1" providerId="LiveId" clId="{42054B8C-A000-4DBD-9F31-C2094E50BCA0}" dt="2019-02-26T00:21:01.910" v="7715" actId="207"/>
        <pc:sldMkLst>
          <pc:docMk/>
          <pc:sldMk cId="948649447" sldId="527"/>
        </pc:sldMkLst>
        <pc:spChg chg="mod">
          <ac:chgData name="Choi Jeomki" userId="f1912f8b0928b9f1" providerId="LiveId" clId="{42054B8C-A000-4DBD-9F31-C2094E50BCA0}" dt="2019-02-25T23:35:31.731" v="7241"/>
          <ac:spMkLst>
            <pc:docMk/>
            <pc:sldMk cId="948649447" sldId="527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5T23:35:21.841" v="7240"/>
          <ac:spMkLst>
            <pc:docMk/>
            <pc:sldMk cId="948649447" sldId="527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2-26T00:21:01.910" v="7715" actId="207"/>
          <ac:spMkLst>
            <pc:docMk/>
            <pc:sldMk cId="948649447" sldId="527"/>
            <ac:spMk id="4" creationId="{C79D062B-1463-45B2-A25C-0E3B98914C04}"/>
          </ac:spMkLst>
        </pc:spChg>
        <pc:picChg chg="add mod">
          <ac:chgData name="Choi Jeomki" userId="f1912f8b0928b9f1" providerId="LiveId" clId="{42054B8C-A000-4DBD-9F31-C2094E50BCA0}" dt="2019-02-26T00:20:29.336" v="7711" actId="1076"/>
          <ac:picMkLst>
            <pc:docMk/>
            <pc:sldMk cId="948649447" sldId="527"/>
            <ac:picMk id="5" creationId="{60BFBF4F-52A8-45BB-96BB-0DF8D22513F2}"/>
          </ac:picMkLst>
        </pc:picChg>
        <pc:picChg chg="del">
          <ac:chgData name="Choi Jeomki" userId="f1912f8b0928b9f1" providerId="LiveId" clId="{42054B8C-A000-4DBD-9F31-C2094E50BCA0}" dt="2019-02-26T00:12:32.922" v="7601" actId="478"/>
          <ac:picMkLst>
            <pc:docMk/>
            <pc:sldMk cId="948649447" sldId="527"/>
            <ac:picMk id="11" creationId="{9CF41367-B9CB-421A-ABF8-04E813E37236}"/>
          </ac:picMkLst>
        </pc:picChg>
      </pc:sldChg>
      <pc:sldChg chg="modSp add ord">
        <pc:chgData name="Choi Jeomki" userId="f1912f8b0928b9f1" providerId="LiveId" clId="{42054B8C-A000-4DBD-9F31-C2094E50BCA0}" dt="2019-03-08T00:17:54.590" v="7790" actId="20577"/>
        <pc:sldMkLst>
          <pc:docMk/>
          <pc:sldMk cId="51090202" sldId="529"/>
        </pc:sldMkLst>
        <pc:spChg chg="mod">
          <ac:chgData name="Choi Jeomki" userId="f1912f8b0928b9f1" providerId="LiveId" clId="{42054B8C-A000-4DBD-9F31-C2094E50BCA0}" dt="2019-02-26T00:19:04.024" v="7687"/>
          <ac:spMkLst>
            <pc:docMk/>
            <pc:sldMk cId="51090202" sldId="529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2-26T00:18:34.020" v="7653"/>
          <ac:spMkLst>
            <pc:docMk/>
            <pc:sldMk cId="51090202" sldId="529"/>
            <ac:spMk id="3" creationId="{00000000-0000-0000-0000-000000000000}"/>
          </ac:spMkLst>
        </pc:spChg>
        <pc:spChg chg="mod">
          <ac:chgData name="Choi Jeomki" userId="f1912f8b0928b9f1" providerId="LiveId" clId="{42054B8C-A000-4DBD-9F31-C2094E50BCA0}" dt="2019-03-08T00:17:54.590" v="7790" actId="20577"/>
          <ac:spMkLst>
            <pc:docMk/>
            <pc:sldMk cId="51090202" sldId="529"/>
            <ac:spMk id="4" creationId="{C79D062B-1463-45B2-A25C-0E3B98914C04}"/>
          </ac:spMkLst>
        </pc:spChg>
        <pc:spChg chg="mod">
          <ac:chgData name="Choi Jeomki" userId="f1912f8b0928b9f1" providerId="LiveId" clId="{42054B8C-A000-4DBD-9F31-C2094E50BCA0}" dt="2019-03-08T00:17:33.190" v="7779" actId="14100"/>
          <ac:spMkLst>
            <pc:docMk/>
            <pc:sldMk cId="51090202" sldId="529"/>
            <ac:spMk id="8" creationId="{259AB115-2495-4267-81F6-0AF0F9DDC766}"/>
          </ac:spMkLst>
        </pc:spChg>
      </pc:sldChg>
      <pc:sldChg chg="addSp delSp modSp add ord">
        <pc:chgData name="Choi Jeomki" userId="f1912f8b0928b9f1" providerId="LiveId" clId="{42054B8C-A000-4DBD-9F31-C2094E50BCA0}" dt="2019-03-08T00:15:12.125" v="7771" actId="20577"/>
        <pc:sldMkLst>
          <pc:docMk/>
          <pc:sldMk cId="3982491145" sldId="530"/>
        </pc:sldMkLst>
        <pc:spChg chg="mod">
          <ac:chgData name="Choi Jeomki" userId="f1912f8b0928b9f1" providerId="LiveId" clId="{42054B8C-A000-4DBD-9F31-C2094E50BCA0}" dt="2019-02-26T00:03:17.080" v="7481" actId="20577"/>
          <ac:spMkLst>
            <pc:docMk/>
            <pc:sldMk cId="3982491145" sldId="530"/>
            <ac:spMk id="2" creationId="{00000000-0000-0000-0000-000000000000}"/>
          </ac:spMkLst>
        </pc:spChg>
        <pc:spChg chg="mod">
          <ac:chgData name="Choi Jeomki" userId="f1912f8b0928b9f1" providerId="LiveId" clId="{42054B8C-A000-4DBD-9F31-C2094E50BCA0}" dt="2019-03-08T00:15:12.125" v="7771" actId="20577"/>
          <ac:spMkLst>
            <pc:docMk/>
            <pc:sldMk cId="3982491145" sldId="530"/>
            <ac:spMk id="4" creationId="{C79D062B-1463-45B2-A25C-0E3B98914C04}"/>
          </ac:spMkLst>
        </pc:spChg>
        <pc:spChg chg="mod">
          <ac:chgData name="Choi Jeomki" userId="f1912f8b0928b9f1" providerId="LiveId" clId="{42054B8C-A000-4DBD-9F31-C2094E50BCA0}" dt="2019-02-26T00:03:11.498" v="7476" actId="20577"/>
          <ac:spMkLst>
            <pc:docMk/>
            <pc:sldMk cId="3982491145" sldId="530"/>
            <ac:spMk id="8" creationId="{259AB115-2495-4267-81F6-0AF0F9DDC766}"/>
          </ac:spMkLst>
        </pc:spChg>
        <pc:picChg chg="add mod">
          <ac:chgData name="Choi Jeomki" userId="f1912f8b0928b9f1" providerId="LiveId" clId="{42054B8C-A000-4DBD-9F31-C2094E50BCA0}" dt="2019-02-26T00:02:56.184" v="7468" actId="1076"/>
          <ac:picMkLst>
            <pc:docMk/>
            <pc:sldMk cId="3982491145" sldId="530"/>
            <ac:picMk id="5" creationId="{F98457BD-C992-4981-97BC-986E3DA9CEAB}"/>
          </ac:picMkLst>
        </pc:picChg>
        <pc:picChg chg="del mod">
          <ac:chgData name="Choi Jeomki" userId="f1912f8b0928b9f1" providerId="LiveId" clId="{42054B8C-A000-4DBD-9F31-C2094E50BCA0}" dt="2019-02-26T00:02:36.938" v="7464" actId="478"/>
          <ac:picMkLst>
            <pc:docMk/>
            <pc:sldMk cId="3982491145" sldId="530"/>
            <ac:picMk id="9" creationId="{667060E6-8E1C-4FE6-9BB9-847A7FE38F8C}"/>
          </ac:picMkLst>
        </pc:picChg>
        <pc:picChg chg="del">
          <ac:chgData name="Choi Jeomki" userId="f1912f8b0928b9f1" providerId="LiveId" clId="{42054B8C-A000-4DBD-9F31-C2094E50BCA0}" dt="2019-02-26T00:02:10.191" v="7458" actId="478"/>
          <ac:picMkLst>
            <pc:docMk/>
            <pc:sldMk cId="3982491145" sldId="530"/>
            <ac:picMk id="30" creationId="{424957F8-73A3-4CEE-B350-F9F92CEA5AD1}"/>
          </ac:picMkLst>
        </pc:picChg>
      </pc:sldChg>
      <pc:sldChg chg="addSp delSp modSp add">
        <pc:chgData name="Choi Jeomki" userId="f1912f8b0928b9f1" providerId="LiveId" clId="{42054B8C-A000-4DBD-9F31-C2094E50BCA0}" dt="2019-02-26T00:09:52.768" v="7598" actId="732"/>
        <pc:sldMkLst>
          <pc:docMk/>
          <pc:sldMk cId="826640260" sldId="531"/>
        </pc:sldMkLst>
        <pc:spChg chg="mod">
          <ac:chgData name="Choi Jeomki" userId="f1912f8b0928b9f1" providerId="LiveId" clId="{42054B8C-A000-4DBD-9F31-C2094E50BCA0}" dt="2019-02-26T00:08:08.809" v="7547" actId="14100"/>
          <ac:spMkLst>
            <pc:docMk/>
            <pc:sldMk cId="826640260" sldId="531"/>
            <ac:spMk id="4" creationId="{C79D062B-1463-45B2-A25C-0E3B98914C04}"/>
          </ac:spMkLst>
        </pc:spChg>
        <pc:spChg chg="del">
          <ac:chgData name="Choi Jeomki" userId="f1912f8b0928b9f1" providerId="LiveId" clId="{42054B8C-A000-4DBD-9F31-C2094E50BCA0}" dt="2019-02-26T00:03:27.173" v="7484" actId="478"/>
          <ac:spMkLst>
            <pc:docMk/>
            <pc:sldMk cId="826640260" sldId="531"/>
            <ac:spMk id="8" creationId="{259AB115-2495-4267-81F6-0AF0F9DDC766}"/>
          </ac:spMkLst>
        </pc:spChg>
        <pc:grpChg chg="add del mod">
          <ac:chgData name="Choi Jeomki" userId="f1912f8b0928b9f1" providerId="LiveId" clId="{42054B8C-A000-4DBD-9F31-C2094E50BCA0}" dt="2019-02-26T00:06:49.005" v="7521" actId="165"/>
          <ac:grpSpMkLst>
            <pc:docMk/>
            <pc:sldMk cId="826640260" sldId="531"/>
            <ac:grpSpMk id="13" creationId="{572F2B25-F1D9-4B73-B7C7-B94C62BBBA31}"/>
          </ac:grpSpMkLst>
        </pc:grpChg>
        <pc:grpChg chg="add del mod">
          <ac:chgData name="Choi Jeomki" userId="f1912f8b0928b9f1" providerId="LiveId" clId="{42054B8C-A000-4DBD-9F31-C2094E50BCA0}" dt="2019-02-26T00:08:17.545" v="7551" actId="165"/>
          <ac:grpSpMkLst>
            <pc:docMk/>
            <pc:sldMk cId="826640260" sldId="531"/>
            <ac:grpSpMk id="14" creationId="{40ADED0E-B80F-409A-A30F-FDD8BA610728}"/>
          </ac:grpSpMkLst>
        </pc:grpChg>
        <pc:grpChg chg="add mod">
          <ac:chgData name="Choi Jeomki" userId="f1912f8b0928b9f1" providerId="LiveId" clId="{42054B8C-A000-4DBD-9F31-C2094E50BCA0}" dt="2019-02-26T00:09:29.010" v="7592" actId="408"/>
          <ac:grpSpMkLst>
            <pc:docMk/>
            <pc:sldMk cId="826640260" sldId="531"/>
            <ac:grpSpMk id="16" creationId="{27ABC96A-E1B1-4BD4-9F9E-F6E998A08517}"/>
          </ac:grpSpMkLst>
        </pc:grpChg>
        <pc:grpChg chg="add mod">
          <ac:chgData name="Choi Jeomki" userId="f1912f8b0928b9f1" providerId="LiveId" clId="{42054B8C-A000-4DBD-9F31-C2094E50BCA0}" dt="2019-02-26T00:09:34.778" v="7593" actId="552"/>
          <ac:grpSpMkLst>
            <pc:docMk/>
            <pc:sldMk cId="826640260" sldId="531"/>
            <ac:grpSpMk id="18" creationId="{1ADF5154-4304-48A7-AE23-8CC40FD0E6B7}"/>
          </ac:grpSpMkLst>
        </pc:grpChg>
        <pc:picChg chg="del">
          <ac:chgData name="Choi Jeomki" userId="f1912f8b0928b9f1" providerId="LiveId" clId="{42054B8C-A000-4DBD-9F31-C2094E50BCA0}" dt="2019-02-26T00:03:24.972" v="7483" actId="478"/>
          <ac:picMkLst>
            <pc:docMk/>
            <pc:sldMk cId="826640260" sldId="531"/>
            <ac:picMk id="5" creationId="{F98457BD-C992-4981-97BC-986E3DA9CEAB}"/>
          </ac:picMkLst>
        </pc:picChg>
        <pc:picChg chg="add del mod">
          <ac:chgData name="Choi Jeomki" userId="f1912f8b0928b9f1" providerId="LiveId" clId="{42054B8C-A000-4DBD-9F31-C2094E50BCA0}" dt="2019-02-26T00:04:43.461" v="7500" actId="478"/>
          <ac:picMkLst>
            <pc:docMk/>
            <pc:sldMk cId="826640260" sldId="531"/>
            <ac:picMk id="6" creationId="{F74F4958-9443-4299-8296-3502D53878BB}"/>
          </ac:picMkLst>
        </pc:picChg>
        <pc:picChg chg="add mod topLvl modCrop">
          <ac:chgData name="Choi Jeomki" userId="f1912f8b0928b9f1" providerId="LiveId" clId="{42054B8C-A000-4DBD-9F31-C2094E50BCA0}" dt="2019-02-26T00:09:29.010" v="7592" actId="408"/>
          <ac:picMkLst>
            <pc:docMk/>
            <pc:sldMk cId="826640260" sldId="531"/>
            <ac:picMk id="7" creationId="{5FDF953E-B0EF-4F4B-A42D-D040DEC51651}"/>
          </ac:picMkLst>
        </pc:picChg>
        <pc:picChg chg="add mod topLvl modCrop">
          <ac:chgData name="Choi Jeomki" userId="f1912f8b0928b9f1" providerId="LiveId" clId="{42054B8C-A000-4DBD-9F31-C2094E50BCA0}" dt="2019-02-26T00:09:29.010" v="7592" actId="408"/>
          <ac:picMkLst>
            <pc:docMk/>
            <pc:sldMk cId="826640260" sldId="531"/>
            <ac:picMk id="9" creationId="{70E3746E-6B07-4030-AD29-DCC70DF6E934}"/>
          </ac:picMkLst>
        </pc:picChg>
        <pc:picChg chg="add mod topLvl modCrop">
          <ac:chgData name="Choi Jeomki" userId="f1912f8b0928b9f1" providerId="LiveId" clId="{42054B8C-A000-4DBD-9F31-C2094E50BCA0}" dt="2019-02-26T00:09:29.010" v="7592" actId="408"/>
          <ac:picMkLst>
            <pc:docMk/>
            <pc:sldMk cId="826640260" sldId="531"/>
            <ac:picMk id="10" creationId="{CF1D1B55-AA9A-4609-B893-D8A8DC4A7D4C}"/>
          </ac:picMkLst>
        </pc:picChg>
        <pc:picChg chg="add mod ord topLvl modCrop">
          <ac:chgData name="Choi Jeomki" userId="f1912f8b0928b9f1" providerId="LiveId" clId="{42054B8C-A000-4DBD-9F31-C2094E50BCA0}" dt="2019-02-26T00:09:52.768" v="7598" actId="732"/>
          <ac:picMkLst>
            <pc:docMk/>
            <pc:sldMk cId="826640260" sldId="531"/>
            <ac:picMk id="11" creationId="{BFC1843B-C694-45FE-8050-F61E52A11F38}"/>
          </ac:picMkLst>
        </pc:picChg>
        <pc:picChg chg="add mod ord topLvl modCrop">
          <ac:chgData name="Choi Jeomki" userId="f1912f8b0928b9f1" providerId="LiveId" clId="{42054B8C-A000-4DBD-9F31-C2094E50BCA0}" dt="2019-02-26T00:09:34.778" v="7593" actId="552"/>
          <ac:picMkLst>
            <pc:docMk/>
            <pc:sldMk cId="826640260" sldId="531"/>
            <ac:picMk id="12" creationId="{CCFED21C-ED0D-4785-9D8D-83B50D1CC3CF}"/>
          </ac:picMkLst>
        </pc:picChg>
        <pc:picChg chg="add mod modCrop">
          <ac:chgData name="Choi Jeomki" userId="f1912f8b0928b9f1" providerId="LiveId" clId="{42054B8C-A000-4DBD-9F31-C2094E50BCA0}" dt="2019-02-26T00:09:42.149" v="7597" actId="1035"/>
          <ac:picMkLst>
            <pc:docMk/>
            <pc:sldMk cId="826640260" sldId="531"/>
            <ac:picMk id="15" creationId="{4A57E20F-6B57-4CD5-A21F-EA23B25413AF}"/>
          </ac:picMkLst>
        </pc:picChg>
        <pc:picChg chg="add mod ord">
          <ac:chgData name="Choi Jeomki" userId="f1912f8b0928b9f1" providerId="LiveId" clId="{42054B8C-A000-4DBD-9F31-C2094E50BCA0}" dt="2019-02-26T00:09:34.778" v="7593" actId="552"/>
          <ac:picMkLst>
            <pc:docMk/>
            <pc:sldMk cId="826640260" sldId="531"/>
            <ac:picMk id="17" creationId="{7B0ECF53-17D2-41AE-87F7-5AF3D783379A}"/>
          </ac:picMkLst>
        </pc:picChg>
      </pc:sldChg>
    </pc:docChg>
  </pc:docChgLst>
  <pc:docChgLst>
    <pc:chgData name="Choi Jeomki" userId="f1912f8b0928b9f1" providerId="LiveId" clId="{B4B7B63D-7C3A-4F4D-8645-46B1095D79C5}"/>
    <pc:docChg chg="undo custSel addSld delSld modSld sldOrd">
      <pc:chgData name="Choi Jeomki" userId="f1912f8b0928b9f1" providerId="LiveId" clId="{B4B7B63D-7C3A-4F4D-8645-46B1095D79C5}" dt="2019-02-18T00:35:26.056" v="7985" actId="1076"/>
      <pc:docMkLst>
        <pc:docMk/>
      </pc:docMkLst>
    </pc:docChg>
  </pc:docChgLst>
  <pc:docChgLst>
    <pc:chgData name="Choi Jeomki" userId="f1912f8b0928b9f1" providerId="LiveId" clId="{3125F63D-9B4B-464C-A171-C6D67B09C83B}"/>
    <pc:docChg chg="undo custSel addSld delSld modSld sldOrd">
      <pc:chgData name="Choi Jeomki" userId="f1912f8b0928b9f1" providerId="LiveId" clId="{3125F63D-9B4B-464C-A171-C6D67B09C83B}" dt="2019-02-21T00:37:27.369" v="6828" actId="2696"/>
      <pc:docMkLst>
        <pc:docMk/>
      </pc:docMkLst>
      <pc:sldChg chg="addSp delSp modSp">
        <pc:chgData name="Choi Jeomki" userId="f1912f8b0928b9f1" providerId="LiveId" clId="{3125F63D-9B4B-464C-A171-C6D67B09C83B}" dt="2019-02-20T06:19:43.673" v="93"/>
        <pc:sldMkLst>
          <pc:docMk/>
          <pc:sldMk cId="2342380751" sldId="328"/>
        </pc:sldMkLst>
        <pc:spChg chg="mod">
          <ac:chgData name="Choi Jeomki" userId="f1912f8b0928b9f1" providerId="LiveId" clId="{3125F63D-9B4B-464C-A171-C6D67B09C83B}" dt="2019-02-20T06:19:35.280" v="90" actId="5793"/>
          <ac:spMkLst>
            <pc:docMk/>
            <pc:sldMk cId="2342380751" sldId="328"/>
            <ac:spMk id="21" creationId="{9F771F1A-289E-4A2A-9DA2-873F091B5C83}"/>
          </ac:spMkLst>
        </pc:spChg>
        <pc:spChg chg="add">
          <ac:chgData name="Choi Jeomki" userId="f1912f8b0928b9f1" providerId="LiveId" clId="{3125F63D-9B4B-464C-A171-C6D67B09C83B}" dt="2019-02-20T06:19:43.673" v="93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3125F63D-9B4B-464C-A171-C6D67B09C83B}" dt="2019-02-20T06:18:57.400" v="7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3125F63D-9B4B-464C-A171-C6D67B09C83B}" dt="2019-02-20T06:19:43.327" v="92" actId="14100"/>
          <ac:spMkLst>
            <pc:docMk/>
            <pc:sldMk cId="2342380751" sldId="328"/>
            <ac:spMk id="39" creationId="{00000000-0000-0000-0000-000000000000}"/>
          </ac:spMkLst>
        </pc:spChg>
        <pc:spChg chg="del mod">
          <ac:chgData name="Choi Jeomki" userId="f1912f8b0928b9f1" providerId="LiveId" clId="{3125F63D-9B4B-464C-A171-C6D67B09C83B}" dt="2019-02-20T06:19:41.263" v="91"/>
          <ac:spMkLst>
            <pc:docMk/>
            <pc:sldMk cId="2342380751" sldId="328"/>
            <ac:spMk id="40" creationId="{2E8B52F4-5469-4176-A3F4-7DE5E5DE621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11.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외래관광객 실태조사 분석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833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외래관광객 실태조사 분석모델 설정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관광계획 결정요인과 관광이용도 관계분석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906001" y="3169652"/>
            <a:ext cx="336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7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따른 관계분석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6" y="4339639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16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69520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167405" y="2144146"/>
            <a:ext cx="5664900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2514821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2514821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2514821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3167405" y="3246480"/>
            <a:ext cx="6889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관광계획 결정요인과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관광이용도 관계분석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3167404" y="4344615"/>
            <a:ext cx="6420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관계분석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ED0A7171-7727-44BC-8090-83C129B4F500}"/>
              </a:ext>
            </a:extLst>
          </p:cNvPr>
          <p:cNvSpPr txBox="1"/>
          <p:nvPr/>
        </p:nvSpPr>
        <p:spPr>
          <a:xfrm>
            <a:off x="3167405" y="2148345"/>
            <a:ext cx="58695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외래관광객 실태조사 분석모델 설정</a:t>
            </a:r>
          </a:p>
        </p:txBody>
      </p:sp>
    </p:spTree>
    <p:extLst>
      <p:ext uri="{BB962C8B-B14F-4D97-AF65-F5344CB8AC3E}">
        <p14:creationId xmlns:p14="http://schemas.microsoft.com/office/powerpoint/2010/main" val="2342380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11524" y="2276475"/>
            <a:ext cx="8604956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xmlns="" id="{FF3904D0-8E35-46EA-81BC-0D6FB8DE83C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5560" y="2508257"/>
            <a:ext cx="7956884" cy="2252891"/>
          </a:xfrm>
          <a:prstGeom prst="rect">
            <a:avLst/>
          </a:prstGeom>
          <a:solidFill>
            <a:srgbClr val="EEECE1"/>
          </a:solidFill>
          <a:ln w="1270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1" marR="0" lvl="0" indent="-182561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외래관광객 실태조사 분석모델 설정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실태조사를 위한 분석모델 설정은 다음과 같이 관광계획 결정요인 독립변수들이 </a:t>
            </a:r>
            <a:r>
              <a:rPr lang="en-US" altLang="ko-KR" dirty="0"/>
              <a:t>1</a:t>
            </a:r>
            <a:r>
              <a:rPr lang="ko-KR" altLang="en-US" dirty="0"/>
              <a:t>차성과인 매개변수와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차성과인 종속변수에 미치는 영향을 파악하며</a:t>
            </a:r>
            <a:r>
              <a:rPr lang="en-US" altLang="ko-KR" dirty="0"/>
              <a:t>, </a:t>
            </a:r>
            <a:r>
              <a:rPr lang="ko-KR" altLang="en-US" dirty="0"/>
              <a:t>이들 관계가 관광객  특성변수에 따라 조절되는 상황요인을 같이 고려함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119CAFBE-D635-4DD0-B8A6-8AD85E8621B1}"/>
              </a:ext>
            </a:extLst>
          </p:cNvPr>
          <p:cNvCxnSpPr>
            <a:cxnSpLocks/>
            <a:stCxn id="39" idx="0"/>
            <a:endCxn id="47" idx="2"/>
          </p:cNvCxnSpPr>
          <p:nvPr/>
        </p:nvCxnSpPr>
        <p:spPr bwMode="auto">
          <a:xfrm flipV="1">
            <a:off x="6114002" y="4761148"/>
            <a:ext cx="0" cy="479342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모서리가 둥근 직사각형 35">
            <a:extLst>
              <a:ext uri="{FF2B5EF4-FFF2-40B4-BE49-F238E27FC236}">
                <a16:creationId xmlns:a16="http://schemas.microsoft.com/office/drawing/2014/main" xmlns="" id="{793A9CF7-DF58-44F8-806D-8C97FC8F11D9}"/>
              </a:ext>
            </a:extLst>
          </p:cNvPr>
          <p:cNvSpPr/>
          <p:nvPr/>
        </p:nvSpPr>
        <p:spPr bwMode="auto">
          <a:xfrm>
            <a:off x="2454050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1" kern="0" dirty="0">
              <a:solidFill>
                <a:srgbClr val="36AAD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xmlns="" id="{711CA8C6-91D2-4673-94DF-7160382D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050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관광계획결정요인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xmlns="" id="{D104F691-6C6A-4DDB-BACF-FFAE852788FC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 bwMode="auto">
          <a:xfrm flipV="1">
            <a:off x="7157838" y="3844388"/>
            <a:ext cx="521960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xmlns="" id="{93FCE6C3-DB5F-4AFA-A960-571A1DEF6957}"/>
              </a:ext>
            </a:extLst>
          </p:cNvPr>
          <p:cNvCxnSpPr>
            <a:cxnSpLocks/>
            <a:stCxn id="37" idx="3"/>
            <a:endCxn id="32" idx="1"/>
          </p:cNvCxnSpPr>
          <p:nvPr/>
        </p:nvCxnSpPr>
        <p:spPr bwMode="auto">
          <a:xfrm>
            <a:off x="4541722" y="3844388"/>
            <a:ext cx="528444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모서리가 둥근 직사각형 35">
            <a:extLst>
              <a:ext uri="{FF2B5EF4-FFF2-40B4-BE49-F238E27FC236}">
                <a16:creationId xmlns:a16="http://schemas.microsoft.com/office/drawing/2014/main" xmlns="" id="{09F20EA1-97F8-41D4-90C0-F58B6C9AF9F6}"/>
              </a:ext>
            </a:extLst>
          </p:cNvPr>
          <p:cNvSpPr/>
          <p:nvPr/>
        </p:nvSpPr>
        <p:spPr bwMode="auto">
          <a:xfrm>
            <a:off x="5070166" y="3073469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1" lang="en-US" altLang="ko-KR" sz="1200" b="1" kern="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xmlns="" id="{260CD455-4DFF-4D8C-800C-934D57729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166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관광이용도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34" name="모서리가 둥근 직사각형 35">
            <a:extLst>
              <a:ext uri="{FF2B5EF4-FFF2-40B4-BE49-F238E27FC236}">
                <a16:creationId xmlns:a16="http://schemas.microsoft.com/office/drawing/2014/main" xmlns="" id="{8C752F5F-5FCE-4F20-83DC-989D66A1B9D0}"/>
              </a:ext>
            </a:extLst>
          </p:cNvPr>
          <p:cNvSpPr/>
          <p:nvPr/>
        </p:nvSpPr>
        <p:spPr bwMode="auto">
          <a:xfrm>
            <a:off x="7679798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xmlns="" id="{7F0D565E-885A-4D6F-A45C-6739DF539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9798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관광만족도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2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35">
            <a:extLst>
              <a:ext uri="{FF2B5EF4-FFF2-40B4-BE49-F238E27FC236}">
                <a16:creationId xmlns:a16="http://schemas.microsoft.com/office/drawing/2014/main" xmlns="" id="{752212A5-0A85-45CD-B048-3B020E0081E2}"/>
              </a:ext>
            </a:extLst>
          </p:cNvPr>
          <p:cNvSpPr/>
          <p:nvPr/>
        </p:nvSpPr>
        <p:spPr bwMode="auto">
          <a:xfrm>
            <a:off x="5070166" y="5240490"/>
            <a:ext cx="2087672" cy="771738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200" b="1" kern="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Rectangle 26">
            <a:extLst>
              <a:ext uri="{FF2B5EF4-FFF2-40B4-BE49-F238E27FC236}">
                <a16:creationId xmlns:a16="http://schemas.microsoft.com/office/drawing/2014/main" xmlns="" id="{4DBF1080-33E5-465F-8CFB-5AE5EB38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166" y="6084221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관광객특성요인</a:t>
            </a:r>
            <a:b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95B0EE76-D201-487C-9570-F117C95FFECF}"/>
              </a:ext>
            </a:extLst>
          </p:cNvPr>
          <p:cNvSpPr/>
          <p:nvPr/>
        </p:nvSpPr>
        <p:spPr>
          <a:xfrm>
            <a:off x="2279583" y="2375882"/>
            <a:ext cx="5004549" cy="2522506"/>
          </a:xfrm>
          <a:prstGeom prst="roundRect">
            <a:avLst>
              <a:gd name="adj" fmla="val 7297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55A224C1-907E-4616-AC26-0172F76A2AAA}"/>
              </a:ext>
            </a:extLst>
          </p:cNvPr>
          <p:cNvSpPr/>
          <p:nvPr/>
        </p:nvSpPr>
        <p:spPr>
          <a:xfrm>
            <a:off x="2658249" y="3413501"/>
            <a:ext cx="681277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정보채널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결정시점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방한목적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여행동기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E4EF85C3-888D-4CD2-9F07-483F58BB70D1}"/>
              </a:ext>
            </a:extLst>
          </p:cNvPr>
          <p:cNvSpPr/>
          <p:nvPr/>
        </p:nvSpPr>
        <p:spPr>
          <a:xfrm>
            <a:off x="3719178" y="3413501"/>
            <a:ext cx="641201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동반자수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6D24CB44-FBD0-4192-B2C1-C10EB32CDE88}"/>
              </a:ext>
            </a:extLst>
          </p:cNvPr>
          <p:cNvSpPr/>
          <p:nvPr/>
        </p:nvSpPr>
        <p:spPr>
          <a:xfrm>
            <a:off x="5290768" y="3216749"/>
            <a:ext cx="801501" cy="12926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방문시도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방문권역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만족방문지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활동내역 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909F6655-7EB4-4BFA-8B42-DB6EF3D25076}"/>
              </a:ext>
            </a:extLst>
          </p:cNvPr>
          <p:cNvSpPr/>
          <p:nvPr/>
        </p:nvSpPr>
        <p:spPr>
          <a:xfrm>
            <a:off x="6313812" y="3109027"/>
            <a:ext cx="641201" cy="1508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숙박장소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쇼핑장소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쇼핑품목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현금경비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C700F3BD-2E75-4E58-BEB6-6220A7079949}"/>
              </a:ext>
            </a:extLst>
          </p:cNvPr>
          <p:cNvSpPr/>
          <p:nvPr/>
        </p:nvSpPr>
        <p:spPr>
          <a:xfrm>
            <a:off x="8042358" y="3285790"/>
            <a:ext cx="1362552" cy="1077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 만족도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세부만족도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전이미지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후이미지</a:t>
            </a:r>
            <a:endParaRPr kumimoji="1" lang="ko-KR" altLang="en-US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재방문의지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타인추천의사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DF9C47B1-3F62-41AD-99D9-A37689026C03}"/>
              </a:ext>
            </a:extLst>
          </p:cNvPr>
          <p:cNvSpPr/>
          <p:nvPr/>
        </p:nvSpPr>
        <p:spPr>
          <a:xfrm>
            <a:off x="5272239" y="5306284"/>
            <a:ext cx="1721625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학력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검토국가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방문횟수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조사시점</a:t>
            </a:r>
          </a:p>
        </p:txBody>
      </p:sp>
      <p:sp>
        <p:nvSpPr>
          <p:cNvPr id="36" name="모서리가 둥근 직사각형 33">
            <a:extLst>
              <a:ext uri="{FF2B5EF4-FFF2-40B4-BE49-F238E27FC236}">
                <a16:creationId xmlns:a16="http://schemas.microsoft.com/office/drawing/2014/main" xmlns="" id="{197B44E8-95BA-461E-8963-5E60ACCF2804}"/>
              </a:ext>
            </a:extLst>
          </p:cNvPr>
          <p:cNvSpPr/>
          <p:nvPr/>
        </p:nvSpPr>
        <p:spPr bwMode="auto">
          <a:xfrm>
            <a:off x="1414343" y="5464385"/>
            <a:ext cx="3127379" cy="74536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tourtype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따라 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bestact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간에 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차이가 있는지 분석 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xmlns="" id="{DD4F194B-DCC1-4399-A54D-5327F7FEF72D}"/>
              </a:ext>
            </a:extLst>
          </p:cNvPr>
          <p:cNvGrpSpPr/>
          <p:nvPr/>
        </p:nvGrpSpPr>
        <p:grpSpPr>
          <a:xfrm>
            <a:off x="574817" y="5422919"/>
            <a:ext cx="792000" cy="792000"/>
            <a:chOff x="621298" y="2144493"/>
            <a:chExt cx="879393" cy="859970"/>
          </a:xfrm>
        </p:grpSpPr>
        <p:sp>
          <p:nvSpPr>
            <p:cNvPr id="41" name="Rectangle 78">
              <a:extLst>
                <a:ext uri="{FF2B5EF4-FFF2-40B4-BE49-F238E27FC236}">
                  <a16:creationId xmlns:a16="http://schemas.microsoft.com/office/drawing/2014/main" xmlns="" id="{457564F5-D865-4900-9412-000E7EA35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42" name="Rectangle 78">
              <a:extLst>
                <a:ext uri="{FF2B5EF4-FFF2-40B4-BE49-F238E27FC236}">
                  <a16:creationId xmlns:a16="http://schemas.microsoft.com/office/drawing/2014/main" xmlns="" id="{B17E4FDF-893B-4181-B93D-5D53F7B01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xmlns="" id="{B07F5725-90CA-4B31-840B-D18908CEE715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rot="5400000">
            <a:off x="3596948" y="4279474"/>
            <a:ext cx="565997" cy="18038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xmlns="" id="{DD7756AC-9F79-44A0-8E85-07B644586B88}"/>
              </a:ext>
            </a:extLst>
          </p:cNvPr>
          <p:cNvSpPr/>
          <p:nvPr/>
        </p:nvSpPr>
        <p:spPr>
          <a:xfrm>
            <a:off x="3658809" y="3825044"/>
            <a:ext cx="756620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xmlns="" id="{588ACEC9-5C32-436C-ACD7-C003236D1F27}"/>
              </a:ext>
            </a:extLst>
          </p:cNvPr>
          <p:cNvSpPr/>
          <p:nvPr/>
        </p:nvSpPr>
        <p:spPr>
          <a:xfrm>
            <a:off x="5293378" y="4275013"/>
            <a:ext cx="756620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06624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2809" y="2276475"/>
            <a:ext cx="7481403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xmlns="" id="{FF3904D0-8E35-46EA-81BC-0D6FB8DE83C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9396" y="2508257"/>
            <a:ext cx="7236801" cy="2252891"/>
          </a:xfrm>
          <a:prstGeom prst="rect">
            <a:avLst/>
          </a:prstGeom>
          <a:solidFill>
            <a:srgbClr val="EEECE1"/>
          </a:solidFill>
          <a:ln w="1270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1" marR="0" lvl="0" indent="-182561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개 변수간 분석모델 설정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관광계획결정요인</a:t>
            </a:r>
            <a:r>
              <a:rPr lang="en-US" altLang="ko-KR" dirty="0"/>
              <a:t>, </a:t>
            </a:r>
            <a:r>
              <a:rPr lang="ko-KR" altLang="en-US" dirty="0"/>
              <a:t>관광이용도</a:t>
            </a:r>
            <a:r>
              <a:rPr lang="en-US" altLang="ko-KR" dirty="0"/>
              <a:t>, </a:t>
            </a:r>
            <a:r>
              <a:rPr lang="ko-KR" altLang="en-US" dirty="0"/>
              <a:t>관광만족도에 차이가 나는지 분석가설을 설정함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119CAFBE-D635-4DD0-B8A6-8AD85E8621B1}"/>
              </a:ext>
            </a:extLst>
          </p:cNvPr>
          <p:cNvCxnSpPr>
            <a:cxnSpLocks/>
            <a:stCxn id="39" idx="0"/>
          </p:cNvCxnSpPr>
          <p:nvPr/>
        </p:nvCxnSpPr>
        <p:spPr bwMode="auto">
          <a:xfrm flipV="1">
            <a:off x="4295800" y="4761148"/>
            <a:ext cx="0" cy="479342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모서리가 둥근 직사각형 35">
            <a:extLst>
              <a:ext uri="{FF2B5EF4-FFF2-40B4-BE49-F238E27FC236}">
                <a16:creationId xmlns:a16="http://schemas.microsoft.com/office/drawing/2014/main" xmlns="" id="{793A9CF7-DF58-44F8-806D-8C97FC8F11D9}"/>
              </a:ext>
            </a:extLst>
          </p:cNvPr>
          <p:cNvSpPr/>
          <p:nvPr/>
        </p:nvSpPr>
        <p:spPr bwMode="auto">
          <a:xfrm>
            <a:off x="776933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xmlns="" id="{711CA8C6-91D2-4673-94DF-7160382D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33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관광계획결정요인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xmlns="" id="{D104F691-6C6A-4DDB-BACF-FFAE852788FC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 bwMode="auto">
          <a:xfrm flipV="1">
            <a:off x="5339636" y="3844388"/>
            <a:ext cx="360320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xmlns="" id="{93FCE6C3-DB5F-4AFA-A960-571A1DEF6957}"/>
              </a:ext>
            </a:extLst>
          </p:cNvPr>
          <p:cNvCxnSpPr>
            <a:cxnSpLocks/>
            <a:stCxn id="37" idx="3"/>
            <a:endCxn id="32" idx="1"/>
          </p:cNvCxnSpPr>
          <p:nvPr/>
        </p:nvCxnSpPr>
        <p:spPr bwMode="auto">
          <a:xfrm>
            <a:off x="2864605" y="3844388"/>
            <a:ext cx="387359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모서리가 둥근 직사각형 35">
            <a:extLst>
              <a:ext uri="{FF2B5EF4-FFF2-40B4-BE49-F238E27FC236}">
                <a16:creationId xmlns:a16="http://schemas.microsoft.com/office/drawing/2014/main" xmlns="" id="{09F20EA1-97F8-41D4-90C0-F58B6C9AF9F6}"/>
              </a:ext>
            </a:extLst>
          </p:cNvPr>
          <p:cNvSpPr/>
          <p:nvPr/>
        </p:nvSpPr>
        <p:spPr bwMode="auto">
          <a:xfrm>
            <a:off x="3251964" y="3073469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xmlns="" id="{260CD455-4DFF-4D8C-800C-934D57729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관광이용도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모서리가 둥근 직사각형 35">
            <a:extLst>
              <a:ext uri="{FF2B5EF4-FFF2-40B4-BE49-F238E27FC236}">
                <a16:creationId xmlns:a16="http://schemas.microsoft.com/office/drawing/2014/main" xmlns="" id="{8C752F5F-5FCE-4F20-83DC-989D66A1B9D0}"/>
              </a:ext>
            </a:extLst>
          </p:cNvPr>
          <p:cNvSpPr/>
          <p:nvPr/>
        </p:nvSpPr>
        <p:spPr bwMode="auto">
          <a:xfrm>
            <a:off x="5699956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xmlns="" id="{7F0D565E-885A-4D6F-A45C-6739DF539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956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관광만족도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2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35">
            <a:extLst>
              <a:ext uri="{FF2B5EF4-FFF2-40B4-BE49-F238E27FC236}">
                <a16:creationId xmlns:a16="http://schemas.microsoft.com/office/drawing/2014/main" xmlns="" id="{752212A5-0A85-45CD-B048-3B020E0081E2}"/>
              </a:ext>
            </a:extLst>
          </p:cNvPr>
          <p:cNvSpPr/>
          <p:nvPr/>
        </p:nvSpPr>
        <p:spPr bwMode="auto">
          <a:xfrm>
            <a:off x="3251964" y="5240490"/>
            <a:ext cx="2087672" cy="771738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Rectangle 26">
            <a:extLst>
              <a:ext uri="{FF2B5EF4-FFF2-40B4-BE49-F238E27FC236}">
                <a16:creationId xmlns:a16="http://schemas.microsoft.com/office/drawing/2014/main" xmlns="" id="{4DBF1080-33E5-465F-8CFB-5AE5EB38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6084221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관광객특성요인</a:t>
            </a:r>
            <a:b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95B0EE76-D201-487C-9570-F117C95FFECF}"/>
              </a:ext>
            </a:extLst>
          </p:cNvPr>
          <p:cNvSpPr/>
          <p:nvPr/>
        </p:nvSpPr>
        <p:spPr>
          <a:xfrm>
            <a:off x="3107668" y="4698664"/>
            <a:ext cx="2376264" cy="1880567"/>
          </a:xfrm>
          <a:prstGeom prst="roundRect">
            <a:avLst>
              <a:gd name="adj" fmla="val 7297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5EEBF01C-F57D-42AC-B59E-CB7DE96006FF}"/>
              </a:ext>
            </a:extLst>
          </p:cNvPr>
          <p:cNvSpPr/>
          <p:nvPr/>
        </p:nvSpPr>
        <p:spPr>
          <a:xfrm>
            <a:off x="981132" y="3413501"/>
            <a:ext cx="681277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정보채널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결정시점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방한목적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여행동기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E91222EE-2698-44C8-A689-4C9D6F839626}"/>
              </a:ext>
            </a:extLst>
          </p:cNvPr>
          <p:cNvSpPr/>
          <p:nvPr/>
        </p:nvSpPr>
        <p:spPr>
          <a:xfrm>
            <a:off x="2042061" y="3413501"/>
            <a:ext cx="641201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동반자수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AFD6188F-7C98-4B41-AB6B-A608B320FF51}"/>
              </a:ext>
            </a:extLst>
          </p:cNvPr>
          <p:cNvSpPr/>
          <p:nvPr/>
        </p:nvSpPr>
        <p:spPr>
          <a:xfrm>
            <a:off x="6062516" y="3285790"/>
            <a:ext cx="1362552" cy="1077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 만족도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세부만족도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전이미지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후이미지</a:t>
            </a:r>
            <a:endParaRPr kumimoji="1" lang="ko-KR" altLang="en-US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재방문의지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타인추천의사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6FBAE2F1-91A7-41E9-9FEB-48B9F064BCD7}"/>
              </a:ext>
            </a:extLst>
          </p:cNvPr>
          <p:cNvSpPr/>
          <p:nvPr/>
        </p:nvSpPr>
        <p:spPr>
          <a:xfrm>
            <a:off x="3434988" y="5306284"/>
            <a:ext cx="1721625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학력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검토국가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방문횟수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조사시점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4B2C9854-1243-4492-A83D-616F31E59CE2}"/>
              </a:ext>
            </a:extLst>
          </p:cNvPr>
          <p:cNvSpPr/>
          <p:nvPr/>
        </p:nvSpPr>
        <p:spPr>
          <a:xfrm>
            <a:off x="3431704" y="3216749"/>
            <a:ext cx="801501" cy="12926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방문시도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방문권역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만족방문지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활동내역 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52D44120-E68A-4BF0-8812-DB1BF4D2A2FA}"/>
              </a:ext>
            </a:extLst>
          </p:cNvPr>
          <p:cNvSpPr/>
          <p:nvPr/>
        </p:nvSpPr>
        <p:spPr>
          <a:xfrm>
            <a:off x="4454748" y="3109027"/>
            <a:ext cx="641201" cy="1508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숙박장소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쇼핑장소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쇼핑품목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현금경비</a:t>
            </a:r>
          </a:p>
        </p:txBody>
      </p:sp>
      <p:sp>
        <p:nvSpPr>
          <p:cNvPr id="61" name="모서리가 둥근 직사각형 33">
            <a:extLst>
              <a:ext uri="{FF2B5EF4-FFF2-40B4-BE49-F238E27FC236}">
                <a16:creationId xmlns:a16="http://schemas.microsoft.com/office/drawing/2014/main" xmlns="" id="{933C44B0-3DBF-4A38-BDE8-AA8C7D31C116}"/>
              </a:ext>
            </a:extLst>
          </p:cNvPr>
          <p:cNvSpPr/>
          <p:nvPr/>
        </p:nvSpPr>
        <p:spPr bwMode="auto">
          <a:xfrm>
            <a:off x="8231723" y="4426067"/>
            <a:ext cx="2499826" cy="2027269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(period)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(expense)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전반적만족도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overal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동반유형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(member)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bestact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xmlns="" id="{77D20BA4-5375-4DE5-B932-4235901C5979}"/>
              </a:ext>
            </a:extLst>
          </p:cNvPr>
          <p:cNvGrpSpPr/>
          <p:nvPr/>
        </p:nvGrpSpPr>
        <p:grpSpPr>
          <a:xfrm>
            <a:off x="10226979" y="3997519"/>
            <a:ext cx="792000" cy="792000"/>
            <a:chOff x="621298" y="2144493"/>
            <a:chExt cx="879393" cy="859970"/>
          </a:xfrm>
        </p:grpSpPr>
        <p:sp>
          <p:nvSpPr>
            <p:cNvPr id="64" name="Rectangle 78">
              <a:extLst>
                <a:ext uri="{FF2B5EF4-FFF2-40B4-BE49-F238E27FC236}">
                  <a16:creationId xmlns:a16="http://schemas.microsoft.com/office/drawing/2014/main" xmlns="" id="{5CF4844E-0FAC-4E05-8DC6-D1BCF01D8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65" name="Rectangle 78">
              <a:extLst>
                <a:ext uri="{FF2B5EF4-FFF2-40B4-BE49-F238E27FC236}">
                  <a16:creationId xmlns:a16="http://schemas.microsoft.com/office/drawing/2014/main" xmlns="" id="{34EAC50A-55A5-4B17-A6ED-77FFB26B4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xmlns="" id="{C47CA5C1-96E0-4F33-A1EB-D845B28F7AF1}"/>
              </a:ext>
            </a:extLst>
          </p:cNvPr>
          <p:cNvSpPr/>
          <p:nvPr/>
        </p:nvSpPr>
        <p:spPr>
          <a:xfrm>
            <a:off x="3563531" y="550380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xmlns="" id="{BF40ADDE-B241-4ABE-BB63-4E43074C00E2}"/>
              </a:ext>
            </a:extLst>
          </p:cNvPr>
          <p:cNvSpPr/>
          <p:nvPr/>
        </p:nvSpPr>
        <p:spPr>
          <a:xfrm>
            <a:off x="2034074" y="3408236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xmlns="" id="{6B4447C8-4D33-4177-9E8A-3D412CAB7775}"/>
              </a:ext>
            </a:extLst>
          </p:cNvPr>
          <p:cNvSpPr/>
          <p:nvPr/>
        </p:nvSpPr>
        <p:spPr>
          <a:xfrm>
            <a:off x="2034074" y="4046596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xmlns="" id="{2E1AFBD0-4F37-40C8-95A4-CC76B73FF06A}"/>
              </a:ext>
            </a:extLst>
          </p:cNvPr>
          <p:cNvSpPr/>
          <p:nvPr/>
        </p:nvSpPr>
        <p:spPr>
          <a:xfrm>
            <a:off x="4449429" y="394115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xmlns="" id="{61351B80-D345-441A-B8AF-CEE0C2EE5617}"/>
              </a:ext>
            </a:extLst>
          </p:cNvPr>
          <p:cNvSpPr/>
          <p:nvPr/>
        </p:nvSpPr>
        <p:spPr>
          <a:xfrm>
            <a:off x="6217156" y="3269744"/>
            <a:ext cx="1066976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xmlns="" id="{1355BB8E-BD25-4994-AF1F-0D1F61291D24}"/>
              </a:ext>
            </a:extLst>
          </p:cNvPr>
          <p:cNvSpPr/>
          <p:nvPr/>
        </p:nvSpPr>
        <p:spPr>
          <a:xfrm>
            <a:off x="3494813" y="4275275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xmlns="" id="{BF2EEFC4-3F1A-48DF-B89B-7D45658F429A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5483932" y="5344088"/>
            <a:ext cx="2785892" cy="294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141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2809" y="2276475"/>
            <a:ext cx="7481403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xmlns="" id="{FF3904D0-8E35-46EA-81BC-0D6FB8DE83C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9396" y="2508257"/>
            <a:ext cx="7236801" cy="2252891"/>
          </a:xfrm>
          <a:prstGeom prst="rect">
            <a:avLst/>
          </a:prstGeom>
          <a:solidFill>
            <a:srgbClr val="EEECE1"/>
          </a:solidFill>
          <a:ln w="1270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1" marR="0" lvl="0" indent="-182561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개 변수간 분석모델 설정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와 다른 독립변수간 결합을 통해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관광계획결정요인</a:t>
            </a:r>
            <a:r>
              <a:rPr lang="en-US" altLang="ko-KR" dirty="0"/>
              <a:t>, </a:t>
            </a:r>
            <a:r>
              <a:rPr lang="ko-KR" altLang="en-US" dirty="0"/>
              <a:t>관광이용도</a:t>
            </a:r>
            <a:r>
              <a:rPr lang="en-US" altLang="ko-KR" dirty="0"/>
              <a:t>, </a:t>
            </a:r>
            <a:r>
              <a:rPr lang="ko-KR" altLang="en-US" dirty="0"/>
              <a:t>관광만족도에 차이가 나는지 다차원 분석가설을 설정함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119CAFBE-D635-4DD0-B8A6-8AD85E8621B1}"/>
              </a:ext>
            </a:extLst>
          </p:cNvPr>
          <p:cNvCxnSpPr>
            <a:cxnSpLocks/>
            <a:stCxn id="39" idx="0"/>
          </p:cNvCxnSpPr>
          <p:nvPr/>
        </p:nvCxnSpPr>
        <p:spPr bwMode="auto">
          <a:xfrm flipV="1">
            <a:off x="4295800" y="4761148"/>
            <a:ext cx="0" cy="479342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모서리가 둥근 직사각형 35">
            <a:extLst>
              <a:ext uri="{FF2B5EF4-FFF2-40B4-BE49-F238E27FC236}">
                <a16:creationId xmlns:a16="http://schemas.microsoft.com/office/drawing/2014/main" xmlns="" id="{793A9CF7-DF58-44F8-806D-8C97FC8F11D9}"/>
              </a:ext>
            </a:extLst>
          </p:cNvPr>
          <p:cNvSpPr/>
          <p:nvPr/>
        </p:nvSpPr>
        <p:spPr bwMode="auto">
          <a:xfrm>
            <a:off x="776933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xmlns="" id="{711CA8C6-91D2-4673-94DF-7160382D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33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관광계획결정요인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xmlns="" id="{D104F691-6C6A-4DDB-BACF-FFAE852788FC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 bwMode="auto">
          <a:xfrm flipV="1">
            <a:off x="5339636" y="3844388"/>
            <a:ext cx="360320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xmlns="" id="{93FCE6C3-DB5F-4AFA-A960-571A1DEF6957}"/>
              </a:ext>
            </a:extLst>
          </p:cNvPr>
          <p:cNvCxnSpPr>
            <a:cxnSpLocks/>
            <a:stCxn id="37" idx="3"/>
            <a:endCxn id="32" idx="1"/>
          </p:cNvCxnSpPr>
          <p:nvPr/>
        </p:nvCxnSpPr>
        <p:spPr bwMode="auto">
          <a:xfrm>
            <a:off x="2864605" y="3844388"/>
            <a:ext cx="387359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모서리가 둥근 직사각형 35">
            <a:extLst>
              <a:ext uri="{FF2B5EF4-FFF2-40B4-BE49-F238E27FC236}">
                <a16:creationId xmlns:a16="http://schemas.microsoft.com/office/drawing/2014/main" xmlns="" id="{09F20EA1-97F8-41D4-90C0-F58B6C9AF9F6}"/>
              </a:ext>
            </a:extLst>
          </p:cNvPr>
          <p:cNvSpPr/>
          <p:nvPr/>
        </p:nvSpPr>
        <p:spPr bwMode="auto">
          <a:xfrm>
            <a:off x="3251964" y="3073469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xmlns="" id="{260CD455-4DFF-4D8C-800C-934D57729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관광이용도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모서리가 둥근 직사각형 35">
            <a:extLst>
              <a:ext uri="{FF2B5EF4-FFF2-40B4-BE49-F238E27FC236}">
                <a16:creationId xmlns:a16="http://schemas.microsoft.com/office/drawing/2014/main" xmlns="" id="{8C752F5F-5FCE-4F20-83DC-989D66A1B9D0}"/>
              </a:ext>
            </a:extLst>
          </p:cNvPr>
          <p:cNvSpPr/>
          <p:nvPr/>
        </p:nvSpPr>
        <p:spPr bwMode="auto">
          <a:xfrm>
            <a:off x="5699956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xmlns="" id="{7F0D565E-885A-4D6F-A45C-6739DF539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956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관광만족도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2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35">
            <a:extLst>
              <a:ext uri="{FF2B5EF4-FFF2-40B4-BE49-F238E27FC236}">
                <a16:creationId xmlns:a16="http://schemas.microsoft.com/office/drawing/2014/main" xmlns="" id="{752212A5-0A85-45CD-B048-3B020E0081E2}"/>
              </a:ext>
            </a:extLst>
          </p:cNvPr>
          <p:cNvSpPr/>
          <p:nvPr/>
        </p:nvSpPr>
        <p:spPr bwMode="auto">
          <a:xfrm>
            <a:off x="3251964" y="5240490"/>
            <a:ext cx="2087672" cy="771738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Rectangle 26">
            <a:extLst>
              <a:ext uri="{FF2B5EF4-FFF2-40B4-BE49-F238E27FC236}">
                <a16:creationId xmlns:a16="http://schemas.microsoft.com/office/drawing/2014/main" xmlns="" id="{4DBF1080-33E5-465F-8CFB-5AE5EB38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6084221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관광객특성요인</a:t>
            </a:r>
            <a:b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95B0EE76-D201-487C-9570-F117C95FFECF}"/>
              </a:ext>
            </a:extLst>
          </p:cNvPr>
          <p:cNvSpPr/>
          <p:nvPr/>
        </p:nvSpPr>
        <p:spPr>
          <a:xfrm>
            <a:off x="3107668" y="4698664"/>
            <a:ext cx="2376264" cy="1880567"/>
          </a:xfrm>
          <a:prstGeom prst="roundRect">
            <a:avLst>
              <a:gd name="adj" fmla="val 7297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5EEBF01C-F57D-42AC-B59E-CB7DE96006FF}"/>
              </a:ext>
            </a:extLst>
          </p:cNvPr>
          <p:cNvSpPr/>
          <p:nvPr/>
        </p:nvSpPr>
        <p:spPr>
          <a:xfrm>
            <a:off x="981132" y="3413501"/>
            <a:ext cx="681277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정보채널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결정시점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방한목적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여행동기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E91222EE-2698-44C8-A689-4C9D6F839626}"/>
              </a:ext>
            </a:extLst>
          </p:cNvPr>
          <p:cNvSpPr/>
          <p:nvPr/>
        </p:nvSpPr>
        <p:spPr>
          <a:xfrm>
            <a:off x="2042061" y="3413501"/>
            <a:ext cx="641201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동반자수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AFD6188F-7C98-4B41-AB6B-A608B320FF51}"/>
              </a:ext>
            </a:extLst>
          </p:cNvPr>
          <p:cNvSpPr/>
          <p:nvPr/>
        </p:nvSpPr>
        <p:spPr>
          <a:xfrm>
            <a:off x="6062516" y="3285790"/>
            <a:ext cx="1362552" cy="1077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 만족도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세부만족도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전이미지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후이미지</a:t>
            </a:r>
            <a:endParaRPr kumimoji="1" lang="ko-KR" altLang="en-US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재방문의지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타인추천의사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6FBAE2F1-91A7-41E9-9FEB-48B9F064BCD7}"/>
              </a:ext>
            </a:extLst>
          </p:cNvPr>
          <p:cNvSpPr/>
          <p:nvPr/>
        </p:nvSpPr>
        <p:spPr>
          <a:xfrm>
            <a:off x="3434988" y="5306284"/>
            <a:ext cx="1721625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학력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검토국가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방문횟수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조사시점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4B2C9854-1243-4492-A83D-616F31E59CE2}"/>
              </a:ext>
            </a:extLst>
          </p:cNvPr>
          <p:cNvSpPr/>
          <p:nvPr/>
        </p:nvSpPr>
        <p:spPr>
          <a:xfrm>
            <a:off x="3431704" y="3216749"/>
            <a:ext cx="801501" cy="12926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방문시도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방문권역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만족방문지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활동내역 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52D44120-E68A-4BF0-8812-DB1BF4D2A2FA}"/>
              </a:ext>
            </a:extLst>
          </p:cNvPr>
          <p:cNvSpPr/>
          <p:nvPr/>
        </p:nvSpPr>
        <p:spPr>
          <a:xfrm>
            <a:off x="4454748" y="3109027"/>
            <a:ext cx="641201" cy="1508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숙박장소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쇼핑장소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쇼핑품목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현금경비</a:t>
            </a:r>
          </a:p>
        </p:txBody>
      </p:sp>
      <p:sp>
        <p:nvSpPr>
          <p:cNvPr id="61" name="모서리가 둥근 직사각형 33">
            <a:extLst>
              <a:ext uri="{FF2B5EF4-FFF2-40B4-BE49-F238E27FC236}">
                <a16:creationId xmlns:a16="http://schemas.microsoft.com/office/drawing/2014/main" xmlns="" id="{933C44B0-3DBF-4A38-BDE8-AA8C7D31C116}"/>
              </a:ext>
            </a:extLst>
          </p:cNvPr>
          <p:cNvSpPr/>
          <p:nvPr/>
        </p:nvSpPr>
        <p:spPr bwMode="auto">
          <a:xfrm>
            <a:off x="8231722" y="4426067"/>
            <a:ext cx="3247865" cy="2027269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+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동반유형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(member)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(period)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(expense)</a:t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전반적만족도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overal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+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(gender)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동반유형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meber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만족활동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bestact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xmlns="" id="{77D20BA4-5375-4DE5-B932-4235901C5979}"/>
              </a:ext>
            </a:extLst>
          </p:cNvPr>
          <p:cNvGrpSpPr/>
          <p:nvPr/>
        </p:nvGrpSpPr>
        <p:grpSpPr>
          <a:xfrm>
            <a:off x="10740604" y="4024214"/>
            <a:ext cx="792000" cy="792000"/>
            <a:chOff x="621298" y="2144493"/>
            <a:chExt cx="879393" cy="859970"/>
          </a:xfrm>
        </p:grpSpPr>
        <p:sp>
          <p:nvSpPr>
            <p:cNvPr id="64" name="Rectangle 78">
              <a:extLst>
                <a:ext uri="{FF2B5EF4-FFF2-40B4-BE49-F238E27FC236}">
                  <a16:creationId xmlns:a16="http://schemas.microsoft.com/office/drawing/2014/main" xmlns="" id="{5CF4844E-0FAC-4E05-8DC6-D1BCF01D8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65" name="Rectangle 78">
              <a:extLst>
                <a:ext uri="{FF2B5EF4-FFF2-40B4-BE49-F238E27FC236}">
                  <a16:creationId xmlns:a16="http://schemas.microsoft.com/office/drawing/2014/main" xmlns="" id="{34EAC50A-55A5-4B17-A6ED-77FFB26B4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xmlns="" id="{C47CA5C1-96E0-4F33-A1EB-D845B28F7AF1}"/>
              </a:ext>
            </a:extLst>
          </p:cNvPr>
          <p:cNvSpPr/>
          <p:nvPr/>
        </p:nvSpPr>
        <p:spPr>
          <a:xfrm>
            <a:off x="3563531" y="550380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xmlns="" id="{BF40ADDE-B241-4ABE-BB63-4E43074C00E2}"/>
              </a:ext>
            </a:extLst>
          </p:cNvPr>
          <p:cNvSpPr/>
          <p:nvPr/>
        </p:nvSpPr>
        <p:spPr>
          <a:xfrm>
            <a:off x="2034074" y="3408236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xmlns="" id="{6B4447C8-4D33-4177-9E8A-3D412CAB7775}"/>
              </a:ext>
            </a:extLst>
          </p:cNvPr>
          <p:cNvSpPr/>
          <p:nvPr/>
        </p:nvSpPr>
        <p:spPr>
          <a:xfrm>
            <a:off x="2034074" y="4046596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xmlns="" id="{2E1AFBD0-4F37-40C8-95A4-CC76B73FF06A}"/>
              </a:ext>
            </a:extLst>
          </p:cNvPr>
          <p:cNvSpPr/>
          <p:nvPr/>
        </p:nvSpPr>
        <p:spPr>
          <a:xfrm>
            <a:off x="4449429" y="394115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xmlns="" id="{61351B80-D345-441A-B8AF-CEE0C2EE5617}"/>
              </a:ext>
            </a:extLst>
          </p:cNvPr>
          <p:cNvSpPr/>
          <p:nvPr/>
        </p:nvSpPr>
        <p:spPr>
          <a:xfrm>
            <a:off x="6217156" y="3269744"/>
            <a:ext cx="1066976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xmlns="" id="{1355BB8E-BD25-4994-AF1F-0D1F61291D24}"/>
              </a:ext>
            </a:extLst>
          </p:cNvPr>
          <p:cNvSpPr/>
          <p:nvPr/>
        </p:nvSpPr>
        <p:spPr>
          <a:xfrm>
            <a:off x="3494813" y="4275275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xmlns="" id="{10C01877-593F-4121-A39C-D7D6F5147E07}"/>
              </a:ext>
            </a:extLst>
          </p:cNvPr>
          <p:cNvSpPr/>
          <p:nvPr/>
        </p:nvSpPr>
        <p:spPr>
          <a:xfrm>
            <a:off x="3401224" y="5270540"/>
            <a:ext cx="419828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xmlns="" id="{BF2EEFC4-3F1A-48DF-B89B-7D45658F429A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5483932" y="5344088"/>
            <a:ext cx="2785892" cy="294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6468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167404" y="3246075"/>
            <a:ext cx="6601487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2514821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2514821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2514821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3167405" y="3246480"/>
            <a:ext cx="6889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관광계획 결정요인과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관광이용도 관계분석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3167404" y="4344615"/>
            <a:ext cx="6420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관계분석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ED0A7171-7727-44BC-8090-83C129B4F500}"/>
              </a:ext>
            </a:extLst>
          </p:cNvPr>
          <p:cNvSpPr txBox="1"/>
          <p:nvPr/>
        </p:nvSpPr>
        <p:spPr>
          <a:xfrm>
            <a:off x="3167405" y="2148345"/>
            <a:ext cx="58695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외래관광객 실태조사 분석모델 설정</a:t>
            </a:r>
          </a:p>
        </p:txBody>
      </p:sp>
    </p:spTree>
    <p:extLst>
      <p:ext uri="{BB962C8B-B14F-4D97-AF65-F5344CB8AC3E}">
        <p14:creationId xmlns:p14="http://schemas.microsoft.com/office/powerpoint/2010/main" val="6313112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811524" y="2276475"/>
            <a:ext cx="8604956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xmlns="" id="{FF3904D0-8E35-46EA-81BC-0D6FB8DE83C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5560" y="2508257"/>
            <a:ext cx="7956884" cy="2252891"/>
          </a:xfrm>
          <a:prstGeom prst="rect">
            <a:avLst/>
          </a:prstGeom>
          <a:solidFill>
            <a:srgbClr val="EEECE1"/>
          </a:solidFill>
          <a:ln w="1270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1" marR="0" lvl="0" indent="-182561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외래관광객 실태조사 분석모델 설정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실태조사를 위한 분석모델 중 관광계획결정요인에 속한 여행형태</a:t>
            </a:r>
            <a:r>
              <a:rPr lang="en-US" altLang="ko-KR" dirty="0"/>
              <a:t>(</a:t>
            </a:r>
            <a:r>
              <a:rPr lang="ko-KR" altLang="en-US" dirty="0"/>
              <a:t>독립변수</a:t>
            </a:r>
            <a:r>
              <a:rPr lang="en-US" altLang="ko-KR" dirty="0"/>
              <a:t>)</a:t>
            </a:r>
            <a:r>
              <a:rPr lang="ko-KR" altLang="en-US" dirty="0"/>
              <a:t>에 따라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관광이용도에 속한 만족활동</a:t>
            </a:r>
            <a:r>
              <a:rPr lang="en-US" altLang="ko-KR" dirty="0"/>
              <a:t>(</a:t>
            </a:r>
            <a:r>
              <a:rPr lang="ko-KR" altLang="en-US" dirty="0"/>
              <a:t>종속변수</a:t>
            </a:r>
            <a:r>
              <a:rPr lang="en-US" altLang="ko-KR" dirty="0"/>
              <a:t>)</a:t>
            </a:r>
            <a:r>
              <a:rPr lang="ko-KR" altLang="en-US" dirty="0"/>
              <a:t>에 차이가  </a:t>
            </a:r>
            <a:r>
              <a:rPr lang="ko-KR" altLang="en-US"/>
              <a:t>있는지 관계를 분석함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119CAFBE-D635-4DD0-B8A6-8AD85E8621B1}"/>
              </a:ext>
            </a:extLst>
          </p:cNvPr>
          <p:cNvCxnSpPr>
            <a:cxnSpLocks/>
            <a:stCxn id="39" idx="0"/>
            <a:endCxn id="47" idx="2"/>
          </p:cNvCxnSpPr>
          <p:nvPr/>
        </p:nvCxnSpPr>
        <p:spPr bwMode="auto">
          <a:xfrm flipV="1">
            <a:off x="6114002" y="4761148"/>
            <a:ext cx="0" cy="479342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모서리가 둥근 직사각형 35">
            <a:extLst>
              <a:ext uri="{FF2B5EF4-FFF2-40B4-BE49-F238E27FC236}">
                <a16:creationId xmlns:a16="http://schemas.microsoft.com/office/drawing/2014/main" xmlns="" id="{793A9CF7-DF58-44F8-806D-8C97FC8F11D9}"/>
              </a:ext>
            </a:extLst>
          </p:cNvPr>
          <p:cNvSpPr/>
          <p:nvPr/>
        </p:nvSpPr>
        <p:spPr bwMode="auto">
          <a:xfrm>
            <a:off x="2454050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1" kern="0" dirty="0">
              <a:solidFill>
                <a:srgbClr val="36AAD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xmlns="" id="{711CA8C6-91D2-4673-94DF-7160382D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050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관광계획결정요인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xmlns="" id="{D104F691-6C6A-4DDB-BACF-FFAE852788FC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 bwMode="auto">
          <a:xfrm flipV="1">
            <a:off x="7157838" y="3844388"/>
            <a:ext cx="521960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xmlns="" id="{93FCE6C3-DB5F-4AFA-A960-571A1DEF6957}"/>
              </a:ext>
            </a:extLst>
          </p:cNvPr>
          <p:cNvCxnSpPr>
            <a:cxnSpLocks/>
            <a:stCxn id="37" idx="3"/>
            <a:endCxn id="32" idx="1"/>
          </p:cNvCxnSpPr>
          <p:nvPr/>
        </p:nvCxnSpPr>
        <p:spPr bwMode="auto">
          <a:xfrm>
            <a:off x="4541722" y="3844388"/>
            <a:ext cx="528444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모서리가 둥근 직사각형 35">
            <a:extLst>
              <a:ext uri="{FF2B5EF4-FFF2-40B4-BE49-F238E27FC236}">
                <a16:creationId xmlns:a16="http://schemas.microsoft.com/office/drawing/2014/main" xmlns="" id="{09F20EA1-97F8-41D4-90C0-F58B6C9AF9F6}"/>
              </a:ext>
            </a:extLst>
          </p:cNvPr>
          <p:cNvSpPr/>
          <p:nvPr/>
        </p:nvSpPr>
        <p:spPr bwMode="auto">
          <a:xfrm>
            <a:off x="5070166" y="3073469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endParaRPr kumimoji="1" lang="en-US" altLang="ko-KR" sz="1200" b="1" kern="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xmlns="" id="{260CD455-4DFF-4D8C-800C-934D57729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166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관광이용도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34" name="모서리가 둥근 직사각형 35">
            <a:extLst>
              <a:ext uri="{FF2B5EF4-FFF2-40B4-BE49-F238E27FC236}">
                <a16:creationId xmlns:a16="http://schemas.microsoft.com/office/drawing/2014/main" xmlns="" id="{8C752F5F-5FCE-4F20-83DC-989D66A1B9D0}"/>
              </a:ext>
            </a:extLst>
          </p:cNvPr>
          <p:cNvSpPr/>
          <p:nvPr/>
        </p:nvSpPr>
        <p:spPr bwMode="auto">
          <a:xfrm>
            <a:off x="7679798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xmlns="" id="{7F0D565E-885A-4D6F-A45C-6739DF539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9798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관광만족도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2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35">
            <a:extLst>
              <a:ext uri="{FF2B5EF4-FFF2-40B4-BE49-F238E27FC236}">
                <a16:creationId xmlns:a16="http://schemas.microsoft.com/office/drawing/2014/main" xmlns="" id="{752212A5-0A85-45CD-B048-3B020E0081E2}"/>
              </a:ext>
            </a:extLst>
          </p:cNvPr>
          <p:cNvSpPr/>
          <p:nvPr/>
        </p:nvSpPr>
        <p:spPr bwMode="auto">
          <a:xfrm>
            <a:off x="5070166" y="5240490"/>
            <a:ext cx="2087672" cy="771738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200" b="1" kern="0" dirty="0">
              <a:solidFill>
                <a:srgbClr val="FF00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Rectangle 26">
            <a:extLst>
              <a:ext uri="{FF2B5EF4-FFF2-40B4-BE49-F238E27FC236}">
                <a16:creationId xmlns:a16="http://schemas.microsoft.com/office/drawing/2014/main" xmlns="" id="{4DBF1080-33E5-465F-8CFB-5AE5EB38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166" y="6084221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관광객특성요인</a:t>
            </a:r>
            <a:b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95B0EE76-D201-487C-9570-F117C95FFECF}"/>
              </a:ext>
            </a:extLst>
          </p:cNvPr>
          <p:cNvSpPr/>
          <p:nvPr/>
        </p:nvSpPr>
        <p:spPr>
          <a:xfrm>
            <a:off x="2279583" y="2375882"/>
            <a:ext cx="5004549" cy="2522506"/>
          </a:xfrm>
          <a:prstGeom prst="roundRect">
            <a:avLst>
              <a:gd name="adj" fmla="val 7297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55A224C1-907E-4616-AC26-0172F76A2AAA}"/>
              </a:ext>
            </a:extLst>
          </p:cNvPr>
          <p:cNvSpPr/>
          <p:nvPr/>
        </p:nvSpPr>
        <p:spPr>
          <a:xfrm>
            <a:off x="2658249" y="3413501"/>
            <a:ext cx="681277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정보채널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결정시점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방한목적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여행동기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E4EF85C3-888D-4CD2-9F07-483F58BB70D1}"/>
              </a:ext>
            </a:extLst>
          </p:cNvPr>
          <p:cNvSpPr/>
          <p:nvPr/>
        </p:nvSpPr>
        <p:spPr>
          <a:xfrm>
            <a:off x="3719178" y="3413501"/>
            <a:ext cx="641201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동반자수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6D24CB44-FBD0-4192-B2C1-C10EB32CDE88}"/>
              </a:ext>
            </a:extLst>
          </p:cNvPr>
          <p:cNvSpPr/>
          <p:nvPr/>
        </p:nvSpPr>
        <p:spPr>
          <a:xfrm>
            <a:off x="5290768" y="3216749"/>
            <a:ext cx="801501" cy="12926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방문시도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방문권역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만족방문지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활동내역 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909F6655-7EB4-4BFA-8B42-DB6EF3D25076}"/>
              </a:ext>
            </a:extLst>
          </p:cNvPr>
          <p:cNvSpPr/>
          <p:nvPr/>
        </p:nvSpPr>
        <p:spPr>
          <a:xfrm>
            <a:off x="6313812" y="3109027"/>
            <a:ext cx="641201" cy="1508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숙박장소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쇼핑장소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쇼핑품목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현금경비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C700F3BD-2E75-4E58-BEB6-6220A7079949}"/>
              </a:ext>
            </a:extLst>
          </p:cNvPr>
          <p:cNvSpPr/>
          <p:nvPr/>
        </p:nvSpPr>
        <p:spPr>
          <a:xfrm>
            <a:off x="8042358" y="3285790"/>
            <a:ext cx="1362552" cy="1077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 만족도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세부만족도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전이미지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후이미지</a:t>
            </a:r>
            <a:endParaRPr kumimoji="1" lang="ko-KR" altLang="en-US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재방문의지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타인추천의사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DF9C47B1-3F62-41AD-99D9-A37689026C03}"/>
              </a:ext>
            </a:extLst>
          </p:cNvPr>
          <p:cNvSpPr/>
          <p:nvPr/>
        </p:nvSpPr>
        <p:spPr>
          <a:xfrm>
            <a:off x="5272239" y="5306284"/>
            <a:ext cx="1721625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학력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검토국가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방문횟수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조사시점</a:t>
            </a:r>
          </a:p>
        </p:txBody>
      </p:sp>
      <p:sp>
        <p:nvSpPr>
          <p:cNvPr id="36" name="모서리가 둥근 직사각형 33">
            <a:extLst>
              <a:ext uri="{FF2B5EF4-FFF2-40B4-BE49-F238E27FC236}">
                <a16:creationId xmlns:a16="http://schemas.microsoft.com/office/drawing/2014/main" xmlns="" id="{197B44E8-95BA-461E-8963-5E60ACCF2804}"/>
              </a:ext>
            </a:extLst>
          </p:cNvPr>
          <p:cNvSpPr/>
          <p:nvPr/>
        </p:nvSpPr>
        <p:spPr bwMode="auto">
          <a:xfrm>
            <a:off x="1414343" y="5464385"/>
            <a:ext cx="3127379" cy="74536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tourtype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따라 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bestact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간에 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차이가 있는지 분석 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xmlns="" id="{DD4F194B-DCC1-4399-A54D-5327F7FEF72D}"/>
              </a:ext>
            </a:extLst>
          </p:cNvPr>
          <p:cNvGrpSpPr/>
          <p:nvPr/>
        </p:nvGrpSpPr>
        <p:grpSpPr>
          <a:xfrm>
            <a:off x="574817" y="5422919"/>
            <a:ext cx="792000" cy="792000"/>
            <a:chOff x="621298" y="2144493"/>
            <a:chExt cx="879393" cy="859970"/>
          </a:xfrm>
        </p:grpSpPr>
        <p:sp>
          <p:nvSpPr>
            <p:cNvPr id="41" name="Rectangle 78">
              <a:extLst>
                <a:ext uri="{FF2B5EF4-FFF2-40B4-BE49-F238E27FC236}">
                  <a16:creationId xmlns:a16="http://schemas.microsoft.com/office/drawing/2014/main" xmlns="" id="{457564F5-D865-4900-9412-000E7EA35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42" name="Rectangle 78">
              <a:extLst>
                <a:ext uri="{FF2B5EF4-FFF2-40B4-BE49-F238E27FC236}">
                  <a16:creationId xmlns:a16="http://schemas.microsoft.com/office/drawing/2014/main" xmlns="" id="{B17E4FDF-893B-4181-B93D-5D53F7B01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xmlns="" id="{B07F5725-90CA-4B31-840B-D18908CEE715}"/>
              </a:ext>
            </a:extLst>
          </p:cNvPr>
          <p:cNvCxnSpPr>
            <a:cxnSpLocks/>
            <a:stCxn id="4" idx="2"/>
            <a:endCxn id="36" idx="0"/>
          </p:cNvCxnSpPr>
          <p:nvPr/>
        </p:nvCxnSpPr>
        <p:spPr>
          <a:xfrm rot="5400000">
            <a:off x="3596948" y="4279474"/>
            <a:ext cx="565997" cy="18038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xmlns="" id="{DD7756AC-9F79-44A0-8E85-07B644586B88}"/>
              </a:ext>
            </a:extLst>
          </p:cNvPr>
          <p:cNvSpPr/>
          <p:nvPr/>
        </p:nvSpPr>
        <p:spPr>
          <a:xfrm>
            <a:off x="3658809" y="3825044"/>
            <a:ext cx="756620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xmlns="" id="{588ACEC9-5C32-436C-ACD7-C003236D1F27}"/>
              </a:ext>
            </a:extLst>
          </p:cNvPr>
          <p:cNvSpPr/>
          <p:nvPr/>
        </p:nvSpPr>
        <p:spPr>
          <a:xfrm>
            <a:off x="5293378" y="4275013"/>
            <a:ext cx="756620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98486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03514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티블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형식으로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'ftour.csv',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 데이터셋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분석가설과 데이터셋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실태조사 데이터셋</a:t>
            </a:r>
            <a:r>
              <a:rPr lang="en-US" altLang="ko-KR" dirty="0"/>
              <a:t>(ftour.csv)</a:t>
            </a:r>
            <a:r>
              <a:rPr lang="ko-KR" altLang="en-US" dirty="0"/>
              <a:t>파일을 </a:t>
            </a:r>
            <a:r>
              <a:rPr lang="ko-KR" altLang="en-US" dirty="0" err="1" smtClean="0"/>
              <a:t>티블</a:t>
            </a:r>
            <a:r>
              <a:rPr lang="ko-KR" altLang="en-US" dirty="0" smtClean="0"/>
              <a:t> 객체 </a:t>
            </a:r>
            <a:r>
              <a:rPr lang="ko-KR" altLang="en-US" dirty="0"/>
              <a:t>형식으로 로딩하고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간단하게 데이터  내용과 구조를 탐색함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D2801B31-E713-4753-A13A-B1D5F7E9E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4360"/>
          <a:stretch/>
        </p:blipFill>
        <p:spPr>
          <a:xfrm>
            <a:off x="5015770" y="2176936"/>
            <a:ext cx="6229350" cy="3062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FF6EEBDC-CA42-4F79-B0CF-AB66BE6607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05" r="78615" b="39351"/>
          <a:stretch/>
        </p:blipFill>
        <p:spPr>
          <a:xfrm>
            <a:off x="5015770" y="2528900"/>
            <a:ext cx="1332148" cy="30047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79D7ED08-7324-4F97-AEF7-D0FDFB9D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6922"/>
          <a:stretch/>
        </p:blipFill>
        <p:spPr>
          <a:xfrm>
            <a:off x="7860196" y="2528900"/>
            <a:ext cx="1257300" cy="41696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011DB78C-1227-448F-914C-155254903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392" r="78615"/>
          <a:stretch/>
        </p:blipFill>
        <p:spPr>
          <a:xfrm>
            <a:off x="6420036" y="2528900"/>
            <a:ext cx="1332148" cy="21503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8B5B03E5-A24A-43C8-A08D-5F99654B44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790"/>
          <a:stretch/>
        </p:blipFill>
        <p:spPr>
          <a:xfrm>
            <a:off x="9192344" y="2528900"/>
            <a:ext cx="1152128" cy="24597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xmlns="" id="{80C0E1FA-510F-45E4-847B-B44E042EE889}"/>
              </a:ext>
            </a:extLst>
          </p:cNvPr>
          <p:cNvSpPr/>
          <p:nvPr/>
        </p:nvSpPr>
        <p:spPr>
          <a:xfrm>
            <a:off x="4917966" y="5229200"/>
            <a:ext cx="1499675" cy="174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xmlns="" id="{F7CAA2AE-49A9-4740-A598-E21C3E0FAA66}"/>
              </a:ext>
            </a:extLst>
          </p:cNvPr>
          <p:cNvSpPr/>
          <p:nvPr/>
        </p:nvSpPr>
        <p:spPr>
          <a:xfrm>
            <a:off x="9018570" y="3371323"/>
            <a:ext cx="1499675" cy="174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모서리가 둥근 직사각형 33">
            <a:extLst>
              <a:ext uri="{FF2B5EF4-FFF2-40B4-BE49-F238E27FC236}">
                <a16:creationId xmlns:a16="http://schemas.microsoft.com/office/drawing/2014/main" xmlns="" id="{A38B0D6F-E5C1-4105-B6EB-284E455BA32C}"/>
              </a:ext>
            </a:extLst>
          </p:cNvPr>
          <p:cNvSpPr/>
          <p:nvPr/>
        </p:nvSpPr>
        <p:spPr bwMode="auto">
          <a:xfrm>
            <a:off x="1617705" y="5404178"/>
            <a:ext cx="3127379" cy="74536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tourtype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따라 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bestact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간에 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차이가 있는지 분석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9D8D4904-7473-4349-B298-46E1F2E37787}"/>
              </a:ext>
            </a:extLst>
          </p:cNvPr>
          <p:cNvGrpSpPr/>
          <p:nvPr/>
        </p:nvGrpSpPr>
        <p:grpSpPr>
          <a:xfrm>
            <a:off x="778179" y="5362712"/>
            <a:ext cx="792000" cy="792000"/>
            <a:chOff x="621298" y="2144493"/>
            <a:chExt cx="879393" cy="859970"/>
          </a:xfrm>
        </p:grpSpPr>
        <p:sp>
          <p:nvSpPr>
            <p:cNvPr id="19" name="Rectangle 78">
              <a:extLst>
                <a:ext uri="{FF2B5EF4-FFF2-40B4-BE49-F238E27FC236}">
                  <a16:creationId xmlns:a16="http://schemas.microsoft.com/office/drawing/2014/main" xmlns="" id="{B8437648-F31F-4937-93C7-D6CCF8492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20" name="Rectangle 78">
              <a:extLst>
                <a:ext uri="{FF2B5EF4-FFF2-40B4-BE49-F238E27FC236}">
                  <a16:creationId xmlns:a16="http://schemas.microsoft.com/office/drawing/2014/main" xmlns="" id="{46D077DC-4607-4335-87CE-1C5B19421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4094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7367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리코딩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c(1, 2, 3),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개별여행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단체여행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에어텔여행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여행형태 변수 탐색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여행 형태에 </a:t>
            </a:r>
            <a:r>
              <a:rPr lang="ko-KR" altLang="en-US" dirty="0"/>
              <a:t>따른 만족활동 간의 관계분석을 위해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독립</a:t>
            </a:r>
            <a:r>
              <a:rPr lang="en-US" altLang="ko-KR" dirty="0"/>
              <a:t>·</a:t>
            </a:r>
            <a:r>
              <a:rPr lang="ko-KR" altLang="en-US" dirty="0"/>
              <a:t>설명</a:t>
            </a:r>
            <a:r>
              <a:rPr lang="en-US" altLang="ko-KR" dirty="0"/>
              <a:t>·</a:t>
            </a:r>
            <a:r>
              <a:rPr lang="ko-KR" altLang="en-US" dirty="0"/>
              <a:t>예측변수 역할을 하는 여행형태</a:t>
            </a:r>
            <a:r>
              <a:rPr lang="en-US" altLang="ko-KR" dirty="0"/>
              <a:t>(</a:t>
            </a:r>
            <a:r>
              <a:rPr lang="en-US" altLang="ko-KR" dirty="0" err="1"/>
              <a:t>tourtype</a:t>
            </a:r>
            <a:r>
              <a:rPr lang="en-US" altLang="ko-KR" dirty="0"/>
              <a:t>) </a:t>
            </a:r>
            <a:r>
              <a:rPr lang="ko-KR" altLang="en-US" dirty="0"/>
              <a:t>변수에 대한  기술통계분석을 실시함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16824918-D2FF-43DF-A9E9-6E7CED773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883" y="2442613"/>
            <a:ext cx="2590800" cy="304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AC73E78-570E-42F6-B3CB-0A83FDF57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883" y="2828587"/>
            <a:ext cx="1419225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xmlns="" id="{C5155D90-7461-428F-B18F-74019D5D4A85}"/>
              </a:ext>
            </a:extLst>
          </p:cNvPr>
          <p:cNvSpPr/>
          <p:nvPr/>
        </p:nvSpPr>
        <p:spPr>
          <a:xfrm>
            <a:off x="5614223" y="2176936"/>
            <a:ext cx="584637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기술통계 분석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sort(decreasing = TRUE)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*100, 3))) %&gt;% print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A51173E1-4641-47F9-B3BD-BA8D87C31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883" y="3518008"/>
            <a:ext cx="3190875" cy="438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365F7015-796D-437E-AEC7-D88CEA83A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12" y="4442384"/>
            <a:ext cx="360045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242C8554-FED7-4F94-84C3-300B29A0AB2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71367"/>
          <a:stretch/>
        </p:blipFill>
        <p:spPr>
          <a:xfrm>
            <a:off x="5707497" y="2834152"/>
            <a:ext cx="5753100" cy="5754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CBDA60AF-8065-4D1D-A1BE-580689D8A4B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8976" b="42390"/>
          <a:stretch/>
        </p:blipFill>
        <p:spPr>
          <a:xfrm>
            <a:off x="5707497" y="4041068"/>
            <a:ext cx="5753100" cy="5754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52448CD5-DACB-4181-89AF-4C5B18225CC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6579"/>
          <a:stretch/>
        </p:blipFill>
        <p:spPr>
          <a:xfrm>
            <a:off x="5707497" y="5265204"/>
            <a:ext cx="5753100" cy="8726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31096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657920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janitor::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('janitor')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library(janitor)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sort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::tab1()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c(1, 2))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여행형태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bar.values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'percent',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여행형태 비율분포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c(1, 1))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여행형태 변수 탐색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여행 형태</a:t>
            </a:r>
            <a:r>
              <a:rPr lang="en-US" altLang="ko-KR" dirty="0"/>
              <a:t>(</a:t>
            </a:r>
            <a:r>
              <a:rPr lang="en-US" altLang="ko-KR" dirty="0" err="1"/>
              <a:t>tourtype</a:t>
            </a:r>
            <a:r>
              <a:rPr lang="en-US" altLang="ko-KR" dirty="0"/>
              <a:t>) </a:t>
            </a:r>
            <a:r>
              <a:rPr lang="ko-KR" altLang="en-US" dirty="0"/>
              <a:t>변수에 대해 리코딩을 실시하고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빈도와 비율분석 전용 패키지를 활용해  기술통계분석을 실시함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8DDE80B8-1D72-4F87-BF16-C86E89C96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676" y="2288088"/>
            <a:ext cx="2400300" cy="742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671A2398-E792-4BCD-8841-E426F278E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305" y="2288088"/>
            <a:ext cx="3267075" cy="12763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767B5308-3750-4777-BBDE-655ECAB24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824" y="3675590"/>
            <a:ext cx="6600825" cy="2733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73847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13093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만족활동 변수 탐색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여행형태에 따른 만족활동 간의 관계분석을 위해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종속</a:t>
            </a:r>
            <a:r>
              <a:rPr lang="en-US" altLang="ko-KR" dirty="0"/>
              <a:t>·</a:t>
            </a:r>
            <a:r>
              <a:rPr lang="ko-KR" altLang="en-US" dirty="0"/>
              <a:t>결과</a:t>
            </a:r>
            <a:r>
              <a:rPr lang="en-US" altLang="ko-KR" dirty="0"/>
              <a:t>·</a:t>
            </a:r>
            <a:r>
              <a:rPr lang="ko-KR" altLang="en-US" dirty="0"/>
              <a:t>반응</a:t>
            </a:r>
            <a:r>
              <a:rPr lang="en-US" altLang="ko-KR" dirty="0"/>
              <a:t>·</a:t>
            </a:r>
            <a:r>
              <a:rPr lang="ko-KR" altLang="en-US" dirty="0"/>
              <a:t>성과변수 역할을 하는 </a:t>
            </a:r>
            <a:r>
              <a:rPr lang="ko-KR" altLang="en-US" dirty="0" smtClean="0"/>
              <a:t>만족활동</a:t>
            </a:r>
            <a:r>
              <a:rPr lang="en-US" altLang="ko-KR" dirty="0" smtClean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 </a:t>
            </a:r>
            <a:r>
              <a:rPr lang="ko-KR" altLang="en-US" dirty="0"/>
              <a:t>변수에 대한 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xmlns="" id="{C5155D90-7461-428F-B18F-74019D5D4A85}"/>
              </a:ext>
            </a:extLst>
          </p:cNvPr>
          <p:cNvSpPr/>
          <p:nvPr/>
        </p:nvSpPr>
        <p:spPr>
          <a:xfrm>
            <a:off x="5102734" y="2176936"/>
            <a:ext cx="617784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 &lt;- c(1:23)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쇼핑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식도락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온천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휴양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휴식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뷰티관광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의료관광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유흥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카지노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테마파크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직업적스포츠활동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산업시설등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미팅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회의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학술대회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박람회참가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업무수행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역사유적지방문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자연경관감상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민속행사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축제참가관람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박물관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전시관방문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시티투어버스이용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전통문화체험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from,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to)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기술통계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head(5) %&gt;% 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sort(decreasing = TRUE)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head(5)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*100, 3))) %&gt;% print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7F3A2052-1EDD-45F2-BDF4-D27FF7DBB0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990" b="90569"/>
          <a:stretch/>
        </p:blipFill>
        <p:spPr>
          <a:xfrm>
            <a:off x="642120" y="2655927"/>
            <a:ext cx="3060807" cy="27038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272620EA-A90D-4354-97ED-A4F0B6C5E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20" y="3215039"/>
            <a:ext cx="4343400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7C06F487-1CE4-4AF5-9415-72793599B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20" y="4441268"/>
            <a:ext cx="3238500" cy="409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CFF148D5-1438-4755-B272-B80C38FD4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20" y="5445224"/>
            <a:ext cx="4229100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687059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7" y="2176936"/>
            <a:ext cx="272677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기술통계분석 내용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만족활동 변수 탐색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여행형태에 따른 </a:t>
            </a:r>
            <a:r>
              <a:rPr lang="ko-KR" altLang="en-US" dirty="0" smtClean="0"/>
              <a:t>만족활동 </a:t>
            </a:r>
            <a:r>
              <a:rPr lang="ko-KR" altLang="en-US" dirty="0"/>
              <a:t>간의 관계분석을 위해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종속</a:t>
            </a:r>
            <a:r>
              <a:rPr lang="en-US" altLang="ko-KR" dirty="0"/>
              <a:t>·</a:t>
            </a:r>
            <a:r>
              <a:rPr lang="ko-KR" altLang="en-US" dirty="0"/>
              <a:t>결과</a:t>
            </a:r>
            <a:r>
              <a:rPr lang="en-US" altLang="ko-KR" dirty="0"/>
              <a:t>·</a:t>
            </a:r>
            <a:r>
              <a:rPr lang="ko-KR" altLang="en-US" dirty="0"/>
              <a:t>반응</a:t>
            </a:r>
            <a:r>
              <a:rPr lang="en-US" altLang="ko-KR" dirty="0"/>
              <a:t>·</a:t>
            </a:r>
            <a:r>
              <a:rPr lang="ko-KR" altLang="en-US" dirty="0"/>
              <a:t>성과변수 역할을 하는 </a:t>
            </a:r>
            <a:r>
              <a:rPr lang="ko-KR" altLang="en-US" dirty="0" smtClean="0"/>
              <a:t>만족활동</a:t>
            </a:r>
            <a:r>
              <a:rPr lang="en-US" altLang="ko-KR" dirty="0" smtClean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 </a:t>
            </a:r>
            <a:r>
              <a:rPr lang="ko-KR" altLang="en-US" dirty="0"/>
              <a:t>변수에 대한 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xmlns="" id="{C5155D90-7461-428F-B18F-74019D5D4A85}"/>
              </a:ext>
            </a:extLst>
          </p:cNvPr>
          <p:cNvSpPr/>
          <p:nvPr/>
        </p:nvSpPr>
        <p:spPr>
          <a:xfrm>
            <a:off x="3431704" y="2176936"/>
            <a:ext cx="748870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janitor::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sort = TRUE) %&gt;% View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::tab1()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만족활동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4F227C81-084E-4AA4-AC93-3363B378C9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975"/>
          <a:stretch/>
        </p:blipFill>
        <p:spPr>
          <a:xfrm>
            <a:off x="595204" y="2816932"/>
            <a:ext cx="2286000" cy="9169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88E71807-F7D5-4268-A7F7-2655870CC8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976"/>
          <a:stretch/>
        </p:blipFill>
        <p:spPr>
          <a:xfrm>
            <a:off x="595204" y="3946004"/>
            <a:ext cx="2286000" cy="9169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BA495BA5-7DFB-4DA1-AF6A-F05DCFE839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1639"/>
          <a:stretch/>
        </p:blipFill>
        <p:spPr>
          <a:xfrm>
            <a:off x="595204" y="5075076"/>
            <a:ext cx="2286000" cy="838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E8F18768-569D-40FC-976D-7D90BA82F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864" y="3913398"/>
            <a:ext cx="3352800" cy="2647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E82C0549-16E0-445F-B209-5E3D735B4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164" y="2348880"/>
            <a:ext cx="3223496" cy="42124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817522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398691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여행형태에 따른 만족활동 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교차빈도분석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tt_ba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my$tourtype_c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dnn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arrange(desc(Freq))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tt_ba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tt_ba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259AB115-2495-4267-81F6-0AF0F9DDC766}"/>
              </a:ext>
            </a:extLst>
          </p:cNvPr>
          <p:cNvSpPr/>
          <p:nvPr/>
        </p:nvSpPr>
        <p:spPr>
          <a:xfrm>
            <a:off x="4718323" y="2176936"/>
            <a:ext cx="697525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여행형태별 만족활동 빈도가 높은 상위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tt_ba_top5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tt_ba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top_n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(5)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desc(Freq))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여행형태별 상위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만족활동 빈도수를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백분율로 계산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tt_ba_top5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tt_ba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 mutate(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(Freq / sum(Freq)) * 100)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top_n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(5) %&gt;%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desc(Freq))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여행형태에 따른 만족활동 간 교차분석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여행형태에 따른 만족활동 간의 관계분석을 위해 </a:t>
            </a:r>
            <a:r>
              <a:rPr lang="en-US" altLang="ko-KR" dirty="0"/>
              <a:t> </a:t>
            </a:r>
            <a:r>
              <a:rPr lang="ko-KR" altLang="en-US" dirty="0"/>
              <a:t>교차분석을 통해 교차빈도와 비율을 계산해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어떠한 </a:t>
            </a:r>
            <a:r>
              <a:rPr lang="ko-KR" altLang="en-US" dirty="0" smtClean="0"/>
              <a:t>여행 형태</a:t>
            </a:r>
            <a:r>
              <a:rPr lang="en-US" altLang="ko-KR" dirty="0"/>
              <a:t>(</a:t>
            </a:r>
            <a:r>
              <a:rPr lang="en-US" altLang="ko-KR" dirty="0" err="1"/>
              <a:t>tourtype</a:t>
            </a:r>
            <a:r>
              <a:rPr lang="en-US" altLang="ko-KR" dirty="0"/>
              <a:t>)</a:t>
            </a:r>
            <a:r>
              <a:rPr lang="ko-KR" altLang="en-US" dirty="0"/>
              <a:t>에 따라 만족도가 높은 </a:t>
            </a:r>
            <a:r>
              <a:rPr lang="ko-KR" altLang="en-US" dirty="0" smtClean="0"/>
              <a:t>관광활동 유형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</a:t>
            </a:r>
            <a:r>
              <a:rPr lang="ko-KR" altLang="en-US" dirty="0"/>
              <a:t>을 교차테이블로 </a:t>
            </a:r>
            <a:r>
              <a:rPr lang="ko-KR" altLang="en-US" dirty="0" smtClean="0"/>
              <a:t>비교 분석함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C812472E-A21D-4B02-98F6-974A347EF9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63121"/>
          <a:stretch/>
        </p:blipFill>
        <p:spPr>
          <a:xfrm>
            <a:off x="731404" y="3612838"/>
            <a:ext cx="2505075" cy="11521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478FB563-707E-474A-A5E7-878E746FBC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993"/>
          <a:stretch/>
        </p:blipFill>
        <p:spPr>
          <a:xfrm>
            <a:off x="731404" y="4905164"/>
            <a:ext cx="2505075" cy="9999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0FED930A-C58D-42E4-B117-1BE6C26CE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200" y="3901010"/>
            <a:ext cx="31813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1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1136774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여행형태별 상위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만족활동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library(scales)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tt_ba_top5,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Freq,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(stat="identity",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tt_ba_top5,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Freq,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(stat="identity", position ="dodge",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(tt_ba_top5,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tourtype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Freq,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(position =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fill",stat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"identity")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scale_y_continuous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(labels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percent_format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(p1, p2, p3,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3)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여행형태에 따른 만족활동 관계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여행형태에 따른 만족활동 간의 관계분석을 위해 </a:t>
            </a:r>
            <a:r>
              <a:rPr lang="en-US" altLang="ko-KR" dirty="0"/>
              <a:t> </a:t>
            </a:r>
            <a:r>
              <a:rPr lang="ko-KR" altLang="en-US" dirty="0"/>
              <a:t>교차분석을 통해 교차빈도와 비율을 계산해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어떠한 </a:t>
            </a:r>
            <a:r>
              <a:rPr lang="ko-KR" altLang="en-US" dirty="0" smtClean="0"/>
              <a:t>여행 형태</a:t>
            </a:r>
            <a:r>
              <a:rPr lang="en-US" altLang="ko-KR" dirty="0"/>
              <a:t>(</a:t>
            </a:r>
            <a:r>
              <a:rPr lang="en-US" altLang="ko-KR" dirty="0" err="1"/>
              <a:t>tourtype</a:t>
            </a:r>
            <a:r>
              <a:rPr lang="en-US" altLang="ko-KR" dirty="0"/>
              <a:t>)</a:t>
            </a:r>
            <a:r>
              <a:rPr lang="ko-KR" altLang="en-US" dirty="0"/>
              <a:t>에 따라 만족도가 높은 </a:t>
            </a:r>
            <a:r>
              <a:rPr lang="ko-KR" altLang="en-US" dirty="0" smtClean="0"/>
              <a:t>관광활동 유형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</a:t>
            </a:r>
            <a:r>
              <a:rPr lang="ko-KR" altLang="en-US" dirty="0"/>
              <a:t>을 시각적으로 </a:t>
            </a:r>
            <a:r>
              <a:rPr lang="ko-KR" altLang="en-US" dirty="0" smtClean="0"/>
              <a:t>비교 분석함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9CF41367-B9CB-421A-ABF8-04E813E37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04" y="3681028"/>
            <a:ext cx="9971410" cy="29523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23914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3167404" y="4329100"/>
            <a:ext cx="6601487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2514821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2514821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2514821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3167404" y="4344615"/>
            <a:ext cx="6420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관광객 특성요인에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따른 관계분석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ED0A7171-7727-44BC-8090-83C129B4F500}"/>
              </a:ext>
            </a:extLst>
          </p:cNvPr>
          <p:cNvSpPr txBox="1"/>
          <p:nvPr/>
        </p:nvSpPr>
        <p:spPr>
          <a:xfrm>
            <a:off x="3167405" y="2148345"/>
            <a:ext cx="58695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외래관광객 실태조사 분석모델 설정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7C8A838-6573-4C01-BE06-29CEBE8142F4}"/>
              </a:ext>
            </a:extLst>
          </p:cNvPr>
          <p:cNvSpPr txBox="1"/>
          <p:nvPr/>
        </p:nvSpPr>
        <p:spPr>
          <a:xfrm>
            <a:off x="3167406" y="3246480"/>
            <a:ext cx="6745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b="1" spc="-19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관광계획 결정요인과 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관광이용도 관계분석</a:t>
            </a:r>
          </a:p>
        </p:txBody>
      </p:sp>
    </p:spTree>
    <p:extLst>
      <p:ext uri="{BB962C8B-B14F-4D97-AF65-F5344CB8AC3E}">
        <p14:creationId xmlns:p14="http://schemas.microsoft.com/office/powerpoint/2010/main" val="32959688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AFFFF4A6-F799-4BF1-814F-B04032CE4AF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22809" y="2276475"/>
            <a:ext cx="7481403" cy="4429125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Rectangle 7">
            <a:extLst>
              <a:ext uri="{FF2B5EF4-FFF2-40B4-BE49-F238E27FC236}">
                <a16:creationId xmlns:a16="http://schemas.microsoft.com/office/drawing/2014/main" xmlns="" id="{FF3904D0-8E35-46EA-81BC-0D6FB8DE83C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9396" y="2508257"/>
            <a:ext cx="7236801" cy="2252891"/>
          </a:xfrm>
          <a:prstGeom prst="rect">
            <a:avLst/>
          </a:prstGeom>
          <a:solidFill>
            <a:srgbClr val="EEECE1"/>
          </a:solidFill>
          <a:ln w="12700" algn="ctr">
            <a:solidFill>
              <a:sysClr val="window" lastClr="FFFFFF">
                <a:lumMod val="50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1" marR="0" lvl="0" indent="-182561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개 변수간 분석모델 설정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관광객특성요인인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관광계획결정요인 중 동반유형</a:t>
            </a:r>
            <a:r>
              <a:rPr lang="en-US" altLang="ko-KR" dirty="0"/>
              <a:t>, </a:t>
            </a:r>
            <a:r>
              <a:rPr lang="ko-KR" altLang="en-US" dirty="0"/>
              <a:t>관광이용도 중 만족활동에 차이가 나는지 분석가설을 설정함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119CAFBE-D635-4DD0-B8A6-8AD85E8621B1}"/>
              </a:ext>
            </a:extLst>
          </p:cNvPr>
          <p:cNvCxnSpPr>
            <a:cxnSpLocks/>
            <a:stCxn id="39" idx="0"/>
          </p:cNvCxnSpPr>
          <p:nvPr/>
        </p:nvCxnSpPr>
        <p:spPr bwMode="auto">
          <a:xfrm flipV="1">
            <a:off x="4295800" y="4761148"/>
            <a:ext cx="0" cy="479342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모서리가 둥근 직사각형 35">
            <a:extLst>
              <a:ext uri="{FF2B5EF4-FFF2-40B4-BE49-F238E27FC236}">
                <a16:creationId xmlns:a16="http://schemas.microsoft.com/office/drawing/2014/main" xmlns="" id="{793A9CF7-DF58-44F8-806D-8C97FC8F11D9}"/>
              </a:ext>
            </a:extLst>
          </p:cNvPr>
          <p:cNvSpPr/>
          <p:nvPr/>
        </p:nvSpPr>
        <p:spPr bwMode="auto">
          <a:xfrm>
            <a:off x="776933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xmlns="" id="{711CA8C6-91D2-4673-94DF-7160382DB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33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관광계획결정요인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영향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투입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예측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xmlns="" id="{D104F691-6C6A-4DDB-BACF-FFAE852788FC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 bwMode="auto">
          <a:xfrm flipV="1">
            <a:off x="5339636" y="3844388"/>
            <a:ext cx="360320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xmlns="" id="{93FCE6C3-DB5F-4AFA-A960-571A1DEF6957}"/>
              </a:ext>
            </a:extLst>
          </p:cNvPr>
          <p:cNvCxnSpPr>
            <a:cxnSpLocks/>
            <a:stCxn id="37" idx="3"/>
            <a:endCxn id="32" idx="1"/>
          </p:cNvCxnSpPr>
          <p:nvPr/>
        </p:nvCxnSpPr>
        <p:spPr bwMode="auto">
          <a:xfrm>
            <a:off x="2864605" y="3844388"/>
            <a:ext cx="387359" cy="847"/>
          </a:xfrm>
          <a:prstGeom prst="straightConnector1">
            <a:avLst/>
          </a:prstGeom>
          <a:solidFill>
            <a:sysClr val="window" lastClr="FFFFFF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모서리가 둥근 직사각형 35">
            <a:extLst>
              <a:ext uri="{FF2B5EF4-FFF2-40B4-BE49-F238E27FC236}">
                <a16:creationId xmlns:a16="http://schemas.microsoft.com/office/drawing/2014/main" xmlns="" id="{09F20EA1-97F8-41D4-90C0-F58B6C9AF9F6}"/>
              </a:ext>
            </a:extLst>
          </p:cNvPr>
          <p:cNvSpPr/>
          <p:nvPr/>
        </p:nvSpPr>
        <p:spPr bwMode="auto">
          <a:xfrm>
            <a:off x="3251964" y="3073469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Rectangle 26">
            <a:extLst>
              <a:ext uri="{FF2B5EF4-FFF2-40B4-BE49-F238E27FC236}">
                <a16:creationId xmlns:a16="http://schemas.microsoft.com/office/drawing/2014/main" xmlns="" id="{260CD455-4DFF-4D8C-800C-934D57729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관광이용도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정량성과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매개변수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모서리가 둥근 직사각형 35">
            <a:extLst>
              <a:ext uri="{FF2B5EF4-FFF2-40B4-BE49-F238E27FC236}">
                <a16:creationId xmlns:a16="http://schemas.microsoft.com/office/drawing/2014/main" xmlns="" id="{8C752F5F-5FCE-4F20-83DC-989D66A1B9D0}"/>
              </a:ext>
            </a:extLst>
          </p:cNvPr>
          <p:cNvSpPr/>
          <p:nvPr/>
        </p:nvSpPr>
        <p:spPr bwMode="auto">
          <a:xfrm>
            <a:off x="5699956" y="3072622"/>
            <a:ext cx="2087672" cy="1543532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5" name="Rectangle 26">
            <a:extLst>
              <a:ext uri="{FF2B5EF4-FFF2-40B4-BE49-F238E27FC236}">
                <a16:creationId xmlns:a16="http://schemas.microsoft.com/office/drawing/2014/main" xmlns="" id="{7F0D565E-885A-4D6F-A45C-6739DF539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956" y="2630202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관광만족도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2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정성성과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반응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결과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endParaRPr kumimoji="1" lang="en-US" altLang="ko-KR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9" name="모서리가 둥근 직사각형 35">
            <a:extLst>
              <a:ext uri="{FF2B5EF4-FFF2-40B4-BE49-F238E27FC236}">
                <a16:creationId xmlns:a16="http://schemas.microsoft.com/office/drawing/2014/main" xmlns="" id="{752212A5-0A85-45CD-B048-3B020E0081E2}"/>
              </a:ext>
            </a:extLst>
          </p:cNvPr>
          <p:cNvSpPr/>
          <p:nvPr/>
        </p:nvSpPr>
        <p:spPr bwMode="auto">
          <a:xfrm>
            <a:off x="3251964" y="5240490"/>
            <a:ext cx="2087672" cy="771738"/>
          </a:xfrm>
          <a:prstGeom prst="roundRect">
            <a:avLst>
              <a:gd name="adj" fmla="val 10263"/>
            </a:avLst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0" name="Rectangle 26">
            <a:extLst>
              <a:ext uri="{FF2B5EF4-FFF2-40B4-BE49-F238E27FC236}">
                <a16:creationId xmlns:a16="http://schemas.microsoft.com/office/drawing/2014/main" xmlns="" id="{4DBF1080-33E5-465F-8CFB-5AE5EB38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964" y="6084221"/>
            <a:ext cx="2087673" cy="4111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관광객특성요인</a:t>
            </a:r>
            <a:b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조절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상황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교란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혼동변수</a:t>
            </a:r>
            <a:r>
              <a:rPr kumimoji="1" lang="en-US" altLang="ko-KR" sz="12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xmlns="" id="{95B0EE76-D201-487C-9570-F117C95FFECF}"/>
              </a:ext>
            </a:extLst>
          </p:cNvPr>
          <p:cNvSpPr/>
          <p:nvPr/>
        </p:nvSpPr>
        <p:spPr>
          <a:xfrm>
            <a:off x="3107668" y="4698664"/>
            <a:ext cx="2376264" cy="1880567"/>
          </a:xfrm>
          <a:prstGeom prst="roundRect">
            <a:avLst>
              <a:gd name="adj" fmla="val 7297"/>
            </a:avLst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5EEBF01C-F57D-42AC-B59E-CB7DE96006FF}"/>
              </a:ext>
            </a:extLst>
          </p:cNvPr>
          <p:cNvSpPr/>
          <p:nvPr/>
        </p:nvSpPr>
        <p:spPr>
          <a:xfrm>
            <a:off x="981132" y="3413501"/>
            <a:ext cx="681277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정보채널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결정시점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방한목적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여행동기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E91222EE-2698-44C8-A689-4C9D6F839626}"/>
              </a:ext>
            </a:extLst>
          </p:cNvPr>
          <p:cNvSpPr/>
          <p:nvPr/>
        </p:nvSpPr>
        <p:spPr>
          <a:xfrm>
            <a:off x="2042061" y="3413501"/>
            <a:ext cx="641201" cy="86177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동반자수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여행형태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체류기간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AFD6188F-7C98-4B41-AB6B-A608B320FF51}"/>
              </a:ext>
            </a:extLst>
          </p:cNvPr>
          <p:cNvSpPr/>
          <p:nvPr/>
        </p:nvSpPr>
        <p:spPr>
          <a:xfrm>
            <a:off x="6062516" y="3285790"/>
            <a:ext cx="1362552" cy="10772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전반적 만족도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세부만족도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전이미지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후이미지</a:t>
            </a:r>
            <a:endParaRPr kumimoji="1" lang="ko-KR" altLang="en-US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재방문의지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타인추천의사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6FBAE2F1-91A7-41E9-9FEB-48B9F064BCD7}"/>
              </a:ext>
            </a:extLst>
          </p:cNvPr>
          <p:cNvSpPr/>
          <p:nvPr/>
        </p:nvSpPr>
        <p:spPr>
          <a:xfrm>
            <a:off x="3434988" y="5306284"/>
            <a:ext cx="1721625" cy="64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성별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연령대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학력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직업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검토국가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방문횟수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조사시점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4B2C9854-1243-4492-A83D-616F31E59CE2}"/>
              </a:ext>
            </a:extLst>
          </p:cNvPr>
          <p:cNvSpPr/>
          <p:nvPr/>
        </p:nvSpPr>
        <p:spPr>
          <a:xfrm>
            <a:off x="3431704" y="3216749"/>
            <a:ext cx="801501" cy="12926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방문시도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방문권역</a:t>
            </a: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만족방문지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활동내역 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52D44120-E68A-4BF0-8812-DB1BF4D2A2FA}"/>
              </a:ext>
            </a:extLst>
          </p:cNvPr>
          <p:cNvSpPr/>
          <p:nvPr/>
        </p:nvSpPr>
        <p:spPr>
          <a:xfrm>
            <a:off x="4454748" y="3109027"/>
            <a:ext cx="641201" cy="150810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숙박장소</a:t>
            </a:r>
            <a: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쇼핑장소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쇼핑품목</a:t>
            </a: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400" b="1" kern="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카드경비</a:t>
            </a:r>
            <a:b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kern="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현금경비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xmlns="" id="{C47CA5C1-96E0-4F33-A1EB-D845B28F7AF1}"/>
              </a:ext>
            </a:extLst>
          </p:cNvPr>
          <p:cNvSpPr/>
          <p:nvPr/>
        </p:nvSpPr>
        <p:spPr>
          <a:xfrm>
            <a:off x="3563531" y="550380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xmlns="" id="{BF40ADDE-B241-4ABE-BB63-4E43074C00E2}"/>
              </a:ext>
            </a:extLst>
          </p:cNvPr>
          <p:cNvSpPr/>
          <p:nvPr/>
        </p:nvSpPr>
        <p:spPr>
          <a:xfrm>
            <a:off x="2034074" y="3408236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xmlns="" id="{6B4447C8-4D33-4177-9E8A-3D412CAB7775}"/>
              </a:ext>
            </a:extLst>
          </p:cNvPr>
          <p:cNvSpPr/>
          <p:nvPr/>
        </p:nvSpPr>
        <p:spPr>
          <a:xfrm>
            <a:off x="2034074" y="4046596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xmlns="" id="{2E1AFBD0-4F37-40C8-95A4-CC76B73FF06A}"/>
              </a:ext>
            </a:extLst>
          </p:cNvPr>
          <p:cNvSpPr/>
          <p:nvPr/>
        </p:nvSpPr>
        <p:spPr>
          <a:xfrm>
            <a:off x="4449429" y="3941158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xmlns="" id="{61351B80-D345-441A-B8AF-CEE0C2EE5617}"/>
              </a:ext>
            </a:extLst>
          </p:cNvPr>
          <p:cNvSpPr/>
          <p:nvPr/>
        </p:nvSpPr>
        <p:spPr>
          <a:xfrm>
            <a:off x="6217156" y="3269744"/>
            <a:ext cx="1066976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xmlns="" id="{1355BB8E-BD25-4994-AF1F-0D1F61291D24}"/>
              </a:ext>
            </a:extLst>
          </p:cNvPr>
          <p:cNvSpPr/>
          <p:nvPr/>
        </p:nvSpPr>
        <p:spPr>
          <a:xfrm>
            <a:off x="3494813" y="4275275"/>
            <a:ext cx="648072" cy="216024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xmlns="" id="{BF2EEFC4-3F1A-48DF-B89B-7D45658F429A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5483932" y="5350366"/>
            <a:ext cx="2749291" cy="2885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33">
            <a:extLst>
              <a:ext uri="{FF2B5EF4-FFF2-40B4-BE49-F238E27FC236}">
                <a16:creationId xmlns:a16="http://schemas.microsoft.com/office/drawing/2014/main" xmlns="" id="{F4DCAC67-D458-4C7E-811F-81DA5C608D2E}"/>
              </a:ext>
            </a:extLst>
          </p:cNvPr>
          <p:cNvSpPr/>
          <p:nvPr/>
        </p:nvSpPr>
        <p:spPr bwMode="auto">
          <a:xfrm>
            <a:off x="8184234" y="4667946"/>
            <a:ext cx="2404838" cy="1284669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endParaRPr kumimoji="1" lang="en-US" altLang="ko-KR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동반형태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(member)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bestact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xmlns="" id="{77D20BA4-5375-4DE5-B932-4235901C5979}"/>
              </a:ext>
            </a:extLst>
          </p:cNvPr>
          <p:cNvGrpSpPr/>
          <p:nvPr/>
        </p:nvGrpSpPr>
        <p:grpSpPr>
          <a:xfrm>
            <a:off x="10128413" y="4302664"/>
            <a:ext cx="792000" cy="792000"/>
            <a:chOff x="621298" y="2144493"/>
            <a:chExt cx="879393" cy="859970"/>
          </a:xfrm>
        </p:grpSpPr>
        <p:sp>
          <p:nvSpPr>
            <p:cNvPr id="64" name="Rectangle 78">
              <a:extLst>
                <a:ext uri="{FF2B5EF4-FFF2-40B4-BE49-F238E27FC236}">
                  <a16:creationId xmlns:a16="http://schemas.microsoft.com/office/drawing/2014/main" xmlns="" id="{5CF4844E-0FAC-4E05-8DC6-D1BCF01D8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65" name="Rectangle 78">
              <a:extLst>
                <a:ext uri="{FF2B5EF4-FFF2-40B4-BE49-F238E27FC236}">
                  <a16:creationId xmlns:a16="http://schemas.microsoft.com/office/drawing/2014/main" xmlns="" id="{34EAC50A-55A5-4B17-A6ED-77FFB26B4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26232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1796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티블형식으로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로딩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'ftour.csv',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 데이터셋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분석가설과 데이터셋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외래관광객 실태조사 데이터셋</a:t>
            </a:r>
            <a:r>
              <a:rPr lang="en-US" altLang="ko-KR" dirty="0"/>
              <a:t>(ftour.csv)</a:t>
            </a:r>
            <a:r>
              <a:rPr lang="ko-KR" altLang="en-US" dirty="0"/>
              <a:t>파일을 </a:t>
            </a:r>
            <a:r>
              <a:rPr lang="ko-KR" altLang="en-US" dirty="0" err="1" smtClean="0"/>
              <a:t>티블</a:t>
            </a:r>
            <a:r>
              <a:rPr lang="ko-KR" altLang="en-US" dirty="0" smtClean="0"/>
              <a:t> 객체 </a:t>
            </a:r>
            <a:r>
              <a:rPr lang="ko-KR" altLang="en-US" dirty="0"/>
              <a:t>형식으로 로딩하고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간단하게 데이터  내용과 구조를 탐색함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D2801B31-E713-4753-A13A-B1D5F7E9E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4360"/>
          <a:stretch/>
        </p:blipFill>
        <p:spPr>
          <a:xfrm>
            <a:off x="5015770" y="2176936"/>
            <a:ext cx="6229350" cy="3062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FF6EEBDC-CA42-4F79-B0CF-AB66BE6607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05" r="78615" b="39351"/>
          <a:stretch/>
        </p:blipFill>
        <p:spPr>
          <a:xfrm>
            <a:off x="5015770" y="2528900"/>
            <a:ext cx="1332148" cy="30047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79D7ED08-7324-4F97-AEF7-D0FDFB9D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6922"/>
          <a:stretch/>
        </p:blipFill>
        <p:spPr>
          <a:xfrm>
            <a:off x="7860196" y="2528900"/>
            <a:ext cx="1257300" cy="41696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011DB78C-1227-448F-914C-1552549034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392" r="78615"/>
          <a:stretch/>
        </p:blipFill>
        <p:spPr>
          <a:xfrm>
            <a:off x="6420036" y="2528900"/>
            <a:ext cx="1332148" cy="21503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8B5B03E5-A24A-43C8-A08D-5F99654B44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790"/>
          <a:stretch/>
        </p:blipFill>
        <p:spPr>
          <a:xfrm>
            <a:off x="9192344" y="2528900"/>
            <a:ext cx="1152128" cy="24597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xmlns="" id="{F7CAA2AE-49A9-4740-A598-E21C3E0FAA66}"/>
              </a:ext>
            </a:extLst>
          </p:cNvPr>
          <p:cNvSpPr/>
          <p:nvPr/>
        </p:nvSpPr>
        <p:spPr>
          <a:xfrm>
            <a:off x="9141152" y="3371323"/>
            <a:ext cx="1221018" cy="174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모서리가 둥근 직사각형 33">
            <a:extLst>
              <a:ext uri="{FF2B5EF4-FFF2-40B4-BE49-F238E27FC236}">
                <a16:creationId xmlns:a16="http://schemas.microsoft.com/office/drawing/2014/main" xmlns="" id="{3554CEB6-D70A-47AD-A1DC-379CFE524DFA}"/>
              </a:ext>
            </a:extLst>
          </p:cNvPr>
          <p:cNvSpPr/>
          <p:nvPr/>
        </p:nvSpPr>
        <p:spPr bwMode="auto">
          <a:xfrm>
            <a:off x="1867377" y="4905164"/>
            <a:ext cx="2613419" cy="1115438"/>
          </a:xfrm>
          <a:prstGeom prst="roundRect">
            <a:avLst>
              <a:gd name="adj" fmla="val 9686"/>
            </a:avLst>
          </a:prstGeom>
          <a:solidFill>
            <a:sysClr val="window" lastClr="FFFFFF"/>
          </a:solidFill>
          <a:ln w="25400" cap="flat" cmpd="sng" algn="ctr">
            <a:solidFill>
              <a:srgbClr val="C0504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108000" tIns="0" rIns="0" bIns="0" numCol="1" rtlCol="0" anchor="ctr" anchorCtr="0" compatLnSpc="1">
            <a:prstTxWarp prst="textNoShape">
              <a:avLst/>
            </a:prstTxWarp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변수간 관련성 분석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 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거주국가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종속변수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동반유형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(member)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                 </a:t>
            </a:r>
            <a:r>
              <a:rPr kumimoji="1" lang="ko-KR" altLang="en-US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만족활동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kumimoji="1" lang="en-US" altLang="ko-KR" sz="12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bestact</a:t>
            </a:r>
            <a:r>
              <a:rPr kumimoji="1" lang="en-US" altLang="ko-KR" sz="12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kumimoji="1" lang="ko-KR" altLang="en-US" sz="12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AA07D67D-C309-469C-83BF-45246902BB78}"/>
              </a:ext>
            </a:extLst>
          </p:cNvPr>
          <p:cNvGrpSpPr/>
          <p:nvPr/>
        </p:nvGrpSpPr>
        <p:grpSpPr>
          <a:xfrm>
            <a:off x="947428" y="5057814"/>
            <a:ext cx="792000" cy="792000"/>
            <a:chOff x="621298" y="2144493"/>
            <a:chExt cx="879393" cy="859970"/>
          </a:xfrm>
        </p:grpSpPr>
        <p:sp>
          <p:nvSpPr>
            <p:cNvPr id="25" name="Rectangle 78">
              <a:extLst>
                <a:ext uri="{FF2B5EF4-FFF2-40B4-BE49-F238E27FC236}">
                  <a16:creationId xmlns:a16="http://schemas.microsoft.com/office/drawing/2014/main" xmlns="" id="{916CAE9D-C84A-4168-AAA2-C4C1ABE0E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marR="0" lvl="0" indent="-339725" algn="ctr" defTabSz="1042988" eaLnBrk="0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buFontTx/>
                <a:buNone/>
                <a:tabLst>
                  <a:tab pos="5648325" algn="l"/>
                </a:tabLst>
                <a:defRPr/>
              </a:pP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26" name="Rectangle 78">
              <a:extLst>
                <a:ext uri="{FF2B5EF4-FFF2-40B4-BE49-F238E27FC236}">
                  <a16:creationId xmlns:a16="http://schemas.microsoft.com/office/drawing/2014/main" xmlns="" id="{366417F8-BF55-4E84-A4C0-7DEAD739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B3749"/>
                  </a:solidFill>
                  <a:effectLst/>
                  <a:uLnTx/>
                  <a:uFillTx/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가설</a:t>
              </a:r>
            </a:p>
          </p:txBody>
        </p: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xmlns="" id="{C171EF09-5EDB-4255-8BE0-18DE02180CF2}"/>
              </a:ext>
            </a:extLst>
          </p:cNvPr>
          <p:cNvSpPr/>
          <p:nvPr/>
        </p:nvSpPr>
        <p:spPr>
          <a:xfrm>
            <a:off x="4917966" y="4953830"/>
            <a:ext cx="1499675" cy="174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xmlns="" id="{5EE31C9E-CF9D-4533-ABE0-23C8755D5BB9}"/>
              </a:ext>
            </a:extLst>
          </p:cNvPr>
          <p:cNvSpPr/>
          <p:nvPr/>
        </p:nvSpPr>
        <p:spPr>
          <a:xfrm>
            <a:off x="4917966" y="3238782"/>
            <a:ext cx="1499675" cy="1749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07130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564310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 변수 탐색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 따른 만족활동 간의 관계분석을 위해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독립</a:t>
            </a:r>
            <a:r>
              <a:rPr lang="en-US" altLang="ko-KR" dirty="0"/>
              <a:t>·</a:t>
            </a:r>
            <a:r>
              <a:rPr lang="ko-KR" altLang="en-US" dirty="0"/>
              <a:t>설명</a:t>
            </a:r>
            <a:r>
              <a:rPr lang="en-US" altLang="ko-KR" dirty="0"/>
              <a:t>·</a:t>
            </a:r>
            <a:r>
              <a:rPr lang="ko-KR" altLang="en-US" dirty="0"/>
              <a:t>예측변수 역할을 하는 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 </a:t>
            </a:r>
            <a:r>
              <a:rPr lang="ko-KR" altLang="en-US" dirty="0"/>
              <a:t>변수에 대한 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xmlns="" id="{C5155D90-7461-428F-B18F-74019D5D4A85}"/>
              </a:ext>
            </a:extLst>
          </p:cNvPr>
          <p:cNvSpPr/>
          <p:nvPr/>
        </p:nvSpPr>
        <p:spPr>
          <a:xfrm>
            <a:off x="6348028" y="2176936"/>
            <a:ext cx="457238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원본 수치형에서 문자형으로 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c(1:19)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싱가포르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태국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말레이시아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호주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캐나다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영국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독일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프랑스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러시아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필리핀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인도네시아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베트남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from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to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9EFE2A45-8CD8-45FA-A753-A57DEF1BE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08" y="2288381"/>
            <a:ext cx="2895600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B5332C40-4BA1-4EF3-914B-1288A8969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308" y="3562404"/>
            <a:ext cx="3752850" cy="447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D647B661-2265-4A15-BD0D-45778A945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95" y="4578052"/>
            <a:ext cx="4819650" cy="2019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04717565-14AE-4C98-9A98-271E97C8B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6308" y="2649167"/>
            <a:ext cx="3362325" cy="847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55287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7367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문자형으로 리코딩결과 기술통계분석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print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사각형: 둥근 모서리 76">
            <a:extLst>
              <a:ext uri="{FF2B5EF4-FFF2-40B4-BE49-F238E27FC236}">
                <a16:creationId xmlns:a16="http://schemas.microsoft.com/office/drawing/2014/main" xmlns="" id="{5E8BE140-C402-42E6-B11B-9AEF28850395}"/>
              </a:ext>
            </a:extLst>
          </p:cNvPr>
          <p:cNvSpPr/>
          <p:nvPr/>
        </p:nvSpPr>
        <p:spPr>
          <a:xfrm>
            <a:off x="5666370" y="2176936"/>
            <a:ext cx="47367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arrange(desc(n)) %&gt;% View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"increasing",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horiz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 변수 탐색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 </a:t>
            </a:r>
            <a:r>
              <a:rPr lang="ko-KR" altLang="en-US" dirty="0"/>
              <a:t>변수에 대해 리코딩을 실시하고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빈도와 비율분석 전용 패키지를 활용해  기술통계분석을 실시함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F3A7A805-D00B-4998-8889-F1D069CB5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185" y="3263700"/>
            <a:ext cx="3625918" cy="33307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978E9F3B-FEA2-4B68-8F51-42BBFA335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24" y="3263700"/>
            <a:ext cx="3774256" cy="33307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448618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동반형태 변수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</a:t>
            </a:r>
            <a:r>
              <a:rPr lang="en-US" altLang="ko-KR" dirty="0"/>
              <a:t> </a:t>
            </a:r>
            <a:r>
              <a:rPr lang="ko-KR" altLang="en-US" dirty="0"/>
              <a:t> 따른 동반형태 간의 관계분석을 위해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종속</a:t>
            </a:r>
            <a:r>
              <a:rPr lang="en-US" altLang="ko-KR" dirty="0"/>
              <a:t>·</a:t>
            </a:r>
            <a:r>
              <a:rPr lang="ko-KR" altLang="en-US" dirty="0"/>
              <a:t>결과</a:t>
            </a:r>
            <a:r>
              <a:rPr lang="en-US" altLang="ko-KR" dirty="0"/>
              <a:t>·</a:t>
            </a:r>
            <a:r>
              <a:rPr lang="ko-KR" altLang="en-US" dirty="0"/>
              <a:t>반응</a:t>
            </a:r>
            <a:r>
              <a:rPr lang="en-US" altLang="ko-KR" dirty="0"/>
              <a:t>·</a:t>
            </a:r>
            <a:r>
              <a:rPr lang="ko-KR" altLang="en-US" dirty="0"/>
              <a:t>성과변수 역할을 하는 동반형태</a:t>
            </a:r>
            <a:r>
              <a:rPr lang="en-US" altLang="ko-KR" dirty="0"/>
              <a:t>(member) </a:t>
            </a:r>
            <a:r>
              <a:rPr lang="ko-KR" altLang="en-US" dirty="0"/>
              <a:t>변수에 대한 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xmlns="" id="{C5155D90-7461-428F-B18F-74019D5D4A85}"/>
              </a:ext>
            </a:extLst>
          </p:cNvPr>
          <p:cNvSpPr/>
          <p:nvPr/>
        </p:nvSpPr>
        <p:spPr>
          <a:xfrm>
            <a:off x="4861265" y="2176936"/>
            <a:ext cx="656440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c(1, 2, 3, 4, 5),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혼자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친구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직장동료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동반형태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2CC370A4-C933-441C-A7DD-D04191433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790" y="5036936"/>
            <a:ext cx="3114675" cy="1562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F2024E74-CE93-4FD3-8564-7500ADF27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956" y="4235268"/>
            <a:ext cx="2971217" cy="23637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사각형: 둥근 모서리 76">
            <a:extLst>
              <a:ext uri="{FF2B5EF4-FFF2-40B4-BE49-F238E27FC236}">
                <a16:creationId xmlns:a16="http://schemas.microsoft.com/office/drawing/2014/main" xmlns="" id="{C3DAB55A-6CE0-45FC-A97E-FA8167E08776}"/>
              </a:ext>
            </a:extLst>
          </p:cNvPr>
          <p:cNvSpPr/>
          <p:nvPr/>
        </p:nvSpPr>
        <p:spPr>
          <a:xfrm>
            <a:off x="524906" y="2176936"/>
            <a:ext cx="409493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48216093-1A1E-4323-9AEA-F4CD9EA4D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35" y="2620805"/>
            <a:ext cx="2638425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51F4AE7A-4EFC-4A5A-9713-F8C37A298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335" y="3248980"/>
            <a:ext cx="169545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641263D0-B3AE-4B9D-8DFA-F273E70F1A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335" y="4248854"/>
            <a:ext cx="3276600" cy="447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F0229341-7C18-4B54-965C-29EF29B3CB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335" y="5436986"/>
            <a:ext cx="364807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581938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6" y="2176936"/>
            <a:ext cx="463499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기본구조와 기술통계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만족활동 변수 탐색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</a:t>
            </a:r>
            <a:r>
              <a:rPr lang="en-US" altLang="ko-KR" dirty="0"/>
              <a:t> </a:t>
            </a:r>
            <a:r>
              <a:rPr lang="ko-KR" altLang="en-US" dirty="0"/>
              <a:t> 따른 만족활동 간의 관계분석을 위해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종속</a:t>
            </a:r>
            <a:r>
              <a:rPr lang="en-US" altLang="ko-KR" dirty="0"/>
              <a:t>·</a:t>
            </a:r>
            <a:r>
              <a:rPr lang="ko-KR" altLang="en-US" dirty="0"/>
              <a:t>결과</a:t>
            </a:r>
            <a:r>
              <a:rPr lang="en-US" altLang="ko-KR" dirty="0"/>
              <a:t>·</a:t>
            </a:r>
            <a:r>
              <a:rPr lang="ko-KR" altLang="en-US" dirty="0"/>
              <a:t>반응</a:t>
            </a:r>
            <a:r>
              <a:rPr lang="en-US" altLang="ko-KR" dirty="0"/>
              <a:t>·</a:t>
            </a:r>
            <a:r>
              <a:rPr lang="ko-KR" altLang="en-US" dirty="0"/>
              <a:t>성과변수 역할을 하는 만족활동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 </a:t>
            </a:r>
            <a:r>
              <a:rPr lang="ko-KR" altLang="en-US" dirty="0"/>
              <a:t>변수에 대한 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xmlns="" id="{C5155D90-7461-428F-B18F-74019D5D4A85}"/>
              </a:ext>
            </a:extLst>
          </p:cNvPr>
          <p:cNvSpPr/>
          <p:nvPr/>
        </p:nvSpPr>
        <p:spPr>
          <a:xfrm>
            <a:off x="5386647" y="2176936"/>
            <a:ext cx="589392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변수리코딩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 &lt;- c(1:23)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쇼핑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식도락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온천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휴양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휴식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뷰티관광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의료관광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유흥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오락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카지노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테마파크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직업적스포츠활동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산업시설등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교육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미팅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회의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학술대회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박람회참가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업무수행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역사유적지방문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자연경관감상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민속행사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축제참가관람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박물관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전시관방문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시티투어버스이용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전통문화체험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from,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to)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기술통계 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head(5) %&gt;% 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prop.table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sort(decreasing = TRUE)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head(5)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bestact_df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c(round(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*100, 3))) %&gt;% print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7F3A2052-1EDD-45F2-BDF4-D27FF7DBB0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990" b="90569"/>
          <a:stretch/>
        </p:blipFill>
        <p:spPr>
          <a:xfrm>
            <a:off x="642120" y="2655927"/>
            <a:ext cx="3060807" cy="27038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272620EA-A90D-4354-97ED-A4F0B6C5E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20" y="3215039"/>
            <a:ext cx="4343400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7C06F487-1CE4-4AF5-9415-72793599B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20" y="4441268"/>
            <a:ext cx="3238500" cy="409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CFF148D5-1438-4755-B272-B80C38FD4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20" y="5445224"/>
            <a:ext cx="4229100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18914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7" y="2176936"/>
            <a:ext cx="272677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리코딩한 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기술통계분석 내용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만족활동 변수 탐색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56792"/>
            <a:ext cx="12192000" cy="334963"/>
          </a:xfrm>
        </p:spPr>
        <p:txBody>
          <a:bodyPr/>
          <a:lstStyle/>
          <a:p>
            <a:r>
              <a:rPr lang="ko-KR" altLang="en-US" dirty="0" smtClean="0"/>
              <a:t>거주국가에  </a:t>
            </a:r>
            <a:r>
              <a:rPr lang="ko-KR" altLang="en-US" dirty="0"/>
              <a:t>따른 만족활동 간의 관계분석을 위해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종속</a:t>
            </a:r>
            <a:r>
              <a:rPr lang="en-US" altLang="ko-KR" dirty="0"/>
              <a:t>·</a:t>
            </a:r>
            <a:r>
              <a:rPr lang="ko-KR" altLang="en-US" dirty="0"/>
              <a:t>결과</a:t>
            </a:r>
            <a:r>
              <a:rPr lang="en-US" altLang="ko-KR" dirty="0"/>
              <a:t>·</a:t>
            </a:r>
            <a:r>
              <a:rPr lang="ko-KR" altLang="en-US" dirty="0"/>
              <a:t>반응</a:t>
            </a:r>
            <a:r>
              <a:rPr lang="en-US" altLang="ko-KR" dirty="0"/>
              <a:t>·</a:t>
            </a:r>
            <a:r>
              <a:rPr lang="ko-KR" altLang="en-US" dirty="0"/>
              <a:t>성과변수 역할을 하는 만족활동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 </a:t>
            </a:r>
            <a:r>
              <a:rPr lang="ko-KR" altLang="en-US" dirty="0"/>
              <a:t>변수에 대한  기술통계분석을 실시함</a:t>
            </a:r>
          </a:p>
        </p:txBody>
      </p:sp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xmlns="" id="{C5155D90-7461-428F-B18F-74019D5D4A85}"/>
              </a:ext>
            </a:extLst>
          </p:cNvPr>
          <p:cNvSpPr/>
          <p:nvPr/>
        </p:nvSpPr>
        <p:spPr>
          <a:xfrm>
            <a:off x="3431704" y="2176936"/>
            <a:ext cx="748870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빈도와 비율분석 전용 패키지를 활용한 기술통계분석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janitor::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tabyl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sort = TRUE) %&gt;% View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epiDisplay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::tab1()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tab1(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sort.group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"decreasing",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cum.percent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만족활동 빈도분포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4F227C81-084E-4AA4-AC93-3363B378C9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975"/>
          <a:stretch/>
        </p:blipFill>
        <p:spPr>
          <a:xfrm>
            <a:off x="595204" y="2816932"/>
            <a:ext cx="2286000" cy="9169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88E71807-F7D5-4268-A7F7-2655870CC8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2976"/>
          <a:stretch/>
        </p:blipFill>
        <p:spPr>
          <a:xfrm>
            <a:off x="595204" y="3946004"/>
            <a:ext cx="2286000" cy="9169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BA495BA5-7DFB-4DA1-AF6A-F05DCFE839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1639"/>
          <a:stretch/>
        </p:blipFill>
        <p:spPr>
          <a:xfrm>
            <a:off x="595204" y="5075076"/>
            <a:ext cx="2286000" cy="838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E8F18768-569D-40FC-976D-7D90BA82F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864" y="3913398"/>
            <a:ext cx="3352800" cy="2647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E82C0549-16E0-445F-B209-5E3D735B4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164" y="2348880"/>
            <a:ext cx="3223496" cy="42124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51021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413093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거주국가에 따른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동반형태 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교차빈도분석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my$member_c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dnn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'member'))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arrange(desc(Freq))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259AB115-2495-4267-81F6-0AF0F9DDC766}"/>
              </a:ext>
            </a:extLst>
          </p:cNvPr>
          <p:cNvSpPr/>
          <p:nvPr/>
        </p:nvSpPr>
        <p:spPr>
          <a:xfrm>
            <a:off x="5087888" y="2176936"/>
            <a:ext cx="660568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거주국가별 동반형태 빈도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nat_member_freq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desc(Freq)) %&gt;% print(n=100)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거주국가별 동반형태 빈도수를 백분율로 계산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nat_bestact_prop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nat_member_freq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mutate(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(Freq / sum(Freq)) * 100)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desc(Freq)) %&gt;% print(n=100)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따른 동반형태 간 교차분석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 따른 동반형태 간의 관계분석을 위해 </a:t>
            </a:r>
            <a:r>
              <a:rPr lang="en-US" altLang="ko-KR" dirty="0"/>
              <a:t> </a:t>
            </a:r>
            <a:r>
              <a:rPr lang="ko-KR" altLang="en-US" dirty="0"/>
              <a:t>교차분석을 통해 교차빈도와 비율을 계산해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동반자 구성형태</a:t>
            </a:r>
            <a:r>
              <a:rPr lang="en-US" altLang="ko-KR" dirty="0"/>
              <a:t>(member)</a:t>
            </a:r>
            <a:r>
              <a:rPr lang="ko-KR" altLang="en-US" dirty="0"/>
              <a:t>에 차이가 있는지를 교차테이블로 </a:t>
            </a:r>
            <a:r>
              <a:rPr lang="ko-KR" altLang="en-US" dirty="0" smtClean="0"/>
              <a:t>비교 분석함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F98457BD-C992-4981-97BC-986E3DA9C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0" y="4041068"/>
            <a:ext cx="2466975" cy="2143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82491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122372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거주국가에 따른 동반형태 분포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따른 동반형태 간 교차분석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 따른 동반형태 간의 관계분석을 위해 </a:t>
            </a:r>
            <a:r>
              <a:rPr lang="en-US" altLang="ko-KR" dirty="0"/>
              <a:t> </a:t>
            </a:r>
            <a:r>
              <a:rPr lang="ko-KR" altLang="en-US" dirty="0"/>
              <a:t>교차분석을 통해 교차빈도와 비율을 계산해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동반자 구성형태</a:t>
            </a:r>
            <a:r>
              <a:rPr lang="en-US" altLang="ko-KR" dirty="0"/>
              <a:t>(member)</a:t>
            </a:r>
            <a:r>
              <a:rPr lang="ko-KR" altLang="en-US" dirty="0"/>
              <a:t>에 차이가 있는지를 교차테이블로 </a:t>
            </a:r>
            <a:r>
              <a:rPr lang="ko-KR" altLang="en-US" dirty="0" smtClean="0"/>
              <a:t>비교 분석함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5FDF953E-B0EF-4F4B-A42D-D040DEC516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16"/>
          <a:stretch/>
        </p:blipFill>
        <p:spPr>
          <a:xfrm>
            <a:off x="659396" y="2715687"/>
            <a:ext cx="2135174" cy="37928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70E3746E-6B07-4030-AD29-DCC70DF6E9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25"/>
          <a:stretch/>
        </p:blipFill>
        <p:spPr>
          <a:xfrm>
            <a:off x="2811344" y="2715687"/>
            <a:ext cx="2187116" cy="378505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CF1D1B55-AA9A-4609-B893-D8A8DC4A7D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666"/>
          <a:stretch/>
        </p:blipFill>
        <p:spPr>
          <a:xfrm>
            <a:off x="5015234" y="2715687"/>
            <a:ext cx="2134553" cy="3792827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27ABC96A-E1B1-4BD4-9F9E-F6E998A08517}"/>
              </a:ext>
            </a:extLst>
          </p:cNvPr>
          <p:cNvGrpSpPr/>
          <p:nvPr/>
        </p:nvGrpSpPr>
        <p:grpSpPr>
          <a:xfrm>
            <a:off x="7166561" y="2715687"/>
            <a:ext cx="2187116" cy="3792456"/>
            <a:chOff x="7343873" y="2715687"/>
            <a:chExt cx="2187116" cy="379245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xmlns="" id="{4A57E20F-6B57-4CD5-A21F-EA23B25413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725" t="8517"/>
            <a:stretch/>
          </p:blipFill>
          <p:spPr>
            <a:xfrm>
              <a:off x="7343873" y="2860623"/>
              <a:ext cx="2187116" cy="364752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xmlns="" id="{BFC1843B-C694-45FE-8050-F61E52A11F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725" b="94752"/>
            <a:stretch/>
          </p:blipFill>
          <p:spPr>
            <a:xfrm>
              <a:off x="7343873" y="2715687"/>
              <a:ext cx="2187116" cy="209257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1ADF5154-4304-48A7-AE23-8CC40FD0E6B7}"/>
              </a:ext>
            </a:extLst>
          </p:cNvPr>
          <p:cNvGrpSpPr/>
          <p:nvPr/>
        </p:nvGrpSpPr>
        <p:grpSpPr>
          <a:xfrm>
            <a:off x="9370453" y="2715687"/>
            <a:ext cx="2187116" cy="2928910"/>
            <a:chOff x="9345488" y="3076386"/>
            <a:chExt cx="2187116" cy="292891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xmlns="" id="{CCFED21C-ED0D-4785-9D8D-83B50D1CC3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725"/>
            <a:stretch/>
          </p:blipFill>
          <p:spPr>
            <a:xfrm>
              <a:off x="9345488" y="3323891"/>
              <a:ext cx="2187116" cy="2681405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xmlns="" id="{7B0ECF53-17D2-41AE-87F7-5AF3D78337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725" b="93451"/>
            <a:stretch/>
          </p:blipFill>
          <p:spPr>
            <a:xfrm>
              <a:off x="9345488" y="3076386"/>
              <a:ext cx="2187116" cy="261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66402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1136774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거주국가별 동반형태 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library(scales)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Freq, fill = member))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(stat="identity",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coord_flip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nat_member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Freq, fill = member))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(position =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fill",stat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"identity")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coord_flip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scale_y_continuous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(labels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percent_format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(p1, p2,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따른 동반형태 관계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 따른 동반형태 간의 관계분석을 위해 </a:t>
            </a:r>
            <a:r>
              <a:rPr lang="en-US" altLang="ko-KR" dirty="0"/>
              <a:t> </a:t>
            </a:r>
            <a:r>
              <a:rPr lang="ko-KR" altLang="en-US" dirty="0"/>
              <a:t>교차분석을 통해 교차빈도와 비율을 계산해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동반자 구성형태</a:t>
            </a:r>
            <a:r>
              <a:rPr lang="en-US" altLang="ko-KR" dirty="0"/>
              <a:t>(member)</a:t>
            </a:r>
            <a:r>
              <a:rPr lang="ko-KR" altLang="en-US" dirty="0"/>
              <a:t>에 차이가 있는지를 시각적으로 </a:t>
            </a:r>
            <a:r>
              <a:rPr lang="ko-KR" altLang="en-US" dirty="0" smtClean="0"/>
              <a:t>비교 분석함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0BFBF4F-52A8-45BB-96BB-0DF8D2251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3437586"/>
            <a:ext cx="9759140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494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337644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거주국가에 따른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만족활동 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교차빈도분석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my$bestact_c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dnn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b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arrange(desc(Freq)) %&gt;% print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tail(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:a16="http://schemas.microsoft.com/office/drawing/2014/main" xmlns="" id="{259AB115-2495-4267-81F6-0AF0F9DDC766}"/>
              </a:ext>
            </a:extLst>
          </p:cNvPr>
          <p:cNvSpPr/>
          <p:nvPr/>
        </p:nvSpPr>
        <p:spPr>
          <a:xfrm>
            <a:off x="4007768" y="2176936"/>
            <a:ext cx="768580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거주국가별 만족활동 빈도가 높은 상위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nat_bestact_top3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top_n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(3)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desc(Freq)) %&gt;% print(n=100)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거주국가별 상위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만족활동 빈도수를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백분율로 계산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nat_bestact_top3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nat_bestact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 mutate(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(Freq / sum(Freq)) * 100)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top_n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(3) %&gt;%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desc(Freq)) %&gt;% print(n=100)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따른 만족활동 간 교차분석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 따른 만족활동 간의 관계분석을 위해 </a:t>
            </a:r>
            <a:r>
              <a:rPr lang="en-US" altLang="ko-KR" dirty="0"/>
              <a:t> </a:t>
            </a:r>
            <a:r>
              <a:rPr lang="ko-KR" altLang="en-US" dirty="0"/>
              <a:t>교차분석을 통해 교차빈도와 비율을 계산해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만족도가 높은 관광활동유형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</a:t>
            </a:r>
            <a:r>
              <a:rPr lang="ko-KR" altLang="en-US" dirty="0"/>
              <a:t>을 교차테이블로 </a:t>
            </a:r>
            <a:r>
              <a:rPr lang="ko-KR" altLang="en-US" dirty="0" smtClean="0"/>
              <a:t>비교 분석함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667060E6-8E1C-4FE6-9BB9-847A7FE38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54" y="4473755"/>
            <a:ext cx="2562225" cy="2143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A5C62A54-2674-48F1-BB4B-25FFBF22DF60}"/>
              </a:ext>
            </a:extLst>
          </p:cNvPr>
          <p:cNvGrpSpPr/>
          <p:nvPr/>
        </p:nvGrpSpPr>
        <p:grpSpPr>
          <a:xfrm>
            <a:off x="4115780" y="3725292"/>
            <a:ext cx="7471377" cy="2891588"/>
            <a:chOff x="4139363" y="3429000"/>
            <a:chExt cx="8195462" cy="3171825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xmlns="" id="{FCD6CFDA-DDEE-4918-BEA1-9265F7877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39363" y="3429000"/>
              <a:ext cx="2667000" cy="317182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xmlns="" id="{C69F7E1F-FA92-4873-B23F-42BBD8BD7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3593" y="3429000"/>
              <a:ext cx="2695575" cy="30099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xmlns="" id="{FE6C2988-A9B9-496E-83C4-DF7458AF9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96400" y="3429000"/>
              <a:ext cx="2638425" cy="25812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510902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1136774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거주국가별 상위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만족활동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gridExtra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library(scales)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p1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nat_bestact_top3,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Freq,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(stat="identity",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show.legend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coord_flip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ggplot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(nat_bestact_top3,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(x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 = Freq, fill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bestact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geom_bar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(position =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fill",stat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"identity")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coord_flip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+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scale_y_continuous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(labels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percent_format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grid.arrange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(p1, p2,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2)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거주국가에 따른 만족활동 관계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거주국가에 따른 만족활동 간의 관계분석을 위해 </a:t>
            </a:r>
            <a:r>
              <a:rPr lang="en-US" altLang="ko-KR" dirty="0"/>
              <a:t> </a:t>
            </a:r>
            <a:r>
              <a:rPr lang="ko-KR" altLang="en-US" dirty="0"/>
              <a:t>교차분석을 통해 교차빈도와 비율을 계산해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거주국가</a:t>
            </a:r>
            <a:r>
              <a:rPr lang="en-US" altLang="ko-KR" dirty="0"/>
              <a:t>(</a:t>
            </a:r>
            <a:r>
              <a:rPr lang="en-US" altLang="ko-KR" dirty="0" err="1"/>
              <a:t>nat</a:t>
            </a:r>
            <a:r>
              <a:rPr lang="en-US" altLang="ko-KR" dirty="0"/>
              <a:t>)</a:t>
            </a:r>
            <a:r>
              <a:rPr lang="ko-KR" altLang="en-US" dirty="0"/>
              <a:t>에 따라 만족도가 높은 관광활동유형</a:t>
            </a:r>
            <a:r>
              <a:rPr lang="en-US" altLang="ko-KR" dirty="0"/>
              <a:t>(</a:t>
            </a:r>
            <a:r>
              <a:rPr lang="en-US" altLang="ko-KR" dirty="0" err="1"/>
              <a:t>bestact</a:t>
            </a:r>
            <a:r>
              <a:rPr lang="en-US" altLang="ko-KR" dirty="0"/>
              <a:t>)</a:t>
            </a:r>
            <a:r>
              <a:rPr lang="ko-KR" altLang="en-US" dirty="0"/>
              <a:t>을 시각적으로 </a:t>
            </a:r>
            <a:r>
              <a:rPr lang="ko-KR" altLang="en-US" dirty="0" smtClean="0"/>
              <a:t>비교 분석함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CB466150-EAE7-435B-AD29-C8CA490CF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76" y="3501008"/>
            <a:ext cx="9759501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50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18317</TotalTime>
  <Words>2343</Words>
  <Application>Microsoft Office PowerPoint</Application>
  <PresentationFormat>와이드스크린</PresentationFormat>
  <Paragraphs>548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9" baseType="lpstr">
      <vt:lpstr>스웨거 TTF</vt:lpstr>
      <vt:lpstr>Monotype Sorts</vt:lpstr>
      <vt:lpstr>나눔스퀘어 Bold</vt:lpstr>
      <vt:lpstr>휴먼모음T</vt:lpstr>
      <vt:lpstr>Arial</vt:lpstr>
      <vt:lpstr>맑은 고딕</vt:lpstr>
      <vt:lpstr>D2Coding</vt:lpstr>
      <vt:lpstr>Webdings</vt:lpstr>
      <vt:lpstr>나눔바른고딕</vt:lpstr>
      <vt:lpstr>Impact</vt:lpstr>
      <vt:lpstr>Office 테마</vt:lpstr>
      <vt:lpstr>PowerPoint 프레젠테이션</vt:lpstr>
      <vt:lpstr>PowerPoint 프레젠테이션</vt:lpstr>
      <vt:lpstr>PowerPoint 프레젠테이션</vt:lpstr>
      <vt:lpstr>외래관광객 실태조사 분석모델 설정</vt:lpstr>
      <vt:lpstr>2개 변수간 분석모델 설정</vt:lpstr>
      <vt:lpstr>3개 변수간 분석모델 설정</vt:lpstr>
      <vt:lpstr>PowerPoint 프레젠테이션</vt:lpstr>
      <vt:lpstr>외래관광객 실태조사 분석모델 설정</vt:lpstr>
      <vt:lpstr>분석가설과 데이터셋 로딩</vt:lpstr>
      <vt:lpstr>여행형태 변수 탐색(1/2)</vt:lpstr>
      <vt:lpstr>여행형태 변수 탐색(2/2)</vt:lpstr>
      <vt:lpstr>만족활동 변수 탐색(1/2)</vt:lpstr>
      <vt:lpstr>만족활동 변수 탐색(2/2)</vt:lpstr>
      <vt:lpstr>여행형태에 따른 만족활동 간 교차분석</vt:lpstr>
      <vt:lpstr>여행형태에 따른 만족활동 관계 시각화</vt:lpstr>
      <vt:lpstr>PowerPoint 프레젠테이션</vt:lpstr>
      <vt:lpstr>2개 변수간 분석모델 설정</vt:lpstr>
      <vt:lpstr>분석가설과 데이터셋 로딩</vt:lpstr>
      <vt:lpstr>거주국가 변수 탐색(1/2)</vt:lpstr>
      <vt:lpstr>거주국가 변수 탐색(2/2)</vt:lpstr>
      <vt:lpstr>동반형태 변수 탐색</vt:lpstr>
      <vt:lpstr>만족활동 변수 탐색(1/2)</vt:lpstr>
      <vt:lpstr>만족활동 변수 탐색(2/2)</vt:lpstr>
      <vt:lpstr>거주국가에 따른 동반형태 간 교차분석(1/2)</vt:lpstr>
      <vt:lpstr>거주국가에 따른 동반형태 간 교차분석(1/2)</vt:lpstr>
      <vt:lpstr>거주국가에 따른 동반형태 관계 시각화</vt:lpstr>
      <vt:lpstr>거주국가에 따른 만족활동 간 교차분석</vt:lpstr>
      <vt:lpstr>거주국가에 따른 만족활동 관계 시각화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714</cp:revision>
  <dcterms:created xsi:type="dcterms:W3CDTF">2019-01-19T08:23:23Z</dcterms:created>
  <dcterms:modified xsi:type="dcterms:W3CDTF">2020-01-10T08:31:23Z</dcterms:modified>
</cp:coreProperties>
</file>