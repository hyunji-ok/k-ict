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585" r:id="rId2"/>
    <p:sldId id="586" r:id="rId3"/>
    <p:sldId id="536" r:id="rId4"/>
    <p:sldId id="504" r:id="rId5"/>
    <p:sldId id="540" r:id="rId6"/>
    <p:sldId id="517" r:id="rId7"/>
    <p:sldId id="547" r:id="rId8"/>
    <p:sldId id="548" r:id="rId9"/>
    <p:sldId id="549" r:id="rId10"/>
    <p:sldId id="550" r:id="rId11"/>
    <p:sldId id="541" r:id="rId12"/>
    <p:sldId id="551" r:id="rId13"/>
    <p:sldId id="552" r:id="rId14"/>
    <p:sldId id="542" r:id="rId15"/>
    <p:sldId id="538" r:id="rId16"/>
    <p:sldId id="553" r:id="rId17"/>
    <p:sldId id="555" r:id="rId18"/>
    <p:sldId id="583" r:id="rId19"/>
    <p:sldId id="557" r:id="rId20"/>
    <p:sldId id="558" r:id="rId21"/>
    <p:sldId id="559" r:id="rId22"/>
    <p:sldId id="560" r:id="rId23"/>
    <p:sldId id="561" r:id="rId24"/>
    <p:sldId id="562" r:id="rId25"/>
    <p:sldId id="564" r:id="rId26"/>
    <p:sldId id="565" r:id="rId27"/>
    <p:sldId id="566" r:id="rId28"/>
    <p:sldId id="567" r:id="rId29"/>
    <p:sldId id="568" r:id="rId30"/>
    <p:sldId id="537" r:id="rId31"/>
    <p:sldId id="569" r:id="rId32"/>
    <p:sldId id="570" r:id="rId33"/>
    <p:sldId id="584" r:id="rId34"/>
    <p:sldId id="572" r:id="rId35"/>
    <p:sldId id="573" r:id="rId36"/>
    <p:sldId id="574" r:id="rId37"/>
    <p:sldId id="575" r:id="rId38"/>
    <p:sldId id="576" r:id="rId39"/>
    <p:sldId id="577" r:id="rId40"/>
    <p:sldId id="578" r:id="rId41"/>
    <p:sldId id="545" r:id="rId42"/>
    <p:sldId id="579" r:id="rId43"/>
    <p:sldId id="582" r:id="rId44"/>
    <p:sldId id="581" r:id="rId45"/>
  </p:sldIdLst>
  <p:sldSz cx="12192000" cy="6858000"/>
  <p:notesSz cx="6858000" cy="9144000"/>
  <p:embeddedFontLst>
    <p:embeddedFont>
      <p:font typeface="Webdings" panose="05030102010509060703" pitchFamily="18" charset="2"/>
      <p:regular r:id="rId48"/>
    </p:embeddedFont>
    <p:embeddedFont>
      <p:font typeface="Impact" panose="020B0806030902050204" pitchFamily="34" charset="0"/>
      <p:regular r:id="rId49"/>
    </p:embeddedFont>
    <p:embeddedFont>
      <p:font typeface="아리따-돋움(TTF)-Bold" panose="02020603020101020101" pitchFamily="18" charset="-127"/>
      <p:regular r:id="rId50"/>
    </p:embeddedFont>
    <p:embeddedFont>
      <p:font typeface="D2Coding" panose="020B0600000101010101" charset="-127"/>
      <p:regular r:id="rId51"/>
      <p:bold r:id="rId52"/>
    </p:embeddedFont>
    <p:embeddedFont>
      <p:font typeface="스웨거 TTF" panose="020B0600000101010101" pitchFamily="50" charset="-127"/>
      <p:regular r:id="rId53"/>
    </p:embeddedFont>
    <p:embeddedFont>
      <p:font typeface="나눔바른고딕" panose="020B0603020101020101" pitchFamily="50" charset="-127"/>
      <p:regular r:id="rId54"/>
      <p:bold r:id="rId55"/>
    </p:embeddedFont>
    <p:embeddedFont>
      <p:font typeface="나눔스퀘어 Bold" panose="020B0600000101010101" pitchFamily="50" charset="-127"/>
      <p:bold r:id="rId56"/>
    </p:embeddedFont>
    <p:embeddedFont>
      <p:font typeface="맑은 고딕" panose="020B0503020000020004" pitchFamily="50" charset="-127"/>
      <p:regular r:id="rId57"/>
      <p:bold r:id="rId5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  <p15:guide id="11" pos="4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6AAD9"/>
    <a:srgbClr val="FDE9D1"/>
    <a:srgbClr val="CFD5EA"/>
    <a:srgbClr val="E9EBF5"/>
    <a:srgbClr val="FBFBFB"/>
    <a:srgbClr val="163E94"/>
    <a:srgbClr val="95D5E1"/>
    <a:srgbClr val="173F9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4660"/>
  </p:normalViewPr>
  <p:slideViewPr>
    <p:cSldViewPr>
      <p:cViewPr varScale="1">
        <p:scale>
          <a:sx n="91" d="100"/>
          <a:sy n="91" d="100"/>
        </p:scale>
        <p:origin x="114" y="192"/>
      </p:cViewPr>
      <p:guideLst>
        <p:guide orient="horz" pos="323"/>
        <p:guide orient="horz" pos="981"/>
        <p:guide orient="horz" pos="1434"/>
        <p:guide pos="483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3125F63D-9B4B-464C-A171-C6D67B09C83B}"/>
    <pc:docChg chg="undo custSel addSld delSld modSld sldOrd">
      <pc:chgData name="Choi Jeomki" userId="f1912f8b0928b9f1" providerId="LiveId" clId="{3125F63D-9B4B-464C-A171-C6D67B09C83B}" dt="2019-02-21T00:37:27.369" v="6828" actId="2696"/>
      <pc:docMkLst>
        <pc:docMk/>
      </pc:docMkLst>
    </pc:docChg>
  </pc:docChgLst>
  <pc:docChgLst>
    <pc:chgData name="Choi Jeomki" userId="f1912f8b0928b9f1" providerId="LiveId" clId="{42054B8C-A000-4DBD-9F31-C2094E50BCA0}"/>
    <pc:docChg chg="undo custSel addSld delSld modSld sldOrd">
      <pc:chgData name="Choi Jeomki" userId="f1912f8b0928b9f1" providerId="LiveId" clId="{42054B8C-A000-4DBD-9F31-C2094E50BCA0}" dt="2019-02-26T00:21:01.910" v="7715" actId="207"/>
      <pc:docMkLst>
        <pc:docMk/>
      </pc:docMkLst>
      <pc:sldChg chg="add">
        <pc:chgData name="Choi Jeomki" userId="f1912f8b0928b9f1" providerId="LiveId" clId="{42054B8C-A000-4DBD-9F31-C2094E50BCA0}" dt="2019-02-25T12:40:14.253" v="6239"/>
        <pc:sldMkLst>
          <pc:docMk/>
          <pc:sldMk cId="4242141277" sldId="504"/>
        </pc:sldMkLst>
      </pc:sldChg>
      <pc:sldChg chg="addSp delSp modSp add">
        <pc:chgData name="Choi Jeomki" userId="f1912f8b0928b9f1" providerId="LiveId" clId="{42054B8C-A000-4DBD-9F31-C2094E50BCA0}" dt="2019-02-25T23:13:54.873" v="6641" actId="20577"/>
        <pc:sldMkLst>
          <pc:docMk/>
          <pc:sldMk cId="3955528743" sldId="517"/>
        </pc:sldMkLst>
        <pc:spChg chg="mod">
          <ac:chgData name="Choi Jeomki" userId="f1912f8b0928b9f1" providerId="LiveId" clId="{42054B8C-A000-4DBD-9F31-C2094E50BCA0}" dt="2019-02-25T23:11:33.391" v="6617" actId="20577"/>
          <ac:spMkLst>
            <pc:docMk/>
            <pc:sldMk cId="3955528743" sldId="517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23:11:29.387" v="6605" actId="20577"/>
          <ac:spMkLst>
            <pc:docMk/>
            <pc:sldMk cId="3955528743" sldId="517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2-25T23:13:09.854" v="6630" actId="20577"/>
          <ac:spMkLst>
            <pc:docMk/>
            <pc:sldMk cId="3955528743" sldId="517"/>
            <ac:spMk id="4" creationId="{C79D062B-1463-45B2-A25C-0E3B98914C04}"/>
          </ac:spMkLst>
        </pc:spChg>
        <pc:spChg chg="mod">
          <ac:chgData name="Choi Jeomki" userId="f1912f8b0928b9f1" providerId="LiveId" clId="{42054B8C-A000-4DBD-9F31-C2094E50BCA0}" dt="2019-02-25T23:13:54.873" v="6641" actId="20577"/>
          <ac:spMkLst>
            <pc:docMk/>
            <pc:sldMk cId="3955528743" sldId="517"/>
            <ac:spMk id="13" creationId="{C5155D90-7461-428F-B18F-74019D5D4A85}"/>
          </ac:spMkLst>
        </pc:spChg>
        <pc:picChg chg="del">
          <ac:chgData name="Choi Jeomki" userId="f1912f8b0928b9f1" providerId="LiveId" clId="{42054B8C-A000-4DBD-9F31-C2094E50BCA0}" dt="2019-02-25T23:12:25.838" v="6622" actId="478"/>
          <ac:picMkLst>
            <pc:docMk/>
            <pc:sldMk cId="3955528743" sldId="517"/>
            <ac:picMk id="5" creationId="{16824918-D2FF-43DF-A9E9-6E7CED773C48}"/>
          </ac:picMkLst>
        </pc:picChg>
        <pc:picChg chg="mod">
          <ac:chgData name="Choi Jeomki" userId="f1912f8b0928b9f1" providerId="LiveId" clId="{42054B8C-A000-4DBD-9F31-C2094E50BCA0}" dt="2019-02-25T23:13:19.522" v="6633" actId="208"/>
          <ac:picMkLst>
            <pc:docMk/>
            <pc:sldMk cId="3955528743" sldId="517"/>
            <ac:picMk id="6" creationId="{FAC73E78-570E-42F6-B3CB-0A83FDF579D0}"/>
          </ac:picMkLst>
        </pc:picChg>
        <pc:picChg chg="add mod">
          <ac:chgData name="Choi Jeomki" userId="f1912f8b0928b9f1" providerId="LiveId" clId="{42054B8C-A000-4DBD-9F31-C2094E50BCA0}" dt="2019-02-25T23:13:19.522" v="6633" actId="208"/>
          <ac:picMkLst>
            <pc:docMk/>
            <pc:sldMk cId="3955528743" sldId="517"/>
            <ac:picMk id="7" creationId="{9EFE2A45-8CD8-45FA-A753-A57DEF1BEA52}"/>
          </ac:picMkLst>
        </pc:picChg>
        <pc:picChg chg="add mod">
          <ac:chgData name="Choi Jeomki" userId="f1912f8b0928b9f1" providerId="LiveId" clId="{42054B8C-A000-4DBD-9F31-C2094E50BCA0}" dt="2019-02-25T23:13:19.522" v="6633" actId="208"/>
          <ac:picMkLst>
            <pc:docMk/>
            <pc:sldMk cId="3955528743" sldId="517"/>
            <ac:picMk id="8" creationId="{B5332C40-4BA1-4EF3-914B-1288A8969682}"/>
          </ac:picMkLst>
        </pc:picChg>
        <pc:picChg chg="add mod">
          <ac:chgData name="Choi Jeomki" userId="f1912f8b0928b9f1" providerId="LiveId" clId="{42054B8C-A000-4DBD-9F31-C2094E50BCA0}" dt="2019-02-25T23:13:19.522" v="6633" actId="208"/>
          <ac:picMkLst>
            <pc:docMk/>
            <pc:sldMk cId="3955528743" sldId="517"/>
            <ac:picMk id="9" creationId="{D647B661-2265-4A15-BD0D-45778A945776}"/>
          </ac:picMkLst>
        </pc:picChg>
        <pc:picChg chg="del">
          <ac:chgData name="Choi Jeomki" userId="f1912f8b0928b9f1" providerId="LiveId" clId="{42054B8C-A000-4DBD-9F31-C2094E50BCA0}" dt="2019-02-25T23:12:54.510" v="6627" actId="478"/>
          <ac:picMkLst>
            <pc:docMk/>
            <pc:sldMk cId="3955528743" sldId="517"/>
            <ac:picMk id="14" creationId="{A51173E1-4641-47F9-B3BD-BA8D87C31227}"/>
          </ac:picMkLst>
        </pc:picChg>
        <pc:picChg chg="del">
          <ac:chgData name="Choi Jeomki" userId="f1912f8b0928b9f1" providerId="LiveId" clId="{42054B8C-A000-4DBD-9F31-C2094E50BCA0}" dt="2019-02-25T23:13:07.319" v="6629" actId="478"/>
          <ac:picMkLst>
            <pc:docMk/>
            <pc:sldMk cId="3955528743" sldId="517"/>
            <ac:picMk id="15" creationId="{365F7015-796D-437E-AEC7-D88CEA83AF88}"/>
          </ac:picMkLst>
        </pc:picChg>
        <pc:picChg chg="del">
          <ac:chgData name="Choi Jeomki" userId="f1912f8b0928b9f1" providerId="LiveId" clId="{42054B8C-A000-4DBD-9F31-C2094E50BCA0}" dt="2019-02-25T23:13:31.487" v="6635" actId="478"/>
          <ac:picMkLst>
            <pc:docMk/>
            <pc:sldMk cId="3955528743" sldId="517"/>
            <ac:picMk id="19" creationId="{242C8554-FED7-4F94-84C3-300B29A0AB2E}"/>
          </ac:picMkLst>
        </pc:picChg>
        <pc:picChg chg="del">
          <ac:chgData name="Choi Jeomki" userId="f1912f8b0928b9f1" providerId="LiveId" clId="{42054B8C-A000-4DBD-9F31-C2094E50BCA0}" dt="2019-02-25T23:13:30.023" v="6634" actId="478"/>
          <ac:picMkLst>
            <pc:docMk/>
            <pc:sldMk cId="3955528743" sldId="517"/>
            <ac:picMk id="20" creationId="{CBDA60AF-8065-4D1D-A1BE-580689D8A4B6}"/>
          </ac:picMkLst>
        </pc:picChg>
        <pc:picChg chg="del">
          <ac:chgData name="Choi Jeomki" userId="f1912f8b0928b9f1" providerId="LiveId" clId="{42054B8C-A000-4DBD-9F31-C2094E50BCA0}" dt="2019-02-25T23:13:30.023" v="6634" actId="478"/>
          <ac:picMkLst>
            <pc:docMk/>
            <pc:sldMk cId="3955528743" sldId="517"/>
            <ac:picMk id="21" creationId="{52448CD5-DACB-4181-89AF-4C5B18225CCA}"/>
          </ac:picMkLst>
        </pc:picChg>
      </pc:sldChg>
    </pc:docChg>
  </pc:docChgLst>
  <pc:docChgLst>
    <pc:chgData name="Choi Jeomki" userId="f1912f8b0928b9f1" providerId="LiveId" clId="{A5D8EF6E-B5B7-4946-90FE-4183DE11540E}"/>
    <pc:docChg chg="undo custSel addSld delSld modSld sldOrd">
      <pc:chgData name="Choi Jeomki" userId="f1912f8b0928b9f1" providerId="LiveId" clId="{A5D8EF6E-B5B7-4946-90FE-4183DE11540E}" dt="2019-02-24T08:50:41.806" v="5278" actId="2696"/>
      <pc:docMkLst>
        <pc:docMk/>
      </pc:docMkLst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</pc:docChg>
  </pc:docChgLst>
  <pc:docChgLst>
    <pc:chgData name="Choi Jeomki" userId="f1912f8b0928b9f1" providerId="LiveId" clId="{D8FB46F6-7F0E-4535-B1A9-CD101ADCF625}"/>
    <pc:docChg chg="undo custSel addSld delSld modSld sldOrd">
      <pc:chgData name="Choi Jeomki" userId="f1912f8b0928b9f1" providerId="LiveId" clId="{D8FB46F6-7F0E-4535-B1A9-CD101ADCF625}" dt="2019-02-23T23:09:41.493" v="18164" actId="465"/>
      <pc:docMkLst>
        <pc:docMk/>
      </pc:docMkLst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</pc:docChg>
  </pc:docChgLst>
  <pc:docChgLst>
    <pc:chgData name="Choi Jeomki" userId="f1912f8b0928b9f1" providerId="LiveId" clId="{2EB904E9-ED44-4D23-A32C-9D53BDF24188}"/>
    <pc:docChg chg="undo custSel addSld delSld modSld sldOrd">
      <pc:chgData name="Choi Jeomki" userId="f1912f8b0928b9f1" providerId="LiveId" clId="{2EB904E9-ED44-4D23-A32C-9D53BDF24188}" dt="2019-02-24T17:48:28.253" v="11054" actId="20577"/>
      <pc:docMkLst>
        <pc:docMk/>
      </pc:docMkLst>
    </pc:docChg>
  </pc:docChgLst>
  <pc:docChgLst>
    <pc:chgData name="Choi Jeomki" userId="f1912f8b0928b9f1" providerId="LiveId" clId="{87A2D2B5-65FF-4A81-BB2F-74A5A8C11D8B}"/>
    <pc:docChg chg="undo redo custSel addSld delSld modSld sldOrd">
      <pc:chgData name="Choi Jeomki" userId="f1912f8b0928b9f1" providerId="LiveId" clId="{87A2D2B5-65FF-4A81-BB2F-74A5A8C11D8B}" dt="2019-02-22T15:17:42.193" v="23102" actId="478"/>
      <pc:docMkLst>
        <pc:docMk/>
      </pc:docMkLst>
    </pc:docChg>
  </pc:docChgLst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2-20T06:16:21.462" v="3824"/>
      <pc:docMkLst>
        <pc:docMk/>
      </pc:docMkLst>
    </pc:docChg>
  </pc:docChgLst>
  <pc:docChgLst>
    <pc:chgData name="Choi Jeomki" userId="f1912f8b0928b9f1" providerId="LiveId" clId="{0A4B7854-1716-4FB7-9ED6-F03B377F933D}"/>
    <pc:docChg chg="undo redo custSel addSld delSld modSld sldOrd">
      <pc:chgData name="Choi Jeomki" userId="f1912f8b0928b9f1" providerId="LiveId" clId="{0A4B7854-1716-4FB7-9ED6-F03B377F933D}" dt="2019-03-08T06:20:49.492" v="8787" actId="20577"/>
      <pc:docMkLst>
        <pc:docMk/>
      </pc:docMkLst>
      <pc:sldChg chg="delSp modSp ord">
        <pc:chgData name="Choi Jeomki" userId="f1912f8b0928b9f1" providerId="LiveId" clId="{0A4B7854-1716-4FB7-9ED6-F03B377F933D}" dt="2019-02-26T00:47:48.381" v="2171" actId="20578"/>
        <pc:sldMkLst>
          <pc:docMk/>
          <pc:sldMk cId="4242141277" sldId="504"/>
        </pc:sldMkLst>
        <pc:spChg chg="mod">
          <ac:chgData name="Choi Jeomki" userId="f1912f8b0928b9f1" providerId="LiveId" clId="{0A4B7854-1716-4FB7-9ED6-F03B377F933D}" dt="2019-02-26T00:45:02.823" v="2109"/>
          <ac:spMkLst>
            <pc:docMk/>
            <pc:sldMk cId="4242141277" sldId="504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0:44:40.245" v="2074" actId="20577"/>
          <ac:spMkLst>
            <pc:docMk/>
            <pc:sldMk cId="4242141277" sldId="504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0:47:48.381" v="2171" actId="20578"/>
          <ac:spMkLst>
            <pc:docMk/>
            <pc:sldMk cId="4242141277" sldId="504"/>
            <ac:spMk id="61" creationId="{933C44B0-3DBF-4A38-BDE8-AA8C7D31C116}"/>
          </ac:spMkLst>
        </pc:spChg>
        <pc:spChg chg="del">
          <ac:chgData name="Choi Jeomki" userId="f1912f8b0928b9f1" providerId="LiveId" clId="{0A4B7854-1716-4FB7-9ED6-F03B377F933D}" dt="2019-02-26T00:43:33.001" v="1896" actId="478"/>
          <ac:spMkLst>
            <pc:docMk/>
            <pc:sldMk cId="4242141277" sldId="504"/>
            <ac:spMk id="67" creationId="{BF40ADDE-B241-4ABE-BB63-4E43074C00E2}"/>
          </ac:spMkLst>
        </pc:spChg>
        <pc:spChg chg="del">
          <ac:chgData name="Choi Jeomki" userId="f1912f8b0928b9f1" providerId="LiveId" clId="{0A4B7854-1716-4FB7-9ED6-F03B377F933D}" dt="2019-02-26T00:43:35.043" v="1897" actId="478"/>
          <ac:spMkLst>
            <pc:docMk/>
            <pc:sldMk cId="4242141277" sldId="504"/>
            <ac:spMk id="71" creationId="{1355BB8E-BD25-4994-AF1F-0D1F61291D24}"/>
          </ac:spMkLst>
        </pc:spChg>
      </pc:sldChg>
      <pc:sldChg chg="modSp add del">
        <pc:chgData name="Choi Jeomki" userId="f1912f8b0928b9f1" providerId="LiveId" clId="{0A4B7854-1716-4FB7-9ED6-F03B377F933D}" dt="2019-03-08T00:25:53.745" v="8696"/>
        <pc:sldMkLst>
          <pc:docMk/>
          <pc:sldMk cId="3955528743" sldId="517"/>
        </pc:sldMkLst>
        <pc:spChg chg="mod">
          <ac:chgData name="Choi Jeomki" userId="f1912f8b0928b9f1" providerId="LiveId" clId="{0A4B7854-1716-4FB7-9ED6-F03B377F933D}" dt="2019-03-08T00:25:53.745" v="8696"/>
          <ac:spMkLst>
            <pc:docMk/>
            <pc:sldMk cId="3955528743" sldId="517"/>
            <ac:spMk id="3" creationId="{00000000-0000-0000-0000-000000000000}"/>
          </ac:spMkLst>
        </pc:spChg>
      </pc:sldChg>
      <pc:sldChg chg="addSp delSp modSp add">
        <pc:chgData name="Choi Jeomki" userId="f1912f8b0928b9f1" providerId="LiveId" clId="{0A4B7854-1716-4FB7-9ED6-F03B377F933D}" dt="2019-02-26T07:11:51.331" v="7856" actId="313"/>
        <pc:sldMkLst>
          <pc:docMk/>
          <pc:sldMk cId="1086108589" sldId="536"/>
        </pc:sldMkLst>
        <pc:spChg chg="del">
          <ac:chgData name="Choi Jeomki" userId="f1912f8b0928b9f1" providerId="LiveId" clId="{0A4B7854-1716-4FB7-9ED6-F03B377F933D}" dt="2019-02-26T00:41:20.177" v="1693"/>
          <ac:spMkLst>
            <pc:docMk/>
            <pc:sldMk cId="1086108589" sldId="536"/>
            <ac:spMk id="21" creationId="{9F771F1A-289E-4A2A-9DA2-873F091B5C83}"/>
          </ac:spMkLst>
        </pc:spChg>
        <pc:spChg chg="del">
          <ac:chgData name="Choi Jeomki" userId="f1912f8b0928b9f1" providerId="LiveId" clId="{0A4B7854-1716-4FB7-9ED6-F03B377F933D}" dt="2019-02-26T00:41:32.274" v="1734"/>
          <ac:spMkLst>
            <pc:docMk/>
            <pc:sldMk cId="1086108589" sldId="536"/>
            <ac:spMk id="22" creationId="{47C8A838-6573-4C01-BE06-29CEBE8142F4}"/>
          </ac:spMkLst>
        </pc:spChg>
        <pc:spChg chg="add mod">
          <ac:chgData name="Choi Jeomki" userId="f1912f8b0928b9f1" providerId="LiveId" clId="{0A4B7854-1716-4FB7-9ED6-F03B377F933D}" dt="2019-02-26T07:11:51.331" v="7856" actId="313"/>
          <ac:spMkLst>
            <pc:docMk/>
            <pc:sldMk cId="1086108589" sldId="536"/>
            <ac:spMk id="28" creationId="{2AE737B3-034A-4E08-AF01-F00CF9A7AB46}"/>
          </ac:spMkLst>
        </pc:spChg>
        <pc:spChg chg="add">
          <ac:chgData name="Choi Jeomki" userId="f1912f8b0928b9f1" providerId="LiveId" clId="{0A4B7854-1716-4FB7-9ED6-F03B377F933D}" dt="2019-02-26T00:41:38.339" v="1771"/>
          <ac:spMkLst>
            <pc:docMk/>
            <pc:sldMk cId="1086108589" sldId="536"/>
            <ac:spMk id="29" creationId="{3AE34360-98B8-4E43-A76B-9D937FD3A6FD}"/>
          </ac:spMkLst>
        </pc:spChg>
        <pc:spChg chg="mod">
          <ac:chgData name="Choi Jeomki" userId="f1912f8b0928b9f1" providerId="LiveId" clId="{0A4B7854-1716-4FB7-9ED6-F03B377F933D}" dt="2019-02-26T04:24:31.174" v="5260" actId="313"/>
          <ac:spMkLst>
            <pc:docMk/>
            <pc:sldMk cId="1086108589" sldId="536"/>
            <ac:spMk id="34" creationId="{ED0A7171-7727-44BC-8090-83C129B4F500}"/>
          </ac:spMkLst>
        </pc:spChg>
        <pc:spChg chg="mod">
          <ac:chgData name="Choi Jeomki" userId="f1912f8b0928b9f1" providerId="LiveId" clId="{0A4B7854-1716-4FB7-9ED6-F03B377F933D}" dt="2019-02-26T00:41:37.914" v="1770" actId="1036"/>
          <ac:spMkLst>
            <pc:docMk/>
            <pc:sldMk cId="1086108589" sldId="536"/>
            <ac:spMk id="39" creationId="{00000000-0000-0000-0000-000000000000}"/>
          </ac:spMkLst>
        </pc:spChg>
      </pc:sldChg>
      <pc:sldChg chg="modSp add">
        <pc:chgData name="Choi Jeomki" userId="f1912f8b0928b9f1" providerId="LiveId" clId="{0A4B7854-1716-4FB7-9ED6-F03B377F933D}" dt="2019-02-26T07:11:55.441" v="7858" actId="313"/>
        <pc:sldMkLst>
          <pc:docMk/>
          <pc:sldMk cId="2971193800" sldId="537"/>
        </pc:sldMkLst>
        <pc:spChg chg="mod">
          <ac:chgData name="Choi Jeomki" userId="f1912f8b0928b9f1" providerId="LiveId" clId="{0A4B7854-1716-4FB7-9ED6-F03B377F933D}" dt="2019-02-26T07:11:55.441" v="7858" actId="313"/>
          <ac:spMkLst>
            <pc:docMk/>
            <pc:sldMk cId="2971193800" sldId="537"/>
            <ac:spMk id="21" creationId="{9F771F1A-289E-4A2A-9DA2-873F091B5C83}"/>
          </ac:spMkLst>
        </pc:spChg>
        <pc:spChg chg="mod">
          <ac:chgData name="Choi Jeomki" userId="f1912f8b0928b9f1" providerId="LiveId" clId="{0A4B7854-1716-4FB7-9ED6-F03B377F933D}" dt="2019-02-26T04:24:29.654" v="5258" actId="313"/>
          <ac:spMkLst>
            <pc:docMk/>
            <pc:sldMk cId="2971193800" sldId="537"/>
            <ac:spMk id="34" creationId="{ED0A7171-7727-44BC-8090-83C129B4F500}"/>
          </ac:spMkLst>
        </pc:spChg>
      </pc:sldChg>
      <pc:sldChg chg="modSp add">
        <pc:chgData name="Choi Jeomki" userId="f1912f8b0928b9f1" providerId="LiveId" clId="{0A4B7854-1716-4FB7-9ED6-F03B377F933D}" dt="2019-02-26T07:11:54.226" v="7857" actId="313"/>
        <pc:sldMkLst>
          <pc:docMk/>
          <pc:sldMk cId="1720353128" sldId="538"/>
        </pc:sldMkLst>
        <pc:spChg chg="mod">
          <ac:chgData name="Choi Jeomki" userId="f1912f8b0928b9f1" providerId="LiveId" clId="{0A4B7854-1716-4FB7-9ED6-F03B377F933D}" dt="2019-02-26T07:11:54.226" v="7857" actId="313"/>
          <ac:spMkLst>
            <pc:docMk/>
            <pc:sldMk cId="1720353128" sldId="538"/>
            <ac:spMk id="28" creationId="{2AE737B3-034A-4E08-AF01-F00CF9A7AB46}"/>
          </ac:spMkLst>
        </pc:spChg>
        <pc:spChg chg="mod">
          <ac:chgData name="Choi Jeomki" userId="f1912f8b0928b9f1" providerId="LiveId" clId="{0A4B7854-1716-4FB7-9ED6-F03B377F933D}" dt="2019-02-26T04:24:27.849" v="5256" actId="313"/>
          <ac:spMkLst>
            <pc:docMk/>
            <pc:sldMk cId="1720353128" sldId="538"/>
            <ac:spMk id="34" creationId="{ED0A7171-7727-44BC-8090-83C129B4F500}"/>
          </ac:spMkLst>
        </pc:spChg>
      </pc:sldChg>
      <pc:sldChg chg="addSp delSp modSp add">
        <pc:chgData name="Choi Jeomki" userId="f1912f8b0928b9f1" providerId="LiveId" clId="{0A4B7854-1716-4FB7-9ED6-F03B377F933D}" dt="2019-02-26T00:49:20.242" v="2245" actId="1036"/>
        <pc:sldMkLst>
          <pc:docMk/>
          <pc:sldMk cId="1932140385" sldId="540"/>
        </pc:sldMkLst>
        <pc:spChg chg="mod">
          <ac:chgData name="Choi Jeomki" userId="f1912f8b0928b9f1" providerId="LiveId" clId="{0A4B7854-1716-4FB7-9ED6-F03B377F933D}" dt="2019-02-26T00:49:12.087" v="2235" actId="1076"/>
          <ac:spMkLst>
            <pc:docMk/>
            <pc:sldMk cId="1932140385" sldId="540"/>
            <ac:spMk id="4" creationId="{C79D062B-1463-45B2-A25C-0E3B98914C04}"/>
          </ac:spMkLst>
        </pc:spChg>
        <pc:spChg chg="mod">
          <ac:chgData name="Choi Jeomki" userId="f1912f8b0928b9f1" providerId="LiveId" clId="{0A4B7854-1716-4FB7-9ED6-F03B377F933D}" dt="2019-02-26T00:49:07.145" v="2232" actId="1035"/>
          <ac:spMkLst>
            <pc:docMk/>
            <pc:sldMk cId="1932140385" sldId="540"/>
            <ac:spMk id="16" creationId="{F7CAA2AE-49A9-4740-A598-E21C3E0FAA66}"/>
          </ac:spMkLst>
        </pc:spChg>
        <pc:spChg chg="add del mod">
          <ac:chgData name="Choi Jeomki" userId="f1912f8b0928b9f1" providerId="LiveId" clId="{0A4B7854-1716-4FB7-9ED6-F03B377F933D}" dt="2019-02-26T00:49:01.841" v="2197" actId="478"/>
          <ac:spMkLst>
            <pc:docMk/>
            <pc:sldMk cId="1932140385" sldId="540"/>
            <ac:spMk id="17" creationId="{96287DF9-4B90-4272-8499-8B66A96624D3}"/>
          </ac:spMkLst>
        </pc:spChg>
        <pc:spChg chg="add mod">
          <ac:chgData name="Choi Jeomki" userId="f1912f8b0928b9f1" providerId="LiveId" clId="{0A4B7854-1716-4FB7-9ED6-F03B377F933D}" dt="2019-02-26T00:49:20.242" v="2245" actId="1036"/>
          <ac:spMkLst>
            <pc:docMk/>
            <pc:sldMk cId="1932140385" sldId="540"/>
            <ac:spMk id="18" creationId="{3A141EB7-2FD6-47C3-8217-26FEAABEF47F}"/>
          </ac:spMkLst>
        </pc:spChg>
        <pc:spChg chg="mod">
          <ac:chgData name="Choi Jeomki" userId="f1912f8b0928b9f1" providerId="LiveId" clId="{0A4B7854-1716-4FB7-9ED6-F03B377F933D}" dt="2019-02-26T00:48:40.247" v="2192"/>
          <ac:spMkLst>
            <pc:docMk/>
            <pc:sldMk cId="1932140385" sldId="540"/>
            <ac:spMk id="23" creationId="{3554CEB6-D70A-47AD-A1DC-379CFE524DFA}"/>
          </ac:spMkLst>
        </pc:spChg>
        <pc:spChg chg="mod">
          <ac:chgData name="Choi Jeomki" userId="f1912f8b0928b9f1" providerId="LiveId" clId="{0A4B7854-1716-4FB7-9ED6-F03B377F933D}" dt="2019-02-26T00:48:28.280" v="2191" actId="1036"/>
          <ac:spMkLst>
            <pc:docMk/>
            <pc:sldMk cId="1932140385" sldId="540"/>
            <ac:spMk id="27" creationId="{C171EF09-5EDB-4255-8BE0-18DE02180CF2}"/>
          </ac:spMkLst>
        </pc:spChg>
      </pc:sldChg>
      <pc:sldChg chg="addSp delSp modSp add">
        <pc:chgData name="Choi Jeomki" userId="f1912f8b0928b9f1" providerId="LiveId" clId="{0A4B7854-1716-4FB7-9ED6-F03B377F933D}" dt="2019-03-08T00:31:47.336" v="8699" actId="20577"/>
        <pc:sldMkLst>
          <pc:docMk/>
          <pc:sldMk cId="731659216" sldId="541"/>
        </pc:sldMkLst>
        <pc:spChg chg="mod">
          <ac:chgData name="Choi Jeomki" userId="f1912f8b0928b9f1" providerId="LiveId" clId="{0A4B7854-1716-4FB7-9ED6-F03B377F933D}" dt="2019-02-26T03:52:24.994" v="3735" actId="20577"/>
          <ac:spMkLst>
            <pc:docMk/>
            <pc:sldMk cId="731659216" sldId="541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4:47:29.333" v="6040"/>
          <ac:spMkLst>
            <pc:docMk/>
            <pc:sldMk cId="731659216" sldId="541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3-08T00:31:47.336" v="8699" actId="20577"/>
          <ac:spMkLst>
            <pc:docMk/>
            <pc:sldMk cId="731659216" sldId="541"/>
            <ac:spMk id="4" creationId="{C79D062B-1463-45B2-A25C-0E3B98914C04}"/>
          </ac:spMkLst>
        </pc:spChg>
        <pc:spChg chg="add mod">
          <ac:chgData name="Choi Jeomki" userId="f1912f8b0928b9f1" providerId="LiveId" clId="{0A4B7854-1716-4FB7-9ED6-F03B377F933D}" dt="2019-02-26T03:57:18.387" v="4040" actId="14100"/>
          <ac:spMkLst>
            <pc:docMk/>
            <pc:sldMk cId="731659216" sldId="541"/>
            <ac:spMk id="6" creationId="{4B0E197F-AC05-4D82-A856-55C3DCFD754E}"/>
          </ac:spMkLst>
        </pc:spChg>
        <pc:picChg chg="add del mod">
          <ac:chgData name="Choi Jeomki" userId="f1912f8b0928b9f1" providerId="LiveId" clId="{0A4B7854-1716-4FB7-9ED6-F03B377F933D}" dt="2019-02-26T03:55:44.686" v="4022" actId="478"/>
          <ac:picMkLst>
            <pc:docMk/>
            <pc:sldMk cId="731659216" sldId="541"/>
            <ac:picMk id="5" creationId="{BBBBD47F-895E-4F78-8283-3B845C022DEC}"/>
          </ac:picMkLst>
        </pc:picChg>
        <pc:picChg chg="add mod">
          <ac:chgData name="Choi Jeomki" userId="f1912f8b0928b9f1" providerId="LiveId" clId="{0A4B7854-1716-4FB7-9ED6-F03B377F933D}" dt="2019-02-26T04:04:23.268" v="4260" actId="208"/>
          <ac:picMkLst>
            <pc:docMk/>
            <pc:sldMk cId="731659216" sldId="541"/>
            <ac:picMk id="7" creationId="{8D73DCD1-7642-4CF6-869E-46CCB624B516}"/>
          </ac:picMkLst>
        </pc:picChg>
        <pc:picChg chg="add mod">
          <ac:chgData name="Choi Jeomki" userId="f1912f8b0928b9f1" providerId="LiveId" clId="{0A4B7854-1716-4FB7-9ED6-F03B377F933D}" dt="2019-02-26T04:04:23.268" v="4260" actId="208"/>
          <ac:picMkLst>
            <pc:docMk/>
            <pc:sldMk cId="731659216" sldId="541"/>
            <ac:picMk id="8" creationId="{A4726E5A-E5AA-482B-8507-7F55B0EAC327}"/>
          </ac:picMkLst>
        </pc:picChg>
        <pc:picChg chg="add del mod">
          <ac:chgData name="Choi Jeomki" userId="f1912f8b0928b9f1" providerId="LiveId" clId="{0A4B7854-1716-4FB7-9ED6-F03B377F933D}" dt="2019-02-26T03:57:59.120" v="4053" actId="478"/>
          <ac:picMkLst>
            <pc:docMk/>
            <pc:sldMk cId="731659216" sldId="541"/>
            <ac:picMk id="9" creationId="{1C145BD6-634E-4959-95E4-DF2FD0BB88D3}"/>
          </ac:picMkLst>
        </pc:picChg>
      </pc:sldChg>
      <pc:sldChg chg="addSp modSp add">
        <pc:chgData name="Choi Jeomki" userId="f1912f8b0928b9f1" providerId="LiveId" clId="{0A4B7854-1716-4FB7-9ED6-F03B377F933D}" dt="2019-02-26T04:14:14.218" v="4773" actId="14100"/>
        <pc:sldMkLst>
          <pc:docMk/>
          <pc:sldMk cId="52794421" sldId="542"/>
        </pc:sldMkLst>
        <pc:spChg chg="mod">
          <ac:chgData name="Choi Jeomki" userId="f1912f8b0928b9f1" providerId="LiveId" clId="{0A4B7854-1716-4FB7-9ED6-F03B377F933D}" dt="2019-02-26T04:09:45.661" v="4454"/>
          <ac:spMkLst>
            <pc:docMk/>
            <pc:sldMk cId="52794421" sldId="542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4:08:52.916" v="4413"/>
          <ac:spMkLst>
            <pc:docMk/>
            <pc:sldMk cId="52794421" sldId="542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4:13:27.115" v="4765" actId="20577"/>
          <ac:spMkLst>
            <pc:docMk/>
            <pc:sldMk cId="52794421" sldId="542"/>
            <ac:spMk id="4" creationId="{C79D062B-1463-45B2-A25C-0E3B98914C04}"/>
          </ac:spMkLst>
        </pc:spChg>
        <pc:spChg chg="add mod ord">
          <ac:chgData name="Choi Jeomki" userId="f1912f8b0928b9f1" providerId="LiveId" clId="{0A4B7854-1716-4FB7-9ED6-F03B377F933D}" dt="2019-02-26T04:14:14.218" v="4773" actId="14100"/>
          <ac:spMkLst>
            <pc:docMk/>
            <pc:sldMk cId="52794421" sldId="542"/>
            <ac:spMk id="7" creationId="{99596463-2B5B-4125-822F-5F75FF76D102}"/>
          </ac:spMkLst>
        </pc:spChg>
        <pc:picChg chg="add mod">
          <ac:chgData name="Choi Jeomki" userId="f1912f8b0928b9f1" providerId="LiveId" clId="{0A4B7854-1716-4FB7-9ED6-F03B377F933D}" dt="2019-02-26T04:14:06.812" v="4770" actId="555"/>
          <ac:picMkLst>
            <pc:docMk/>
            <pc:sldMk cId="52794421" sldId="542"/>
            <ac:picMk id="5" creationId="{5D92414D-2FBF-4A35-AE8E-5615096C007D}"/>
          </ac:picMkLst>
        </pc:picChg>
        <pc:picChg chg="add mod">
          <ac:chgData name="Choi Jeomki" userId="f1912f8b0928b9f1" providerId="LiveId" clId="{0A4B7854-1716-4FB7-9ED6-F03B377F933D}" dt="2019-02-26T04:14:11.891" v="4772" actId="14100"/>
          <ac:picMkLst>
            <pc:docMk/>
            <pc:sldMk cId="52794421" sldId="542"/>
            <ac:picMk id="6" creationId="{3AB2FE13-2C90-486E-BFAE-28697ED712E7}"/>
          </ac:picMkLst>
        </pc:picChg>
      </pc:sldChg>
      <pc:sldChg chg="addSp modSp add">
        <pc:chgData name="Choi Jeomki" userId="f1912f8b0928b9f1" providerId="LiveId" clId="{0A4B7854-1716-4FB7-9ED6-F03B377F933D}" dt="2019-02-26T09:41:31.713" v="8547" actId="1035"/>
        <pc:sldMkLst>
          <pc:docMk/>
          <pc:sldMk cId="2932831253" sldId="545"/>
        </pc:sldMkLst>
        <pc:spChg chg="mod">
          <ac:chgData name="Choi Jeomki" userId="f1912f8b0928b9f1" providerId="LiveId" clId="{0A4B7854-1716-4FB7-9ED6-F03B377F933D}" dt="2019-02-26T09:38:53.887" v="8492" actId="20577"/>
          <ac:spMkLst>
            <pc:docMk/>
            <pc:sldMk cId="2932831253" sldId="545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9:39:28.938" v="8525"/>
          <ac:spMkLst>
            <pc:docMk/>
            <pc:sldMk cId="2932831253" sldId="545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9:41:24.799" v="8544" actId="20577"/>
          <ac:spMkLst>
            <pc:docMk/>
            <pc:sldMk cId="2932831253" sldId="545"/>
            <ac:spMk id="4" creationId="{C79D062B-1463-45B2-A25C-0E3B98914C04}"/>
          </ac:spMkLst>
        </pc:spChg>
        <pc:picChg chg="add mod">
          <ac:chgData name="Choi Jeomki" userId="f1912f8b0928b9f1" providerId="LiveId" clId="{0A4B7854-1716-4FB7-9ED6-F03B377F933D}" dt="2019-02-26T09:41:31.713" v="8547" actId="1035"/>
          <ac:picMkLst>
            <pc:docMk/>
            <pc:sldMk cId="2932831253" sldId="545"/>
            <ac:picMk id="5" creationId="{73121555-BAF7-4A50-AF82-0032E0057967}"/>
          </ac:picMkLst>
        </pc:picChg>
      </pc:sldChg>
      <pc:sldChg chg="modSp add del">
        <pc:chgData name="Choi Jeomki" userId="f1912f8b0928b9f1" providerId="LiveId" clId="{0A4B7854-1716-4FB7-9ED6-F03B377F933D}" dt="2019-03-08T00:25:57.080" v="8697" actId="2696"/>
        <pc:sldMkLst>
          <pc:docMk/>
          <pc:sldMk cId="153596240" sldId="546"/>
        </pc:sldMkLst>
        <pc:spChg chg="mod">
          <ac:chgData name="Choi Jeomki" userId="f1912f8b0928b9f1" providerId="LiveId" clId="{0A4B7854-1716-4FB7-9ED6-F03B377F933D}" dt="2019-02-26T03:25:57.809" v="2725" actId="20577"/>
          <ac:spMkLst>
            <pc:docMk/>
            <pc:sldMk cId="153596240" sldId="546"/>
            <ac:spMk id="3" creationId="{00000000-0000-0000-0000-000000000000}"/>
          </ac:spMkLst>
        </pc:spChg>
      </pc:sldChg>
      <pc:sldChg chg="modSp add">
        <pc:chgData name="Choi Jeomki" userId="f1912f8b0928b9f1" providerId="LiveId" clId="{0A4B7854-1716-4FB7-9ED6-F03B377F933D}" dt="2019-03-08T06:10:54.097" v="8738"/>
        <pc:sldMkLst>
          <pc:docMk/>
          <pc:sldMk cId="3466725260" sldId="547"/>
        </pc:sldMkLst>
        <pc:spChg chg="mod">
          <ac:chgData name="Choi Jeomki" userId="f1912f8b0928b9f1" providerId="LiveId" clId="{0A4B7854-1716-4FB7-9ED6-F03B377F933D}" dt="2019-03-08T06:10:54.097" v="8738"/>
          <ac:spMkLst>
            <pc:docMk/>
            <pc:sldMk cId="3466725260" sldId="547"/>
            <ac:spMk id="14" creationId="{5E8BE140-C402-42E6-B11B-9AEF28850395}"/>
          </ac:spMkLst>
        </pc:spChg>
      </pc:sldChg>
      <pc:sldChg chg="addSp delSp modSp add">
        <pc:chgData name="Choi Jeomki" userId="f1912f8b0928b9f1" providerId="LiveId" clId="{0A4B7854-1716-4FB7-9ED6-F03B377F933D}" dt="2019-02-26T04:07:31.143" v="4296" actId="20577"/>
        <pc:sldMkLst>
          <pc:docMk/>
          <pc:sldMk cId="1629133836" sldId="548"/>
        </pc:sldMkLst>
        <pc:spChg chg="mod">
          <ac:chgData name="Choi Jeomki" userId="f1912f8b0928b9f1" providerId="LiveId" clId="{0A4B7854-1716-4FB7-9ED6-F03B377F933D}" dt="2019-02-26T03:23:03.619" v="2570" actId="20577"/>
          <ac:spMkLst>
            <pc:docMk/>
            <pc:sldMk cId="1629133836" sldId="548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3:26:17.586" v="2760" actId="20577"/>
          <ac:spMkLst>
            <pc:docMk/>
            <pc:sldMk cId="1629133836" sldId="548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3:36:57.238" v="3179" actId="20577"/>
          <ac:spMkLst>
            <pc:docMk/>
            <pc:sldMk cId="1629133836" sldId="548"/>
            <ac:spMk id="4" creationId="{C79D062B-1463-45B2-A25C-0E3B98914C04}"/>
          </ac:spMkLst>
        </pc:spChg>
        <pc:spChg chg="mod">
          <ac:chgData name="Choi Jeomki" userId="f1912f8b0928b9f1" providerId="LiveId" clId="{0A4B7854-1716-4FB7-9ED6-F03B377F933D}" dt="2019-02-26T04:07:31.143" v="4296" actId="20577"/>
          <ac:spMkLst>
            <pc:docMk/>
            <pc:sldMk cId="1629133836" sldId="548"/>
            <ac:spMk id="13" creationId="{C5155D90-7461-428F-B18F-74019D5D4A85}"/>
          </ac:spMkLst>
        </pc:spChg>
        <pc:picChg chg="add del mod">
          <ac:chgData name="Choi Jeomki" userId="f1912f8b0928b9f1" providerId="LiveId" clId="{0A4B7854-1716-4FB7-9ED6-F03B377F933D}" dt="2019-02-26T02:23:06.976" v="2387" actId="478"/>
          <ac:picMkLst>
            <pc:docMk/>
            <pc:sldMk cId="1629133836" sldId="548"/>
            <ac:picMk id="5" creationId="{A199E6B0-1485-4F82-9F45-CD6DF7ECF4E3}"/>
          </ac:picMkLst>
        </pc:picChg>
        <pc:picChg chg="del">
          <ac:chgData name="Choi Jeomki" userId="f1912f8b0928b9f1" providerId="LiveId" clId="{0A4B7854-1716-4FB7-9ED6-F03B377F933D}" dt="2019-02-26T02:12:45.097" v="2266" actId="478"/>
          <ac:picMkLst>
            <pc:docMk/>
            <pc:sldMk cId="1629133836" sldId="548"/>
            <ac:picMk id="6" creationId="{FAC73E78-570E-42F6-B3CB-0A83FDF579D0}"/>
          </ac:picMkLst>
        </pc:picChg>
        <pc:picChg chg="del">
          <ac:chgData name="Choi Jeomki" userId="f1912f8b0928b9f1" providerId="LiveId" clId="{0A4B7854-1716-4FB7-9ED6-F03B377F933D}" dt="2019-02-26T02:12:45.097" v="2266" actId="478"/>
          <ac:picMkLst>
            <pc:docMk/>
            <pc:sldMk cId="1629133836" sldId="548"/>
            <ac:picMk id="7" creationId="{9EFE2A45-8CD8-45FA-A753-A57DEF1BEA52}"/>
          </ac:picMkLst>
        </pc:picChg>
        <pc:picChg chg="del">
          <ac:chgData name="Choi Jeomki" userId="f1912f8b0928b9f1" providerId="LiveId" clId="{0A4B7854-1716-4FB7-9ED6-F03B377F933D}" dt="2019-02-26T02:12:45.097" v="2266" actId="478"/>
          <ac:picMkLst>
            <pc:docMk/>
            <pc:sldMk cId="1629133836" sldId="548"/>
            <ac:picMk id="8" creationId="{B5332C40-4BA1-4EF3-914B-1288A8969682}"/>
          </ac:picMkLst>
        </pc:picChg>
        <pc:picChg chg="del">
          <ac:chgData name="Choi Jeomki" userId="f1912f8b0928b9f1" providerId="LiveId" clId="{0A4B7854-1716-4FB7-9ED6-F03B377F933D}" dt="2019-02-26T02:12:46.407" v="2267" actId="478"/>
          <ac:picMkLst>
            <pc:docMk/>
            <pc:sldMk cId="1629133836" sldId="548"/>
            <ac:picMk id="9" creationId="{D647B661-2265-4A15-BD0D-45778A945776}"/>
          </ac:picMkLst>
        </pc:picChg>
        <pc:picChg chg="add del mod">
          <ac:chgData name="Choi Jeomki" userId="f1912f8b0928b9f1" providerId="LiveId" clId="{0A4B7854-1716-4FB7-9ED6-F03B377F933D}" dt="2019-02-26T02:23:06.976" v="2387" actId="478"/>
          <ac:picMkLst>
            <pc:docMk/>
            <pc:sldMk cId="1629133836" sldId="548"/>
            <ac:picMk id="10" creationId="{D3CFFA80-2167-499D-8F5C-5359FA9E8D7D}"/>
          </ac:picMkLst>
        </pc:picChg>
        <pc:picChg chg="add del">
          <ac:chgData name="Choi Jeomki" userId="f1912f8b0928b9f1" providerId="LiveId" clId="{0A4B7854-1716-4FB7-9ED6-F03B377F933D}" dt="2019-02-26T02:21:13.701" v="2371" actId="478"/>
          <ac:picMkLst>
            <pc:docMk/>
            <pc:sldMk cId="1629133836" sldId="548"/>
            <ac:picMk id="11" creationId="{3DFE0FFA-474B-4313-9C08-B110B927168D}"/>
          </ac:picMkLst>
        </pc:picChg>
        <pc:picChg chg="add mod">
          <ac:chgData name="Choi Jeomki" userId="f1912f8b0928b9f1" providerId="LiveId" clId="{0A4B7854-1716-4FB7-9ED6-F03B377F933D}" dt="2019-02-26T03:34:42.126" v="3033" actId="1037"/>
          <ac:picMkLst>
            <pc:docMk/>
            <pc:sldMk cId="1629133836" sldId="548"/>
            <ac:picMk id="12" creationId="{2655AB72-3BF7-4AEE-A8E8-F8F22FF98D44}"/>
          </ac:picMkLst>
        </pc:picChg>
        <pc:picChg chg="add mod modCrop">
          <ac:chgData name="Choi Jeomki" userId="f1912f8b0928b9f1" providerId="LiveId" clId="{0A4B7854-1716-4FB7-9ED6-F03B377F933D}" dt="2019-02-26T03:34:42.126" v="3033" actId="1037"/>
          <ac:picMkLst>
            <pc:docMk/>
            <pc:sldMk cId="1629133836" sldId="548"/>
            <ac:picMk id="14" creationId="{0756A9EE-63BD-4335-B2F1-4A19A4B67F83}"/>
          </ac:picMkLst>
        </pc:picChg>
        <pc:picChg chg="add mod">
          <ac:chgData name="Choi Jeomki" userId="f1912f8b0928b9f1" providerId="LiveId" clId="{0A4B7854-1716-4FB7-9ED6-F03B377F933D}" dt="2019-02-26T03:34:42.126" v="3033" actId="1037"/>
          <ac:picMkLst>
            <pc:docMk/>
            <pc:sldMk cId="1629133836" sldId="548"/>
            <ac:picMk id="15" creationId="{1EF28A90-1DB7-4DBF-9E84-E2821D80246D}"/>
          </ac:picMkLst>
        </pc:picChg>
        <pc:picChg chg="add mod">
          <ac:chgData name="Choi Jeomki" userId="f1912f8b0928b9f1" providerId="LiveId" clId="{0A4B7854-1716-4FB7-9ED6-F03B377F933D}" dt="2019-02-26T03:21:35.775" v="2500" actId="553"/>
          <ac:picMkLst>
            <pc:docMk/>
            <pc:sldMk cId="1629133836" sldId="548"/>
            <ac:picMk id="16" creationId="{AC7C583B-8158-4232-B5BF-4FECC5B3F2FE}"/>
          </ac:picMkLst>
        </pc:picChg>
        <pc:picChg chg="add mod">
          <ac:chgData name="Choi Jeomki" userId="f1912f8b0928b9f1" providerId="LiveId" clId="{0A4B7854-1716-4FB7-9ED6-F03B377F933D}" dt="2019-02-26T03:21:44.927" v="2505" actId="1036"/>
          <ac:picMkLst>
            <pc:docMk/>
            <pc:sldMk cId="1629133836" sldId="548"/>
            <ac:picMk id="17" creationId="{9D47D4CF-6BF6-41D8-96FA-67D8C30540F5}"/>
          </ac:picMkLst>
        </pc:picChg>
        <pc:picChg chg="add del mod">
          <ac:chgData name="Choi Jeomki" userId="f1912f8b0928b9f1" providerId="LiveId" clId="{0A4B7854-1716-4FB7-9ED6-F03B377F933D}" dt="2019-02-26T03:27:54.365" v="2804" actId="478"/>
          <ac:picMkLst>
            <pc:docMk/>
            <pc:sldMk cId="1629133836" sldId="548"/>
            <ac:picMk id="18" creationId="{163A1694-E492-48A8-B4F3-E82D504EC985}"/>
          </ac:picMkLst>
        </pc:picChg>
        <pc:picChg chg="add mod">
          <ac:chgData name="Choi Jeomki" userId="f1912f8b0928b9f1" providerId="LiveId" clId="{0A4B7854-1716-4FB7-9ED6-F03B377F933D}" dt="2019-02-26T03:28:40.582" v="2813" actId="552"/>
          <ac:picMkLst>
            <pc:docMk/>
            <pc:sldMk cId="1629133836" sldId="548"/>
            <ac:picMk id="19" creationId="{0204FFB1-2684-478C-89C4-1B9FAE0AC114}"/>
          </ac:picMkLst>
        </pc:picChg>
        <pc:picChg chg="add del mod">
          <ac:chgData name="Choi Jeomki" userId="f1912f8b0928b9f1" providerId="LiveId" clId="{0A4B7854-1716-4FB7-9ED6-F03B377F933D}" dt="2019-02-26T03:28:50" v="2816" actId="478"/>
          <ac:picMkLst>
            <pc:docMk/>
            <pc:sldMk cId="1629133836" sldId="548"/>
            <ac:picMk id="20" creationId="{B44B0347-582E-4528-B0D1-7A1BCACD0DE2}"/>
          </ac:picMkLst>
        </pc:picChg>
      </pc:sldChg>
      <pc:sldChg chg="addSp delSp modSp add">
        <pc:chgData name="Choi Jeomki" userId="f1912f8b0928b9f1" providerId="LiveId" clId="{0A4B7854-1716-4FB7-9ED6-F03B377F933D}" dt="2019-02-26T04:07:21.394" v="4294" actId="1035"/>
        <pc:sldMkLst>
          <pc:docMk/>
          <pc:sldMk cId="4256537397" sldId="549"/>
        </pc:sldMkLst>
        <pc:spChg chg="mod">
          <ac:chgData name="Choi Jeomki" userId="f1912f8b0928b9f1" providerId="LiveId" clId="{0A4B7854-1716-4FB7-9ED6-F03B377F933D}" dt="2019-02-26T03:29:49.607" v="2843"/>
          <ac:spMkLst>
            <pc:docMk/>
            <pc:sldMk cId="4256537397" sldId="549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3:30:00.800" v="2874" actId="20577"/>
          <ac:spMkLst>
            <pc:docMk/>
            <pc:sldMk cId="4256537397" sldId="549"/>
            <ac:spMk id="3" creationId="{00000000-0000-0000-0000-000000000000}"/>
          </ac:spMkLst>
        </pc:spChg>
        <pc:spChg chg="del mod">
          <ac:chgData name="Choi Jeomki" userId="f1912f8b0928b9f1" providerId="LiveId" clId="{0A4B7854-1716-4FB7-9ED6-F03B377F933D}" dt="2019-02-26T03:34:56.439" v="3036" actId="478"/>
          <ac:spMkLst>
            <pc:docMk/>
            <pc:sldMk cId="4256537397" sldId="549"/>
            <ac:spMk id="4" creationId="{C79D062B-1463-45B2-A25C-0E3B98914C04}"/>
          </ac:spMkLst>
        </pc:spChg>
        <pc:spChg chg="del">
          <ac:chgData name="Choi Jeomki" userId="f1912f8b0928b9f1" providerId="LiveId" clId="{0A4B7854-1716-4FB7-9ED6-F03B377F933D}" dt="2019-02-26T03:34:56.439" v="3036" actId="478"/>
          <ac:spMkLst>
            <pc:docMk/>
            <pc:sldMk cId="4256537397" sldId="549"/>
            <ac:spMk id="13" creationId="{C5155D90-7461-428F-B18F-74019D5D4A85}"/>
          </ac:spMkLst>
        </pc:spChg>
        <pc:spChg chg="add mod ord">
          <ac:chgData name="Choi Jeomki" userId="f1912f8b0928b9f1" providerId="LiveId" clId="{0A4B7854-1716-4FB7-9ED6-F03B377F933D}" dt="2019-02-26T03:46:13.614" v="3527" actId="20577"/>
          <ac:spMkLst>
            <pc:docMk/>
            <pc:sldMk cId="4256537397" sldId="549"/>
            <ac:spMk id="20" creationId="{C6D91EA3-9277-47FC-AA46-F1455A131C4C}"/>
          </ac:spMkLst>
        </pc:spChg>
        <pc:spChg chg="add mod ord">
          <ac:chgData name="Choi Jeomki" userId="f1912f8b0928b9f1" providerId="LiveId" clId="{0A4B7854-1716-4FB7-9ED6-F03B377F933D}" dt="2019-02-26T04:07:15.933" v="4279" actId="20577"/>
          <ac:spMkLst>
            <pc:docMk/>
            <pc:sldMk cId="4256537397" sldId="549"/>
            <ac:spMk id="21" creationId="{A235DD87-449A-4C91-9452-4777A8DDDEA3}"/>
          </ac:spMkLst>
        </pc:spChg>
        <pc:picChg chg="add mod">
          <ac:chgData name="Choi Jeomki" userId="f1912f8b0928b9f1" providerId="LiveId" clId="{0A4B7854-1716-4FB7-9ED6-F03B377F933D}" dt="2019-02-26T03:40:58.130" v="3292" actId="1035"/>
          <ac:picMkLst>
            <pc:docMk/>
            <pc:sldMk cId="4256537397" sldId="549"/>
            <ac:picMk id="5" creationId="{F95AD131-1969-4070-8D73-D7F81C76E20F}"/>
          </ac:picMkLst>
        </pc:picChg>
        <pc:picChg chg="add mod modCrop">
          <ac:chgData name="Choi Jeomki" userId="f1912f8b0928b9f1" providerId="LiveId" clId="{0A4B7854-1716-4FB7-9ED6-F03B377F933D}" dt="2019-02-26T03:40:51.653" v="3287" actId="553"/>
          <ac:picMkLst>
            <pc:docMk/>
            <pc:sldMk cId="4256537397" sldId="549"/>
            <ac:picMk id="6" creationId="{6FBA58A2-1A32-4B9E-BC23-AD3D25FD9755}"/>
          </ac:picMkLst>
        </pc:picChg>
        <pc:picChg chg="add mod">
          <ac:chgData name="Choi Jeomki" userId="f1912f8b0928b9f1" providerId="LiveId" clId="{0A4B7854-1716-4FB7-9ED6-F03B377F933D}" dt="2019-02-26T04:07:21.394" v="4294" actId="1035"/>
          <ac:picMkLst>
            <pc:docMk/>
            <pc:sldMk cId="4256537397" sldId="549"/>
            <ac:picMk id="7" creationId="{50EBD2BF-0C5E-4E61-AC65-B23B8BE7706B}"/>
          </ac:picMkLst>
        </pc:picChg>
        <pc:picChg chg="add mod modCrop">
          <ac:chgData name="Choi Jeomki" userId="f1912f8b0928b9f1" providerId="LiveId" clId="{0A4B7854-1716-4FB7-9ED6-F03B377F933D}" dt="2019-02-26T03:40:03.845" v="3273" actId="553"/>
          <ac:picMkLst>
            <pc:docMk/>
            <pc:sldMk cId="4256537397" sldId="549"/>
            <ac:picMk id="8" creationId="{1FAD5EFA-4DEE-4A41-925D-89C4E9008F69}"/>
          </ac:picMkLst>
        </pc:picChg>
        <pc:picChg chg="del mod">
          <ac:chgData name="Choi Jeomki" userId="f1912f8b0928b9f1" providerId="LiveId" clId="{0A4B7854-1716-4FB7-9ED6-F03B377F933D}" dt="2019-02-26T03:36:11.527" v="3124" actId="478"/>
          <ac:picMkLst>
            <pc:docMk/>
            <pc:sldMk cId="4256537397" sldId="549"/>
            <ac:picMk id="12" creationId="{2655AB72-3BF7-4AEE-A8E8-F8F22FF98D44}"/>
          </ac:picMkLst>
        </pc:picChg>
        <pc:picChg chg="del mod">
          <ac:chgData name="Choi Jeomki" userId="f1912f8b0928b9f1" providerId="LiveId" clId="{0A4B7854-1716-4FB7-9ED6-F03B377F933D}" dt="2019-02-26T03:36:11.527" v="3124" actId="478"/>
          <ac:picMkLst>
            <pc:docMk/>
            <pc:sldMk cId="4256537397" sldId="549"/>
            <ac:picMk id="14" creationId="{0756A9EE-63BD-4335-B2F1-4A19A4B67F83}"/>
          </ac:picMkLst>
        </pc:picChg>
        <pc:picChg chg="del mod">
          <ac:chgData name="Choi Jeomki" userId="f1912f8b0928b9f1" providerId="LiveId" clId="{0A4B7854-1716-4FB7-9ED6-F03B377F933D}" dt="2019-02-26T03:36:11.527" v="3124" actId="478"/>
          <ac:picMkLst>
            <pc:docMk/>
            <pc:sldMk cId="4256537397" sldId="549"/>
            <ac:picMk id="15" creationId="{1EF28A90-1DB7-4DBF-9E84-E2821D80246D}"/>
          </ac:picMkLst>
        </pc:picChg>
        <pc:picChg chg="del">
          <ac:chgData name="Choi Jeomki" userId="f1912f8b0928b9f1" providerId="LiveId" clId="{0A4B7854-1716-4FB7-9ED6-F03B377F933D}" dt="2019-02-26T03:30:39.909" v="2912" actId="478"/>
          <ac:picMkLst>
            <pc:docMk/>
            <pc:sldMk cId="4256537397" sldId="549"/>
            <ac:picMk id="16" creationId="{AC7C583B-8158-4232-B5BF-4FECC5B3F2FE}"/>
          </ac:picMkLst>
        </pc:picChg>
        <pc:picChg chg="del">
          <ac:chgData name="Choi Jeomki" userId="f1912f8b0928b9f1" providerId="LiveId" clId="{0A4B7854-1716-4FB7-9ED6-F03B377F933D}" dt="2019-02-26T03:32:28.774" v="2985" actId="478"/>
          <ac:picMkLst>
            <pc:docMk/>
            <pc:sldMk cId="4256537397" sldId="549"/>
            <ac:picMk id="17" creationId="{9D47D4CF-6BF6-41D8-96FA-67D8C30540F5}"/>
          </ac:picMkLst>
        </pc:picChg>
        <pc:picChg chg="add del mod modCrop">
          <ac:chgData name="Choi Jeomki" userId="f1912f8b0928b9f1" providerId="LiveId" clId="{0A4B7854-1716-4FB7-9ED6-F03B377F933D}" dt="2019-02-26T03:40:51.653" v="3287" actId="553"/>
          <ac:picMkLst>
            <pc:docMk/>
            <pc:sldMk cId="4256537397" sldId="549"/>
            <ac:picMk id="18" creationId="{89E495C4-F3F6-4F49-8021-643B2885D2A5}"/>
          </ac:picMkLst>
        </pc:picChg>
        <pc:picChg chg="del">
          <ac:chgData name="Choi Jeomki" userId="f1912f8b0928b9f1" providerId="LiveId" clId="{0A4B7854-1716-4FB7-9ED6-F03B377F933D}" dt="2019-02-26T03:30:39.909" v="2912" actId="478"/>
          <ac:picMkLst>
            <pc:docMk/>
            <pc:sldMk cId="4256537397" sldId="549"/>
            <ac:picMk id="19" creationId="{0204FFB1-2684-478C-89C4-1B9FAE0AC114}"/>
          </ac:picMkLst>
        </pc:picChg>
        <pc:picChg chg="add mod modCrop">
          <ac:chgData name="Choi Jeomki" userId="f1912f8b0928b9f1" providerId="LiveId" clId="{0A4B7854-1716-4FB7-9ED6-F03B377F933D}" dt="2019-02-26T03:40:03.845" v="3273" actId="553"/>
          <ac:picMkLst>
            <pc:docMk/>
            <pc:sldMk cId="4256537397" sldId="549"/>
            <ac:picMk id="22" creationId="{7E8F6F42-CA46-45D5-A676-65FE873E3B75}"/>
          </ac:picMkLst>
        </pc:picChg>
      </pc:sldChg>
      <pc:sldChg chg="addSp delSp modSp add">
        <pc:chgData name="Choi Jeomki" userId="f1912f8b0928b9f1" providerId="LiveId" clId="{0A4B7854-1716-4FB7-9ED6-F03B377F933D}" dt="2019-02-26T04:06:58.506" v="4276" actId="20577"/>
        <pc:sldMkLst>
          <pc:docMk/>
          <pc:sldMk cId="2374282562" sldId="550"/>
        </pc:sldMkLst>
        <pc:spChg chg="mod">
          <ac:chgData name="Choi Jeomki" userId="f1912f8b0928b9f1" providerId="LiveId" clId="{0A4B7854-1716-4FB7-9ED6-F03B377F933D}" dt="2019-02-26T03:43:48.655" v="3327"/>
          <ac:spMkLst>
            <pc:docMk/>
            <pc:sldMk cId="2374282562" sldId="550"/>
            <ac:spMk id="2" creationId="{00000000-0000-0000-0000-000000000000}"/>
          </ac:spMkLst>
        </pc:spChg>
        <pc:spChg chg="del mod">
          <ac:chgData name="Choi Jeomki" userId="f1912f8b0928b9f1" providerId="LiveId" clId="{0A4B7854-1716-4FB7-9ED6-F03B377F933D}" dt="2019-02-26T03:44:17.658" v="3376" actId="478"/>
          <ac:spMkLst>
            <pc:docMk/>
            <pc:sldMk cId="2374282562" sldId="550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3:48:33.819" v="3580" actId="20577"/>
          <ac:spMkLst>
            <pc:docMk/>
            <pc:sldMk cId="2374282562" sldId="550"/>
            <ac:spMk id="4" creationId="{C79D062B-1463-45B2-A25C-0E3B98914C04}"/>
          </ac:spMkLst>
        </pc:spChg>
        <pc:spChg chg="add mod">
          <ac:chgData name="Choi Jeomki" userId="f1912f8b0928b9f1" providerId="LiveId" clId="{0A4B7854-1716-4FB7-9ED6-F03B377F933D}" dt="2019-02-26T03:49:30.656" v="3630" actId="20577"/>
          <ac:spMkLst>
            <pc:docMk/>
            <pc:sldMk cId="2374282562" sldId="550"/>
            <ac:spMk id="6" creationId="{333BD9E4-9DEA-46A8-90DF-345EED8493B6}"/>
          </ac:spMkLst>
        </pc:spChg>
        <pc:spChg chg="mod">
          <ac:chgData name="Choi Jeomki" userId="f1912f8b0928b9f1" providerId="LiveId" clId="{0A4B7854-1716-4FB7-9ED6-F03B377F933D}" dt="2019-02-26T04:06:58.506" v="4276" actId="20577"/>
          <ac:spMkLst>
            <pc:docMk/>
            <pc:sldMk cId="2374282562" sldId="550"/>
            <ac:spMk id="13" creationId="{C5155D90-7461-428F-B18F-74019D5D4A85}"/>
          </ac:spMkLst>
        </pc:spChg>
        <pc:picChg chg="add mod modCrop">
          <ac:chgData name="Choi Jeomki" userId="f1912f8b0928b9f1" providerId="LiveId" clId="{0A4B7854-1716-4FB7-9ED6-F03B377F933D}" dt="2019-02-26T03:46:29.373" v="3536" actId="1038"/>
          <ac:picMkLst>
            <pc:docMk/>
            <pc:sldMk cId="2374282562" sldId="550"/>
            <ac:picMk id="7" creationId="{D9572EA5-E47F-4102-93E4-D9C7B5D24ED9}"/>
          </ac:picMkLst>
        </pc:picChg>
        <pc:picChg chg="add del">
          <ac:chgData name="Choi Jeomki" userId="f1912f8b0928b9f1" providerId="LiveId" clId="{0A4B7854-1716-4FB7-9ED6-F03B377F933D}" dt="2019-02-26T03:47:55.914" v="3569" actId="478"/>
          <ac:picMkLst>
            <pc:docMk/>
            <pc:sldMk cId="2374282562" sldId="550"/>
            <ac:picMk id="8" creationId="{BBB4DECB-DF8B-44D4-ACB3-ADCB2928055A}"/>
          </ac:picMkLst>
        </pc:picChg>
        <pc:picChg chg="add mod">
          <ac:chgData name="Choi Jeomki" userId="f1912f8b0928b9f1" providerId="LiveId" clId="{0A4B7854-1716-4FB7-9ED6-F03B377F933D}" dt="2019-02-26T03:50:47.645" v="3648" actId="553"/>
          <ac:picMkLst>
            <pc:docMk/>
            <pc:sldMk cId="2374282562" sldId="550"/>
            <ac:picMk id="9" creationId="{BFFC7BFD-6636-4C16-9399-614EE0C8E09F}"/>
          </ac:picMkLst>
        </pc:picChg>
        <pc:picChg chg="add mod">
          <ac:chgData name="Choi Jeomki" userId="f1912f8b0928b9f1" providerId="LiveId" clId="{0A4B7854-1716-4FB7-9ED6-F03B377F933D}" dt="2019-02-26T03:50:47.645" v="3648" actId="553"/>
          <ac:picMkLst>
            <pc:docMk/>
            <pc:sldMk cId="2374282562" sldId="550"/>
            <ac:picMk id="10" creationId="{A8B98045-AD6D-4F63-8D02-3551776E4B2C}"/>
          </ac:picMkLst>
        </pc:picChg>
        <pc:picChg chg="del">
          <ac:chgData name="Choi Jeomki" userId="f1912f8b0928b9f1" providerId="LiveId" clId="{0A4B7854-1716-4FB7-9ED6-F03B377F933D}" dt="2019-02-26T03:44:17.658" v="3376" actId="478"/>
          <ac:picMkLst>
            <pc:docMk/>
            <pc:sldMk cId="2374282562" sldId="550"/>
            <ac:picMk id="12" creationId="{2655AB72-3BF7-4AEE-A8E8-F8F22FF98D44}"/>
          </ac:picMkLst>
        </pc:picChg>
        <pc:picChg chg="del">
          <ac:chgData name="Choi Jeomki" userId="f1912f8b0928b9f1" providerId="LiveId" clId="{0A4B7854-1716-4FB7-9ED6-F03B377F933D}" dt="2019-02-26T03:44:17.658" v="3376" actId="478"/>
          <ac:picMkLst>
            <pc:docMk/>
            <pc:sldMk cId="2374282562" sldId="550"/>
            <ac:picMk id="14" creationId="{0756A9EE-63BD-4335-B2F1-4A19A4B67F83}"/>
          </ac:picMkLst>
        </pc:picChg>
        <pc:picChg chg="del">
          <ac:chgData name="Choi Jeomki" userId="f1912f8b0928b9f1" providerId="LiveId" clId="{0A4B7854-1716-4FB7-9ED6-F03B377F933D}" dt="2019-02-26T03:44:17.658" v="3376" actId="478"/>
          <ac:picMkLst>
            <pc:docMk/>
            <pc:sldMk cId="2374282562" sldId="550"/>
            <ac:picMk id="15" creationId="{1EF28A90-1DB7-4DBF-9E84-E2821D80246D}"/>
          </ac:picMkLst>
        </pc:picChg>
        <pc:picChg chg="del">
          <ac:chgData name="Choi Jeomki" userId="f1912f8b0928b9f1" providerId="LiveId" clId="{0A4B7854-1716-4FB7-9ED6-F03B377F933D}" dt="2019-02-26T03:44:17.658" v="3376" actId="478"/>
          <ac:picMkLst>
            <pc:docMk/>
            <pc:sldMk cId="2374282562" sldId="550"/>
            <ac:picMk id="16" creationId="{AC7C583B-8158-4232-B5BF-4FECC5B3F2FE}"/>
          </ac:picMkLst>
        </pc:picChg>
        <pc:picChg chg="del">
          <ac:chgData name="Choi Jeomki" userId="f1912f8b0928b9f1" providerId="LiveId" clId="{0A4B7854-1716-4FB7-9ED6-F03B377F933D}" dt="2019-02-26T03:44:17.658" v="3376" actId="478"/>
          <ac:picMkLst>
            <pc:docMk/>
            <pc:sldMk cId="2374282562" sldId="550"/>
            <ac:picMk id="17" creationId="{9D47D4CF-6BF6-41D8-96FA-67D8C30540F5}"/>
          </ac:picMkLst>
        </pc:picChg>
        <pc:picChg chg="add mod modCrop">
          <ac:chgData name="Choi Jeomki" userId="f1912f8b0928b9f1" providerId="LiveId" clId="{0A4B7854-1716-4FB7-9ED6-F03B377F933D}" dt="2019-02-26T03:46:29.373" v="3536" actId="1038"/>
          <ac:picMkLst>
            <pc:docMk/>
            <pc:sldMk cId="2374282562" sldId="550"/>
            <ac:picMk id="18" creationId="{8A319A61-102F-47BA-8F77-093BC6E02053}"/>
          </ac:picMkLst>
        </pc:picChg>
        <pc:picChg chg="del">
          <ac:chgData name="Choi Jeomki" userId="f1912f8b0928b9f1" providerId="LiveId" clId="{0A4B7854-1716-4FB7-9ED6-F03B377F933D}" dt="2019-02-26T03:44:17.658" v="3376" actId="478"/>
          <ac:picMkLst>
            <pc:docMk/>
            <pc:sldMk cId="2374282562" sldId="550"/>
            <ac:picMk id="19" creationId="{0204FFB1-2684-478C-89C4-1B9FAE0AC114}"/>
          </ac:picMkLst>
        </pc:picChg>
      </pc:sldChg>
      <pc:sldChg chg="addSp delSp modSp add">
        <pc:chgData name="Choi Jeomki" userId="f1912f8b0928b9f1" providerId="LiveId" clId="{0A4B7854-1716-4FB7-9ED6-F03B377F933D}" dt="2019-02-26T04:47:29.333" v="6040"/>
        <pc:sldMkLst>
          <pc:docMk/>
          <pc:sldMk cId="672918939" sldId="551"/>
        </pc:sldMkLst>
        <pc:spChg chg="mod">
          <ac:chgData name="Choi Jeomki" userId="f1912f8b0928b9f1" providerId="LiveId" clId="{0A4B7854-1716-4FB7-9ED6-F03B377F933D}" dt="2019-02-26T03:58:49.398" v="4070"/>
          <ac:spMkLst>
            <pc:docMk/>
            <pc:sldMk cId="672918939" sldId="551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4:47:29.333" v="6040"/>
          <ac:spMkLst>
            <pc:docMk/>
            <pc:sldMk cId="672918939" sldId="551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4:02:29.432" v="4177" actId="948"/>
          <ac:spMkLst>
            <pc:docMk/>
            <pc:sldMk cId="672918939" sldId="551"/>
            <ac:spMk id="4" creationId="{C79D062B-1463-45B2-A25C-0E3B98914C04}"/>
          </ac:spMkLst>
        </pc:spChg>
        <pc:spChg chg="mod">
          <ac:chgData name="Choi Jeomki" userId="f1912f8b0928b9f1" providerId="LiveId" clId="{0A4B7854-1716-4FB7-9ED6-F03B377F933D}" dt="2019-02-26T04:01:39.395" v="4170" actId="14100"/>
          <ac:spMkLst>
            <pc:docMk/>
            <pc:sldMk cId="672918939" sldId="551"/>
            <ac:spMk id="6" creationId="{4B0E197F-AC05-4D82-A856-55C3DCFD754E}"/>
          </ac:spMkLst>
        </pc:spChg>
        <pc:picChg chg="add mod">
          <ac:chgData name="Choi Jeomki" userId="f1912f8b0928b9f1" providerId="LiveId" clId="{0A4B7854-1716-4FB7-9ED6-F03B377F933D}" dt="2019-02-26T04:04:26.851" v="4261" actId="208"/>
          <ac:picMkLst>
            <pc:docMk/>
            <pc:sldMk cId="672918939" sldId="551"/>
            <ac:picMk id="5" creationId="{1CB69F9A-69FF-42DF-9AD8-CCD4AB071F9C}"/>
          </ac:picMkLst>
        </pc:picChg>
        <pc:picChg chg="del">
          <ac:chgData name="Choi Jeomki" userId="f1912f8b0928b9f1" providerId="LiveId" clId="{0A4B7854-1716-4FB7-9ED6-F03B377F933D}" dt="2019-02-26T03:59:59.639" v="4158" actId="478"/>
          <ac:picMkLst>
            <pc:docMk/>
            <pc:sldMk cId="672918939" sldId="551"/>
            <ac:picMk id="7" creationId="{8D73DCD1-7642-4CF6-869E-46CCB624B516}"/>
          </ac:picMkLst>
        </pc:picChg>
        <pc:picChg chg="del">
          <ac:chgData name="Choi Jeomki" userId="f1912f8b0928b9f1" providerId="LiveId" clId="{0A4B7854-1716-4FB7-9ED6-F03B377F933D}" dt="2019-02-26T04:02:02.776" v="4171" actId="478"/>
          <ac:picMkLst>
            <pc:docMk/>
            <pc:sldMk cId="672918939" sldId="551"/>
            <ac:picMk id="8" creationId="{A4726E5A-E5AA-482B-8507-7F55B0EAC327}"/>
          </ac:picMkLst>
        </pc:picChg>
        <pc:picChg chg="add mod">
          <ac:chgData name="Choi Jeomki" userId="f1912f8b0928b9f1" providerId="LiveId" clId="{0A4B7854-1716-4FB7-9ED6-F03B377F933D}" dt="2019-02-26T04:04:26.851" v="4261" actId="208"/>
          <ac:picMkLst>
            <pc:docMk/>
            <pc:sldMk cId="672918939" sldId="551"/>
            <ac:picMk id="9" creationId="{C7BE8203-688B-45A8-9B19-145465319027}"/>
          </ac:picMkLst>
        </pc:picChg>
      </pc:sldChg>
      <pc:sldChg chg="addSp delSp modSp add">
        <pc:chgData name="Choi Jeomki" userId="f1912f8b0928b9f1" providerId="LiveId" clId="{0A4B7854-1716-4FB7-9ED6-F03B377F933D}" dt="2019-02-26T04:47:29.333" v="6040"/>
        <pc:sldMkLst>
          <pc:docMk/>
          <pc:sldMk cId="1914316038" sldId="552"/>
        </pc:sldMkLst>
        <pc:spChg chg="mod">
          <ac:chgData name="Choi Jeomki" userId="f1912f8b0928b9f1" providerId="LiveId" clId="{0A4B7854-1716-4FB7-9ED6-F03B377F933D}" dt="2019-02-26T04:02:59.390" v="4207"/>
          <ac:spMkLst>
            <pc:docMk/>
            <pc:sldMk cId="1914316038" sldId="552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4:47:29.333" v="6040"/>
          <ac:spMkLst>
            <pc:docMk/>
            <pc:sldMk cId="1914316038" sldId="552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4:03:48.405" v="4249" actId="20577"/>
          <ac:spMkLst>
            <pc:docMk/>
            <pc:sldMk cId="1914316038" sldId="552"/>
            <ac:spMk id="4" creationId="{C79D062B-1463-45B2-A25C-0E3B98914C04}"/>
          </ac:spMkLst>
        </pc:spChg>
        <pc:spChg chg="mod">
          <ac:chgData name="Choi Jeomki" userId="f1912f8b0928b9f1" providerId="LiveId" clId="{0A4B7854-1716-4FB7-9ED6-F03B377F933D}" dt="2019-02-26T04:04:45.801" v="4265" actId="20577"/>
          <ac:spMkLst>
            <pc:docMk/>
            <pc:sldMk cId="1914316038" sldId="552"/>
            <ac:spMk id="6" creationId="{4B0E197F-AC05-4D82-A856-55C3DCFD754E}"/>
          </ac:spMkLst>
        </pc:spChg>
        <pc:picChg chg="add mod">
          <ac:chgData name="Choi Jeomki" userId="f1912f8b0928b9f1" providerId="LiveId" clId="{0A4B7854-1716-4FB7-9ED6-F03B377F933D}" dt="2019-02-26T04:05:16.332" v="4271" actId="555"/>
          <ac:picMkLst>
            <pc:docMk/>
            <pc:sldMk cId="1914316038" sldId="552"/>
            <ac:picMk id="5" creationId="{9B4BFD52-B85D-4E05-AF83-27064E0E0CBA}"/>
          </ac:picMkLst>
        </pc:picChg>
        <pc:picChg chg="del">
          <ac:chgData name="Choi Jeomki" userId="f1912f8b0928b9f1" providerId="LiveId" clId="{0A4B7854-1716-4FB7-9ED6-F03B377F933D}" dt="2019-02-26T04:04:08.822" v="4250" actId="478"/>
          <ac:picMkLst>
            <pc:docMk/>
            <pc:sldMk cId="1914316038" sldId="552"/>
            <ac:picMk id="7" creationId="{8D73DCD1-7642-4CF6-869E-46CCB624B516}"/>
          </ac:picMkLst>
        </pc:picChg>
        <pc:picChg chg="del mod">
          <ac:chgData name="Choi Jeomki" userId="f1912f8b0928b9f1" providerId="LiveId" clId="{0A4B7854-1716-4FB7-9ED6-F03B377F933D}" dt="2019-02-26T04:05:09.909" v="4266" actId="478"/>
          <ac:picMkLst>
            <pc:docMk/>
            <pc:sldMk cId="1914316038" sldId="552"/>
            <ac:picMk id="8" creationId="{A4726E5A-E5AA-482B-8507-7F55B0EAC327}"/>
          </ac:picMkLst>
        </pc:picChg>
        <pc:picChg chg="add mod">
          <ac:chgData name="Choi Jeomki" userId="f1912f8b0928b9f1" providerId="LiveId" clId="{0A4B7854-1716-4FB7-9ED6-F03B377F933D}" dt="2019-02-26T04:05:18.313" v="4274" actId="1038"/>
          <ac:picMkLst>
            <pc:docMk/>
            <pc:sldMk cId="1914316038" sldId="552"/>
            <ac:picMk id="9" creationId="{364F9E82-CEDD-41DD-A971-581A6FE9E159}"/>
          </ac:picMkLst>
        </pc:picChg>
      </pc:sldChg>
      <pc:sldChg chg="addSp delSp modSp add">
        <pc:chgData name="Choi Jeomki" userId="f1912f8b0928b9f1" providerId="LiveId" clId="{0A4B7854-1716-4FB7-9ED6-F03B377F933D}" dt="2019-02-26T06:57:24.421" v="7665"/>
        <pc:sldMkLst>
          <pc:docMk/>
          <pc:sldMk cId="330608383" sldId="553"/>
        </pc:sldMkLst>
        <pc:spChg chg="mod">
          <ac:chgData name="Choi Jeomki" userId="f1912f8b0928b9f1" providerId="LiveId" clId="{0A4B7854-1716-4FB7-9ED6-F03B377F933D}" dt="2019-02-26T06:30:20.215" v="7155"/>
          <ac:spMkLst>
            <pc:docMk/>
            <pc:sldMk cId="330608383" sldId="553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4:27:58.251" v="5648" actId="20577"/>
          <ac:spMkLst>
            <pc:docMk/>
            <pc:sldMk cId="330608383" sldId="553"/>
            <ac:spMk id="3" creationId="{00000000-0000-0000-0000-000000000000}"/>
          </ac:spMkLst>
        </pc:spChg>
        <pc:spChg chg="add del">
          <ac:chgData name="Choi Jeomki" userId="f1912f8b0928b9f1" providerId="LiveId" clId="{0A4B7854-1716-4FB7-9ED6-F03B377F933D}" dt="2019-02-26T04:15:51.924" v="4791"/>
          <ac:spMkLst>
            <pc:docMk/>
            <pc:sldMk cId="330608383" sldId="553"/>
            <ac:spMk id="38" creationId="{6F3C8871-2F5B-4D4D-949E-A0B59A2CA29C}"/>
          </ac:spMkLst>
        </pc:spChg>
        <pc:spChg chg="add mod">
          <ac:chgData name="Choi Jeomki" userId="f1912f8b0928b9f1" providerId="LiveId" clId="{0A4B7854-1716-4FB7-9ED6-F03B377F933D}" dt="2019-02-26T04:26:27.331" v="5344" actId="1076"/>
          <ac:spMkLst>
            <pc:docMk/>
            <pc:sldMk cId="330608383" sldId="553"/>
            <ac:spMk id="45" creationId="{D7452345-49BA-4C82-AC09-594E1FC4CC03}"/>
          </ac:spMkLst>
        </pc:spChg>
        <pc:spChg chg="add del mod">
          <ac:chgData name="Choi Jeomki" userId="f1912f8b0928b9f1" providerId="LiveId" clId="{0A4B7854-1716-4FB7-9ED6-F03B377F933D}" dt="2019-02-26T06:57:24.421" v="7665"/>
          <ac:spMkLst>
            <pc:docMk/>
            <pc:sldMk cId="330608383" sldId="553"/>
            <ac:spMk id="61" creationId="{933C44B0-3DBF-4A38-BDE8-AA8C7D31C116}"/>
          </ac:spMkLst>
        </pc:spChg>
        <pc:grpChg chg="add del mod">
          <ac:chgData name="Choi Jeomki" userId="f1912f8b0928b9f1" providerId="LiveId" clId="{0A4B7854-1716-4FB7-9ED6-F03B377F933D}" dt="2019-02-26T04:15:51.924" v="4791"/>
          <ac:grpSpMkLst>
            <pc:docMk/>
            <pc:sldMk cId="330608383" sldId="553"/>
            <ac:grpSpMk id="41" creationId="{9E188DBB-AC50-48DB-BBC5-A093DFC7A8E4}"/>
          </ac:grpSpMkLst>
        </pc:grpChg>
        <pc:grpChg chg="add del mod">
          <ac:chgData name="Choi Jeomki" userId="f1912f8b0928b9f1" providerId="LiveId" clId="{0A4B7854-1716-4FB7-9ED6-F03B377F933D}" dt="2019-02-26T04:21:15.827" v="4811" actId="1076"/>
          <ac:grpSpMkLst>
            <pc:docMk/>
            <pc:sldMk cId="330608383" sldId="553"/>
            <ac:grpSpMk id="63" creationId="{77D20BA4-5375-4DE5-B932-4235901C5979}"/>
          </ac:grpSpMkLst>
        </pc:grpChg>
        <pc:cxnChg chg="add del">
          <ac:chgData name="Choi Jeomki" userId="f1912f8b0928b9f1" providerId="LiveId" clId="{0A4B7854-1716-4FB7-9ED6-F03B377F933D}" dt="2019-02-26T04:15:51.924" v="4791"/>
          <ac:cxnSpMkLst>
            <pc:docMk/>
            <pc:sldMk cId="330608383" sldId="553"/>
            <ac:cxnSpMk id="44" creationId="{CCD36228-7669-484F-AAA3-6C1275DE405B}"/>
          </ac:cxnSpMkLst>
        </pc:cxnChg>
        <pc:cxnChg chg="mod">
          <ac:chgData name="Choi Jeomki" userId="f1912f8b0928b9f1" providerId="LiveId" clId="{0A4B7854-1716-4FB7-9ED6-F03B377F933D}" dt="2019-02-26T04:21:13.155" v="4810" actId="1076"/>
          <ac:cxnSpMkLst>
            <pc:docMk/>
            <pc:sldMk cId="330608383" sldId="553"/>
            <ac:cxnSpMk id="73" creationId="{BF2EEFC4-3F1A-48DF-B89B-7D45658F429A}"/>
          </ac:cxnSpMkLst>
        </pc:cxnChg>
      </pc:sldChg>
      <pc:sldChg chg="addSp delSp modSp add">
        <pc:chgData name="Choi Jeomki" userId="f1912f8b0928b9f1" providerId="LiveId" clId="{0A4B7854-1716-4FB7-9ED6-F03B377F933D}" dt="2019-03-08T00:40:11.414" v="8702" actId="14100"/>
        <pc:sldMkLst>
          <pc:docMk/>
          <pc:sldMk cId="2300900521" sldId="555"/>
        </pc:sldMkLst>
        <pc:spChg chg="mod">
          <ac:chgData name="Choi Jeomki" userId="f1912f8b0928b9f1" providerId="LiveId" clId="{0A4B7854-1716-4FB7-9ED6-F03B377F933D}" dt="2019-03-08T00:40:05.683" v="8700" actId="164"/>
          <ac:spMkLst>
            <pc:docMk/>
            <pc:sldMk cId="2300900521" sldId="555"/>
            <ac:spMk id="16" creationId="{F7CAA2AE-49A9-4740-A598-E21C3E0FAA66}"/>
          </ac:spMkLst>
        </pc:spChg>
        <pc:spChg chg="mod">
          <ac:chgData name="Choi Jeomki" userId="f1912f8b0928b9f1" providerId="LiveId" clId="{0A4B7854-1716-4FB7-9ED6-F03B377F933D}" dt="2019-03-08T00:40:05.683" v="8700" actId="164"/>
          <ac:spMkLst>
            <pc:docMk/>
            <pc:sldMk cId="2300900521" sldId="555"/>
            <ac:spMk id="18" creationId="{3A141EB7-2FD6-47C3-8217-26FEAABEF47F}"/>
          </ac:spMkLst>
        </pc:spChg>
        <pc:spChg chg="add mod">
          <ac:chgData name="Choi Jeomki" userId="f1912f8b0928b9f1" providerId="LiveId" clId="{0A4B7854-1716-4FB7-9ED6-F03B377F933D}" dt="2019-02-26T06:57:24.421" v="7665"/>
          <ac:spMkLst>
            <pc:docMk/>
            <pc:sldMk cId="2300900521" sldId="555"/>
            <ac:spMk id="19" creationId="{4CD11682-087F-443A-BA4E-2CC85296508C}"/>
          </ac:spMkLst>
        </pc:spChg>
        <pc:spChg chg="del">
          <ac:chgData name="Choi Jeomki" userId="f1912f8b0928b9f1" providerId="LiveId" clId="{0A4B7854-1716-4FB7-9ED6-F03B377F933D}" dt="2019-02-26T04:28:30.674" v="5650" actId="478"/>
          <ac:spMkLst>
            <pc:docMk/>
            <pc:sldMk cId="2300900521" sldId="555"/>
            <ac:spMk id="23" creationId="{3554CEB6-D70A-47AD-A1DC-379CFE524DFA}"/>
          </ac:spMkLst>
        </pc:spChg>
        <pc:spChg chg="mod">
          <ac:chgData name="Choi Jeomki" userId="f1912f8b0928b9f1" providerId="LiveId" clId="{0A4B7854-1716-4FB7-9ED6-F03B377F933D}" dt="2019-03-08T00:40:05.683" v="8700" actId="164"/>
          <ac:spMkLst>
            <pc:docMk/>
            <pc:sldMk cId="2300900521" sldId="555"/>
            <ac:spMk id="27" creationId="{C171EF09-5EDB-4255-8BE0-18DE02180CF2}"/>
          </ac:spMkLst>
        </pc:spChg>
        <pc:spChg chg="mod">
          <ac:chgData name="Choi Jeomki" userId="f1912f8b0928b9f1" providerId="LiveId" clId="{0A4B7854-1716-4FB7-9ED6-F03B377F933D}" dt="2019-03-08T00:40:05.683" v="8700" actId="164"/>
          <ac:spMkLst>
            <pc:docMk/>
            <pc:sldMk cId="2300900521" sldId="555"/>
            <ac:spMk id="29" creationId="{5EE31C9E-CF9D-4533-ABE0-23C8755D5BB9}"/>
          </ac:spMkLst>
        </pc:spChg>
        <pc:grpChg chg="add mod">
          <ac:chgData name="Choi Jeomki" userId="f1912f8b0928b9f1" providerId="LiveId" clId="{0A4B7854-1716-4FB7-9ED6-F03B377F933D}" dt="2019-03-08T00:40:11.414" v="8702" actId="14100"/>
          <ac:grpSpMkLst>
            <pc:docMk/>
            <pc:sldMk cId="2300900521" sldId="555"/>
            <ac:grpSpMk id="5" creationId="{45E9859C-26D3-4670-820C-7CE96FA13EE9}"/>
          </ac:grpSpMkLst>
        </pc:grpChg>
        <pc:grpChg chg="mod">
          <ac:chgData name="Choi Jeomki" userId="f1912f8b0928b9f1" providerId="LiveId" clId="{0A4B7854-1716-4FB7-9ED6-F03B377F933D}" dt="2019-02-26T04:28:45.236" v="5657" actId="1038"/>
          <ac:grpSpMkLst>
            <pc:docMk/>
            <pc:sldMk cId="2300900521" sldId="555"/>
            <ac:grpSpMk id="24" creationId="{AA07D67D-C309-469C-83BF-45246902BB78}"/>
          </ac:grpSpMkLst>
        </pc:grpChg>
        <pc:picChg chg="mod">
          <ac:chgData name="Choi Jeomki" userId="f1912f8b0928b9f1" providerId="LiveId" clId="{0A4B7854-1716-4FB7-9ED6-F03B377F933D}" dt="2019-03-08T00:40:05.683" v="8700" actId="164"/>
          <ac:picMkLst>
            <pc:docMk/>
            <pc:sldMk cId="2300900521" sldId="555"/>
            <ac:picMk id="6" creationId="{D2801B31-E713-4753-A13A-B1D5F7E9EDFB}"/>
          </ac:picMkLst>
        </pc:picChg>
        <pc:picChg chg="mod">
          <ac:chgData name="Choi Jeomki" userId="f1912f8b0928b9f1" providerId="LiveId" clId="{0A4B7854-1716-4FB7-9ED6-F03B377F933D}" dt="2019-03-08T00:40:05.683" v="8700" actId="164"/>
          <ac:picMkLst>
            <pc:docMk/>
            <pc:sldMk cId="2300900521" sldId="555"/>
            <ac:picMk id="7" creationId="{FF6EEBDC-CA42-4F79-B0CF-AB66BE6607AF}"/>
          </ac:picMkLst>
        </pc:picChg>
        <pc:picChg chg="mod">
          <ac:chgData name="Choi Jeomki" userId="f1912f8b0928b9f1" providerId="LiveId" clId="{0A4B7854-1716-4FB7-9ED6-F03B377F933D}" dt="2019-03-08T00:40:05.683" v="8700" actId="164"/>
          <ac:picMkLst>
            <pc:docMk/>
            <pc:sldMk cId="2300900521" sldId="555"/>
            <ac:picMk id="8" creationId="{79D7ED08-7324-4F97-AEF7-D0FDFB9DDCFD}"/>
          </ac:picMkLst>
        </pc:picChg>
        <pc:picChg chg="mod">
          <ac:chgData name="Choi Jeomki" userId="f1912f8b0928b9f1" providerId="LiveId" clId="{0A4B7854-1716-4FB7-9ED6-F03B377F933D}" dt="2019-03-08T00:40:05.683" v="8700" actId="164"/>
          <ac:picMkLst>
            <pc:docMk/>
            <pc:sldMk cId="2300900521" sldId="555"/>
            <ac:picMk id="9" creationId="{011DB78C-1227-448F-914C-15525490341C}"/>
          </ac:picMkLst>
        </pc:picChg>
        <pc:picChg chg="mod">
          <ac:chgData name="Choi Jeomki" userId="f1912f8b0928b9f1" providerId="LiveId" clId="{0A4B7854-1716-4FB7-9ED6-F03B377F933D}" dt="2019-03-08T00:40:05.683" v="8700" actId="164"/>
          <ac:picMkLst>
            <pc:docMk/>
            <pc:sldMk cId="2300900521" sldId="555"/>
            <ac:picMk id="10" creationId="{8B5B03E5-A24A-43C8-A08D-5F99654B449B}"/>
          </ac:picMkLst>
        </pc:picChg>
      </pc:sldChg>
      <pc:sldChg chg="delSp modSp add del">
        <pc:chgData name="Choi Jeomki" userId="f1912f8b0928b9f1" providerId="LiveId" clId="{0A4B7854-1716-4FB7-9ED6-F03B377F933D}" dt="2019-03-08T00:41:37.496" v="8705" actId="2696"/>
        <pc:sldMkLst>
          <pc:docMk/>
          <pc:sldMk cId="3339540075" sldId="556"/>
        </pc:sldMkLst>
        <pc:spChg chg="mod">
          <ac:chgData name="Choi Jeomki" userId="f1912f8b0928b9f1" providerId="LiveId" clId="{0A4B7854-1716-4FB7-9ED6-F03B377F933D}" dt="2019-02-26T04:31:03.752" v="5906"/>
          <ac:spMkLst>
            <pc:docMk/>
            <pc:sldMk cId="3339540075" sldId="556"/>
            <ac:spMk id="3" creationId="{00000000-0000-0000-0000-000000000000}"/>
          </ac:spMkLst>
        </pc:spChg>
        <pc:picChg chg="del">
          <ac:chgData name="Choi Jeomki" userId="f1912f8b0928b9f1" providerId="LiveId" clId="{0A4B7854-1716-4FB7-9ED6-F03B377F933D}" dt="2019-02-26T12:06:04.643" v="8694" actId="478"/>
          <ac:picMkLst>
            <pc:docMk/>
            <pc:sldMk cId="3339540075" sldId="556"/>
            <ac:picMk id="6" creationId="{FAC73E78-570E-42F6-B3CB-0A83FDF579D0}"/>
          </ac:picMkLst>
        </pc:picChg>
      </pc:sldChg>
      <pc:sldChg chg="modSp add">
        <pc:chgData name="Choi Jeomki" userId="f1912f8b0928b9f1" providerId="LiveId" clId="{0A4B7854-1716-4FB7-9ED6-F03B377F933D}" dt="2019-03-08T06:10:42.335" v="8736"/>
        <pc:sldMkLst>
          <pc:docMk/>
          <pc:sldMk cId="2884156929" sldId="557"/>
        </pc:sldMkLst>
        <pc:spChg chg="mod">
          <ac:chgData name="Choi Jeomki" userId="f1912f8b0928b9f1" providerId="LiveId" clId="{0A4B7854-1716-4FB7-9ED6-F03B377F933D}" dt="2019-03-08T06:10:42.335" v="8736"/>
          <ac:spMkLst>
            <pc:docMk/>
            <pc:sldMk cId="2884156929" sldId="557"/>
            <ac:spMk id="14" creationId="{5E8BE140-C402-42E6-B11B-9AEF28850395}"/>
          </ac:spMkLst>
        </pc:spChg>
      </pc:sldChg>
      <pc:sldChg chg="addSp delSp modSp add">
        <pc:chgData name="Choi Jeomki" userId="f1912f8b0928b9f1" providerId="LiveId" clId="{0A4B7854-1716-4FB7-9ED6-F03B377F933D}" dt="2019-02-26T04:32:56.746" v="5948" actId="20577"/>
        <pc:sldMkLst>
          <pc:docMk/>
          <pc:sldMk cId="3112349198" sldId="558"/>
        </pc:sldMkLst>
        <pc:spChg chg="mod">
          <ac:chgData name="Choi Jeomki" userId="f1912f8b0928b9f1" providerId="LiveId" clId="{0A4B7854-1716-4FB7-9ED6-F03B377F933D}" dt="2019-02-26T04:31:50.726" v="5926" actId="20577"/>
          <ac:spMkLst>
            <pc:docMk/>
            <pc:sldMk cId="3112349198" sldId="558"/>
            <ac:spMk id="3" creationId="{00000000-0000-0000-0000-000000000000}"/>
          </ac:spMkLst>
        </pc:spChg>
        <pc:spChg chg="del">
          <ac:chgData name="Choi Jeomki" userId="f1912f8b0928b9f1" providerId="LiveId" clId="{0A4B7854-1716-4FB7-9ED6-F03B377F933D}" dt="2019-02-26T04:32:35.716" v="5927" actId="478"/>
          <ac:spMkLst>
            <pc:docMk/>
            <pc:sldMk cId="3112349198" sldId="558"/>
            <ac:spMk id="4" creationId="{C79D062B-1463-45B2-A25C-0E3B98914C04}"/>
          </ac:spMkLst>
        </pc:spChg>
        <pc:spChg chg="add mod ord">
          <ac:chgData name="Choi Jeomki" userId="f1912f8b0928b9f1" providerId="LiveId" clId="{0A4B7854-1716-4FB7-9ED6-F03B377F933D}" dt="2019-02-26T04:32:56.746" v="5948" actId="20577"/>
          <ac:spMkLst>
            <pc:docMk/>
            <pc:sldMk cId="3112349198" sldId="558"/>
            <ac:spMk id="16" creationId="{13C4A52A-0644-4B5F-8756-48006C5BFC83}"/>
          </ac:spMkLst>
        </pc:spChg>
        <pc:picChg chg="mod">
          <ac:chgData name="Choi Jeomki" userId="f1912f8b0928b9f1" providerId="LiveId" clId="{0A4B7854-1716-4FB7-9ED6-F03B377F933D}" dt="2019-02-26T04:32:45.105" v="5939" actId="1035"/>
          <ac:picMkLst>
            <pc:docMk/>
            <pc:sldMk cId="3112349198" sldId="558"/>
            <ac:picMk id="5" creationId="{78C7FCF0-FBEE-4C07-AC90-E59A42F6BF85}"/>
          </ac:picMkLst>
        </pc:picChg>
        <pc:picChg chg="mod">
          <ac:chgData name="Choi Jeomki" userId="f1912f8b0928b9f1" providerId="LiveId" clId="{0A4B7854-1716-4FB7-9ED6-F03B377F933D}" dt="2019-02-26T04:32:53.484" v="5947" actId="1035"/>
          <ac:picMkLst>
            <pc:docMk/>
            <pc:sldMk cId="3112349198" sldId="558"/>
            <ac:picMk id="11" creationId="{3AE9B144-19B5-4B94-8C2D-49C6ED3C2F27}"/>
          </ac:picMkLst>
        </pc:picChg>
      </pc:sldChg>
      <pc:sldChg chg="modSp add">
        <pc:chgData name="Choi Jeomki" userId="f1912f8b0928b9f1" providerId="LiveId" clId="{0A4B7854-1716-4FB7-9ED6-F03B377F933D}" dt="2019-02-26T04:34:11.610" v="5969" actId="20577"/>
        <pc:sldMkLst>
          <pc:docMk/>
          <pc:sldMk cId="3972280579" sldId="559"/>
        </pc:sldMkLst>
        <pc:spChg chg="mod">
          <ac:chgData name="Choi Jeomki" userId="f1912f8b0928b9f1" providerId="LiveId" clId="{0A4B7854-1716-4FB7-9ED6-F03B377F933D}" dt="2019-02-26T04:34:11.610" v="5969" actId="20577"/>
          <ac:spMkLst>
            <pc:docMk/>
            <pc:sldMk cId="3972280579" sldId="559"/>
            <ac:spMk id="3" creationId="{00000000-0000-0000-0000-000000000000}"/>
          </ac:spMkLst>
        </pc:spChg>
      </pc:sldChg>
      <pc:sldChg chg="modSp add">
        <pc:chgData name="Choi Jeomki" userId="f1912f8b0928b9f1" providerId="LiveId" clId="{0A4B7854-1716-4FB7-9ED6-F03B377F933D}" dt="2019-02-26T04:34:37.774" v="5994" actId="20577"/>
        <pc:sldMkLst>
          <pc:docMk/>
          <pc:sldMk cId="194167984" sldId="560"/>
        </pc:sldMkLst>
        <pc:spChg chg="mod">
          <ac:chgData name="Choi Jeomki" userId="f1912f8b0928b9f1" providerId="LiveId" clId="{0A4B7854-1716-4FB7-9ED6-F03B377F933D}" dt="2019-02-26T04:34:37.774" v="5994" actId="20577"/>
          <ac:spMkLst>
            <pc:docMk/>
            <pc:sldMk cId="194167984" sldId="560"/>
            <ac:spMk id="3" creationId="{00000000-0000-0000-0000-000000000000}"/>
          </ac:spMkLst>
        </pc:spChg>
      </pc:sldChg>
      <pc:sldChg chg="modSp add">
        <pc:chgData name="Choi Jeomki" userId="f1912f8b0928b9f1" providerId="LiveId" clId="{0A4B7854-1716-4FB7-9ED6-F03B377F933D}" dt="2019-02-26T04:34:52.961" v="6032" actId="20577"/>
        <pc:sldMkLst>
          <pc:docMk/>
          <pc:sldMk cId="3514610451" sldId="561"/>
        </pc:sldMkLst>
        <pc:spChg chg="mod">
          <ac:chgData name="Choi Jeomki" userId="f1912f8b0928b9f1" providerId="LiveId" clId="{0A4B7854-1716-4FB7-9ED6-F03B377F933D}" dt="2019-02-26T04:34:52.961" v="6032" actId="20577"/>
          <ac:spMkLst>
            <pc:docMk/>
            <pc:sldMk cId="3514610451" sldId="561"/>
            <ac:spMk id="6" creationId="{333BD9E4-9DEA-46A8-90DF-345EED8493B6}"/>
          </ac:spMkLst>
        </pc:spChg>
      </pc:sldChg>
      <pc:sldChg chg="addSp delSp modSp add">
        <pc:chgData name="Choi Jeomki" userId="f1912f8b0928b9f1" providerId="LiveId" clId="{0A4B7854-1716-4FB7-9ED6-F03B377F933D}" dt="2019-03-08T06:03:07.780" v="8722" actId="14100"/>
        <pc:sldMkLst>
          <pc:docMk/>
          <pc:sldMk cId="3212904676" sldId="562"/>
        </pc:sldMkLst>
        <pc:spChg chg="mod">
          <ac:chgData name="Choi Jeomki" userId="f1912f8b0928b9f1" providerId="LiveId" clId="{0A4B7854-1716-4FB7-9ED6-F03B377F933D}" dt="2019-02-26T05:41:20.146" v="6358" actId="20577"/>
          <ac:spMkLst>
            <pc:docMk/>
            <pc:sldMk cId="3212904676" sldId="562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3-08T06:03:07.780" v="8722" actId="14100"/>
          <ac:spMkLst>
            <pc:docMk/>
            <pc:sldMk cId="3212904676" sldId="562"/>
            <ac:spMk id="4" creationId="{C79D062B-1463-45B2-A25C-0E3B98914C04}"/>
          </ac:spMkLst>
        </pc:spChg>
        <pc:picChg chg="add del mod">
          <ac:chgData name="Choi Jeomki" userId="f1912f8b0928b9f1" providerId="LiveId" clId="{0A4B7854-1716-4FB7-9ED6-F03B377F933D}" dt="2019-03-08T06:03:04.943" v="8721" actId="478"/>
          <ac:picMkLst>
            <pc:docMk/>
            <pc:sldMk cId="3212904676" sldId="562"/>
            <ac:picMk id="5" creationId="{DDC61FD7-66D4-46E4-AAB1-53235139A468}"/>
          </ac:picMkLst>
        </pc:picChg>
        <pc:picChg chg="del mod">
          <ac:chgData name="Choi Jeomki" userId="f1912f8b0928b9f1" providerId="LiveId" clId="{0A4B7854-1716-4FB7-9ED6-F03B377F933D}" dt="2019-02-26T05:49:28.175" v="6399" actId="478"/>
          <ac:picMkLst>
            <pc:docMk/>
            <pc:sldMk cId="3212904676" sldId="562"/>
            <ac:picMk id="5" creationId="{ECC7612B-F9EE-49CC-887E-9CA6BC444136}"/>
          </ac:picMkLst>
        </pc:picChg>
        <pc:picChg chg="add mod">
          <ac:chgData name="Choi Jeomki" userId="f1912f8b0928b9f1" providerId="LiveId" clId="{0A4B7854-1716-4FB7-9ED6-F03B377F933D}" dt="2019-02-26T05:49:39.736" v="6411" actId="208"/>
          <ac:picMkLst>
            <pc:docMk/>
            <pc:sldMk cId="3212904676" sldId="562"/>
            <ac:picMk id="6" creationId="{CDF3EF0D-E9A4-48B2-936B-CE675175F89F}"/>
          </ac:picMkLst>
        </pc:picChg>
      </pc:sldChg>
      <pc:sldChg chg="addSp delSp modSp add">
        <pc:chgData name="Choi Jeomki" userId="f1912f8b0928b9f1" providerId="LiveId" clId="{0A4B7854-1716-4FB7-9ED6-F03B377F933D}" dt="2019-02-26T05:55:19.792" v="6581" actId="14100"/>
        <pc:sldMkLst>
          <pc:docMk/>
          <pc:sldMk cId="3294587485" sldId="564"/>
        </pc:sldMkLst>
        <pc:spChg chg="mod">
          <ac:chgData name="Choi Jeomki" userId="f1912f8b0928b9f1" providerId="LiveId" clId="{0A4B7854-1716-4FB7-9ED6-F03B377F933D}" dt="2019-02-26T05:41:38.307" v="6363" actId="20577"/>
          <ac:spMkLst>
            <pc:docMk/>
            <pc:sldMk cId="3294587485" sldId="564"/>
            <ac:spMk id="2" creationId="{00000000-0000-0000-0000-000000000000}"/>
          </ac:spMkLst>
        </pc:spChg>
        <pc:spChg chg="add del mod">
          <ac:chgData name="Choi Jeomki" userId="f1912f8b0928b9f1" providerId="LiveId" clId="{0A4B7854-1716-4FB7-9ED6-F03B377F933D}" dt="2019-02-26T05:51:06.460" v="6463" actId="478"/>
          <ac:spMkLst>
            <pc:docMk/>
            <pc:sldMk cId="3294587485" sldId="564"/>
            <ac:spMk id="4" creationId="{C79D062B-1463-45B2-A25C-0E3B98914C04}"/>
          </ac:spMkLst>
        </pc:spChg>
        <pc:spChg chg="add mod ord">
          <ac:chgData name="Choi Jeomki" userId="f1912f8b0928b9f1" providerId="LiveId" clId="{0A4B7854-1716-4FB7-9ED6-F03B377F933D}" dt="2019-02-26T05:55:03.953" v="6560" actId="14100"/>
          <ac:spMkLst>
            <pc:docMk/>
            <pc:sldMk cId="3294587485" sldId="564"/>
            <ac:spMk id="16" creationId="{A072D4E7-7D07-49B8-AA85-44F1E63518A5}"/>
          </ac:spMkLst>
        </pc:spChg>
        <pc:grpChg chg="add del mod topLvl">
          <ac:chgData name="Choi Jeomki" userId="f1912f8b0928b9f1" providerId="LiveId" clId="{0A4B7854-1716-4FB7-9ED6-F03B377F933D}" dt="2019-02-26T05:53:05.131" v="6501" actId="478"/>
          <ac:grpSpMkLst>
            <pc:docMk/>
            <pc:sldMk cId="3294587485" sldId="564"/>
            <ac:grpSpMk id="14" creationId="{85C33916-A515-423D-8687-7512082DDD4D}"/>
          </ac:grpSpMkLst>
        </pc:grpChg>
        <pc:grpChg chg="add del mod">
          <ac:chgData name="Choi Jeomki" userId="f1912f8b0928b9f1" providerId="LiveId" clId="{0A4B7854-1716-4FB7-9ED6-F03B377F933D}" dt="2019-02-26T05:51:39.946" v="6470" actId="165"/>
          <ac:grpSpMkLst>
            <pc:docMk/>
            <pc:sldMk cId="3294587485" sldId="564"/>
            <ac:grpSpMk id="15" creationId="{C3384EE4-818C-4788-BC0A-0D66AA7F3524}"/>
          </ac:grpSpMkLst>
        </pc:grpChg>
        <pc:grpChg chg="add mod">
          <ac:chgData name="Choi Jeomki" userId="f1912f8b0928b9f1" providerId="LiveId" clId="{0A4B7854-1716-4FB7-9ED6-F03B377F933D}" dt="2019-02-26T05:55:15.821" v="6580" actId="164"/>
          <ac:grpSpMkLst>
            <pc:docMk/>
            <pc:sldMk cId="3294587485" sldId="564"/>
            <ac:grpSpMk id="19" creationId="{897774A3-1357-461A-8312-84F769CA7945}"/>
          </ac:grpSpMkLst>
        </pc:grpChg>
        <pc:grpChg chg="add mod">
          <ac:chgData name="Choi Jeomki" userId="f1912f8b0928b9f1" providerId="LiveId" clId="{0A4B7854-1716-4FB7-9ED6-F03B377F933D}" dt="2019-02-26T05:55:19.792" v="6581" actId="14100"/>
          <ac:grpSpMkLst>
            <pc:docMk/>
            <pc:sldMk cId="3294587485" sldId="564"/>
            <ac:grpSpMk id="20" creationId="{9F5EA6B7-5DED-4794-8377-20AC1D21B22E}"/>
          </ac:grpSpMkLst>
        </pc:grpChg>
        <pc:picChg chg="del">
          <ac:chgData name="Choi Jeomki" userId="f1912f8b0928b9f1" providerId="LiveId" clId="{0A4B7854-1716-4FB7-9ED6-F03B377F933D}" dt="2019-02-26T05:42:03.720" v="6370" actId="478"/>
          <ac:picMkLst>
            <pc:docMk/>
            <pc:sldMk cId="3294587485" sldId="564"/>
            <ac:picMk id="5" creationId="{ECC7612B-F9EE-49CC-887E-9CA6BC444136}"/>
          </ac:picMkLst>
        </pc:picChg>
        <pc:picChg chg="add del mod">
          <ac:chgData name="Choi Jeomki" userId="f1912f8b0928b9f1" providerId="LiveId" clId="{0A4B7854-1716-4FB7-9ED6-F03B377F933D}" dt="2019-02-26T05:44:51.124" v="6380" actId="478"/>
          <ac:picMkLst>
            <pc:docMk/>
            <pc:sldMk cId="3294587485" sldId="564"/>
            <ac:picMk id="6" creationId="{C04E402A-EAB6-4BA1-9E12-2936D11A0C4A}"/>
          </ac:picMkLst>
        </pc:picChg>
        <pc:picChg chg="add del mod">
          <ac:chgData name="Choi Jeomki" userId="f1912f8b0928b9f1" providerId="LiveId" clId="{0A4B7854-1716-4FB7-9ED6-F03B377F933D}" dt="2019-02-26T05:44:51.124" v="6380" actId="478"/>
          <ac:picMkLst>
            <pc:docMk/>
            <pc:sldMk cId="3294587485" sldId="564"/>
            <ac:picMk id="7" creationId="{0BF45460-3259-4313-86D7-17F2F7CCABFB}"/>
          </ac:picMkLst>
        </pc:picChg>
        <pc:picChg chg="add mod topLvl modCrop">
          <ac:chgData name="Choi Jeomki" userId="f1912f8b0928b9f1" providerId="LiveId" clId="{0A4B7854-1716-4FB7-9ED6-F03B377F933D}" dt="2019-02-26T05:55:15.821" v="6580" actId="164"/>
          <ac:picMkLst>
            <pc:docMk/>
            <pc:sldMk cId="3294587485" sldId="564"/>
            <ac:picMk id="8" creationId="{EE94DFF1-E3B4-4549-86E9-BB169B37B7AE}"/>
          </ac:picMkLst>
        </pc:picChg>
        <pc:picChg chg="add mod topLvl modCrop">
          <ac:chgData name="Choi Jeomki" userId="f1912f8b0928b9f1" providerId="LiveId" clId="{0A4B7854-1716-4FB7-9ED6-F03B377F933D}" dt="2019-02-26T05:55:15.821" v="6580" actId="164"/>
          <ac:picMkLst>
            <pc:docMk/>
            <pc:sldMk cId="3294587485" sldId="564"/>
            <ac:picMk id="9" creationId="{B2F53517-9307-43D5-8B69-3239F22F3E2D}"/>
          </ac:picMkLst>
        </pc:picChg>
        <pc:picChg chg="add mod topLvl modCrop">
          <ac:chgData name="Choi Jeomki" userId="f1912f8b0928b9f1" providerId="LiveId" clId="{0A4B7854-1716-4FB7-9ED6-F03B377F933D}" dt="2019-02-26T05:55:15.821" v="6580" actId="164"/>
          <ac:picMkLst>
            <pc:docMk/>
            <pc:sldMk cId="3294587485" sldId="564"/>
            <ac:picMk id="10" creationId="{0093B0D6-D794-4CD2-BE59-9F4509816FBA}"/>
          </ac:picMkLst>
        </pc:picChg>
        <pc:picChg chg="add mod topLvl modCrop">
          <ac:chgData name="Choi Jeomki" userId="f1912f8b0928b9f1" providerId="LiveId" clId="{0A4B7854-1716-4FB7-9ED6-F03B377F933D}" dt="2019-02-26T05:55:15.821" v="6580" actId="164"/>
          <ac:picMkLst>
            <pc:docMk/>
            <pc:sldMk cId="3294587485" sldId="564"/>
            <ac:picMk id="11" creationId="{BD130BB8-3D9A-4904-8689-DCD156F24CFC}"/>
          </ac:picMkLst>
        </pc:picChg>
        <pc:picChg chg="add del mod topLvl modCrop">
          <ac:chgData name="Choi Jeomki" userId="f1912f8b0928b9f1" providerId="LiveId" clId="{0A4B7854-1716-4FB7-9ED6-F03B377F933D}" dt="2019-02-26T05:53:06.517" v="6502" actId="478"/>
          <ac:picMkLst>
            <pc:docMk/>
            <pc:sldMk cId="3294587485" sldId="564"/>
            <ac:picMk id="12" creationId="{8F5B5A1D-A3CB-431B-875B-300710688B2A}"/>
          </ac:picMkLst>
        </pc:picChg>
        <pc:picChg chg="add del mod topLvl modCrop">
          <ac:chgData name="Choi Jeomki" userId="f1912f8b0928b9f1" providerId="LiveId" clId="{0A4B7854-1716-4FB7-9ED6-F03B377F933D}" dt="2019-02-26T05:53:05.131" v="6501" actId="478"/>
          <ac:picMkLst>
            <pc:docMk/>
            <pc:sldMk cId="3294587485" sldId="564"/>
            <ac:picMk id="13" creationId="{0205FB6A-6ABD-47C0-B486-43EAA4EB0BE0}"/>
          </ac:picMkLst>
        </pc:picChg>
        <pc:picChg chg="add mod ord modCrop">
          <ac:chgData name="Choi Jeomki" userId="f1912f8b0928b9f1" providerId="LiveId" clId="{0A4B7854-1716-4FB7-9ED6-F03B377F933D}" dt="2019-02-26T05:54:13.968" v="6535" actId="732"/>
          <ac:picMkLst>
            <pc:docMk/>
            <pc:sldMk cId="3294587485" sldId="564"/>
            <ac:picMk id="17" creationId="{8E6BAE9C-D589-466F-BA3F-F0DEBA20E42D}"/>
          </ac:picMkLst>
        </pc:picChg>
        <pc:picChg chg="add mod modCrop">
          <ac:chgData name="Choi Jeomki" userId="f1912f8b0928b9f1" providerId="LiveId" clId="{0A4B7854-1716-4FB7-9ED6-F03B377F933D}" dt="2019-02-26T05:54:00.512" v="6532" actId="732"/>
          <ac:picMkLst>
            <pc:docMk/>
            <pc:sldMk cId="3294587485" sldId="564"/>
            <ac:picMk id="18" creationId="{68AAE178-B8F8-4D4A-8A09-FD03B8241C16}"/>
          </ac:picMkLst>
        </pc:picChg>
      </pc:sldChg>
      <pc:sldChg chg="addSp delSp modSp add">
        <pc:chgData name="Choi Jeomki" userId="f1912f8b0928b9f1" providerId="LiveId" clId="{0A4B7854-1716-4FB7-9ED6-F03B377F933D}" dt="2019-03-08T06:03:52.888" v="8724" actId="20577"/>
        <pc:sldMkLst>
          <pc:docMk/>
          <pc:sldMk cId="28402892" sldId="565"/>
        </pc:sldMkLst>
        <pc:spChg chg="mod">
          <ac:chgData name="Choi Jeomki" userId="f1912f8b0928b9f1" providerId="LiveId" clId="{0A4B7854-1716-4FB7-9ED6-F03B377F933D}" dt="2019-02-26T06:04:04.947" v="6734"/>
          <ac:spMkLst>
            <pc:docMk/>
            <pc:sldMk cId="28402892" sldId="565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5:55:59.906" v="6635"/>
          <ac:spMkLst>
            <pc:docMk/>
            <pc:sldMk cId="28402892" sldId="565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3-08T06:03:52.888" v="8724" actId="20577"/>
          <ac:spMkLst>
            <pc:docMk/>
            <pc:sldMk cId="28402892" sldId="565"/>
            <ac:spMk id="4" creationId="{C79D062B-1463-45B2-A25C-0E3B98914C04}"/>
          </ac:spMkLst>
        </pc:spChg>
        <pc:grpChg chg="add del mod">
          <ac:chgData name="Choi Jeomki" userId="f1912f8b0928b9f1" providerId="LiveId" clId="{0A4B7854-1716-4FB7-9ED6-F03B377F933D}" dt="2019-02-26T06:00:41.517" v="6705" actId="165"/>
          <ac:grpSpMkLst>
            <pc:docMk/>
            <pc:sldMk cId="28402892" sldId="565"/>
            <ac:grpSpMk id="9" creationId="{780BA90C-08A1-43A3-8FC1-913570DC6213}"/>
          </ac:grpSpMkLst>
        </pc:grpChg>
        <pc:grpChg chg="add del mod">
          <ac:chgData name="Choi Jeomki" userId="f1912f8b0928b9f1" providerId="LiveId" clId="{0A4B7854-1716-4FB7-9ED6-F03B377F933D}" dt="2019-02-26T06:09:01.432" v="6735" actId="478"/>
          <ac:grpSpMkLst>
            <pc:docMk/>
            <pc:sldMk cId="28402892" sldId="565"/>
            <ac:grpSpMk id="11" creationId="{6A434143-B219-46FF-A138-2974A6B0C2EC}"/>
          </ac:grpSpMkLst>
        </pc:grpChg>
        <pc:grpChg chg="add mod">
          <ac:chgData name="Choi Jeomki" userId="f1912f8b0928b9f1" providerId="LiveId" clId="{0A4B7854-1716-4FB7-9ED6-F03B377F933D}" dt="2019-02-26T06:12:09.639" v="6789" actId="164"/>
          <ac:grpSpMkLst>
            <pc:docMk/>
            <pc:sldMk cId="28402892" sldId="565"/>
            <ac:grpSpMk id="15" creationId="{9A7EF5BA-76BD-4EC5-85C1-6814F1AF2032}"/>
          </ac:grpSpMkLst>
        </pc:grpChg>
        <pc:grpChg chg="add mod">
          <ac:chgData name="Choi Jeomki" userId="f1912f8b0928b9f1" providerId="LiveId" clId="{0A4B7854-1716-4FB7-9ED6-F03B377F933D}" dt="2019-02-26T06:12:17.319" v="6791" actId="1076"/>
          <ac:grpSpMkLst>
            <pc:docMk/>
            <pc:sldMk cId="28402892" sldId="565"/>
            <ac:grpSpMk id="18" creationId="{502C8A8B-2684-4B31-A405-734C8E4BFB5D}"/>
          </ac:grpSpMkLst>
        </pc:grpChg>
        <pc:picChg chg="add del">
          <ac:chgData name="Choi Jeomki" userId="f1912f8b0928b9f1" providerId="LiveId" clId="{0A4B7854-1716-4FB7-9ED6-F03B377F933D}" dt="2019-02-26T05:58:13.184" v="6653" actId="478"/>
          <ac:picMkLst>
            <pc:docMk/>
            <pc:sldMk cId="28402892" sldId="565"/>
            <ac:picMk id="5" creationId="{3E05E0D2-BD0A-4D03-B2C6-A7441588C999}"/>
          </ac:picMkLst>
        </pc:picChg>
        <pc:picChg chg="del">
          <ac:chgData name="Choi Jeomki" userId="f1912f8b0928b9f1" providerId="LiveId" clId="{0A4B7854-1716-4FB7-9ED6-F03B377F933D}" dt="2019-02-26T05:56:04.044" v="6636" actId="478"/>
          <ac:picMkLst>
            <pc:docMk/>
            <pc:sldMk cId="28402892" sldId="565"/>
            <ac:picMk id="6" creationId="{CDF3EF0D-E9A4-48B2-936B-CE675175F89F}"/>
          </ac:picMkLst>
        </pc:picChg>
        <pc:picChg chg="add del mod topLvl modCrop">
          <ac:chgData name="Choi Jeomki" userId="f1912f8b0928b9f1" providerId="LiveId" clId="{0A4B7854-1716-4FB7-9ED6-F03B377F933D}" dt="2019-02-26T06:09:01.432" v="6735" actId="478"/>
          <ac:picMkLst>
            <pc:docMk/>
            <pc:sldMk cId="28402892" sldId="565"/>
            <ac:picMk id="7" creationId="{5532D84B-09E8-4365-B205-0437B0BCAF98}"/>
          </ac:picMkLst>
        </pc:picChg>
        <pc:picChg chg="add mod ord topLvl modCrop">
          <ac:chgData name="Choi Jeomki" userId="f1912f8b0928b9f1" providerId="LiveId" clId="{0A4B7854-1716-4FB7-9ED6-F03B377F933D}" dt="2019-02-26T06:01:11.313" v="6713" actId="164"/>
          <ac:picMkLst>
            <pc:docMk/>
            <pc:sldMk cId="28402892" sldId="565"/>
            <ac:picMk id="8" creationId="{E463BCED-D3E7-4DA5-9EAB-308184806FCE}"/>
          </ac:picMkLst>
        </pc:picChg>
        <pc:picChg chg="add mod ord modCrop">
          <ac:chgData name="Choi Jeomki" userId="f1912f8b0928b9f1" providerId="LiveId" clId="{0A4B7854-1716-4FB7-9ED6-F03B377F933D}" dt="2019-02-26T06:01:24.270" v="6717" actId="1037"/>
          <ac:picMkLst>
            <pc:docMk/>
            <pc:sldMk cId="28402892" sldId="565"/>
            <ac:picMk id="10" creationId="{2729EB82-DDD9-4475-801A-72FF23E384C5}"/>
          </ac:picMkLst>
        </pc:picChg>
        <pc:picChg chg="add mod modCrop">
          <ac:chgData name="Choi Jeomki" userId="f1912f8b0928b9f1" providerId="LiveId" clId="{0A4B7854-1716-4FB7-9ED6-F03B377F933D}" dt="2019-02-26T06:12:09.639" v="6789" actId="164"/>
          <ac:picMkLst>
            <pc:docMk/>
            <pc:sldMk cId="28402892" sldId="565"/>
            <ac:picMk id="12" creationId="{CD56C88F-9C24-4850-B475-742F79CCB8CE}"/>
          </ac:picMkLst>
        </pc:picChg>
        <pc:picChg chg="add mod modCrop">
          <ac:chgData name="Choi Jeomki" userId="f1912f8b0928b9f1" providerId="LiveId" clId="{0A4B7854-1716-4FB7-9ED6-F03B377F933D}" dt="2019-02-26T06:11:58.433" v="6787" actId="1037"/>
          <ac:picMkLst>
            <pc:docMk/>
            <pc:sldMk cId="28402892" sldId="565"/>
            <ac:picMk id="13" creationId="{68A7A5BA-86C4-4CDE-95EF-626CF9F23EFA}"/>
          </ac:picMkLst>
        </pc:picChg>
        <pc:picChg chg="add mod modCrop">
          <ac:chgData name="Choi Jeomki" userId="f1912f8b0928b9f1" providerId="LiveId" clId="{0A4B7854-1716-4FB7-9ED6-F03B377F933D}" dt="2019-02-26T06:11:55.943" v="6786" actId="2085"/>
          <ac:picMkLst>
            <pc:docMk/>
            <pc:sldMk cId="28402892" sldId="565"/>
            <ac:picMk id="14" creationId="{8C6E9765-5E47-4415-B604-B677EE0131C8}"/>
          </ac:picMkLst>
        </pc:picChg>
        <pc:picChg chg="add del mod">
          <ac:chgData name="Choi Jeomki" userId="f1912f8b0928b9f1" providerId="LiveId" clId="{0A4B7854-1716-4FB7-9ED6-F03B377F933D}" dt="2019-02-26T06:10:43.823" v="6772" actId="478"/>
          <ac:picMkLst>
            <pc:docMk/>
            <pc:sldMk cId="28402892" sldId="565"/>
            <ac:picMk id="16" creationId="{53A37545-0DBA-4E6B-AB47-123E405CFA1D}"/>
          </ac:picMkLst>
        </pc:picChg>
        <pc:picChg chg="add del mod modCrop">
          <ac:chgData name="Choi Jeomki" userId="f1912f8b0928b9f1" providerId="LiveId" clId="{0A4B7854-1716-4FB7-9ED6-F03B377F933D}" dt="2019-02-26T06:11:49.187" v="6784" actId="478"/>
          <ac:picMkLst>
            <pc:docMk/>
            <pc:sldMk cId="28402892" sldId="565"/>
            <ac:picMk id="17" creationId="{5E7CF6F9-260D-4D59-957B-4BF17B36CD9E}"/>
          </ac:picMkLst>
        </pc:picChg>
      </pc:sldChg>
      <pc:sldChg chg="addSp delSp modSp add">
        <pc:chgData name="Choi Jeomki" userId="f1912f8b0928b9f1" providerId="LiveId" clId="{0A4B7854-1716-4FB7-9ED6-F03B377F933D}" dt="2019-03-08T01:29:33.447" v="8710"/>
        <pc:sldMkLst>
          <pc:docMk/>
          <pc:sldMk cId="622787996" sldId="566"/>
        </pc:sldMkLst>
        <pc:spChg chg="mod">
          <ac:chgData name="Choi Jeomki" userId="f1912f8b0928b9f1" providerId="LiveId" clId="{0A4B7854-1716-4FB7-9ED6-F03B377F933D}" dt="2019-02-26T06:15:27.993" v="6805"/>
          <ac:spMkLst>
            <pc:docMk/>
            <pc:sldMk cId="622787996" sldId="566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6:15:52.837" v="6872"/>
          <ac:spMkLst>
            <pc:docMk/>
            <pc:sldMk cId="622787996" sldId="566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3-08T01:29:33.447" v="8710"/>
          <ac:spMkLst>
            <pc:docMk/>
            <pc:sldMk cId="622787996" sldId="566"/>
            <ac:spMk id="4" creationId="{C79D062B-1463-45B2-A25C-0E3B98914C04}"/>
          </ac:spMkLst>
        </pc:spChg>
        <pc:picChg chg="add mod">
          <ac:chgData name="Choi Jeomki" userId="f1912f8b0928b9f1" providerId="LiveId" clId="{0A4B7854-1716-4FB7-9ED6-F03B377F933D}" dt="2019-02-26T06:19:25.481" v="6916" actId="208"/>
          <ac:picMkLst>
            <pc:docMk/>
            <pc:sldMk cId="622787996" sldId="566"/>
            <ac:picMk id="5" creationId="{30C85A35-E9B3-4B30-9300-880E31D85649}"/>
          </ac:picMkLst>
        </pc:picChg>
        <pc:picChg chg="del">
          <ac:chgData name="Choi Jeomki" userId="f1912f8b0928b9f1" providerId="LiveId" clId="{0A4B7854-1716-4FB7-9ED6-F03B377F933D}" dt="2019-02-26T06:19:20.011" v="6913" actId="478"/>
          <ac:picMkLst>
            <pc:docMk/>
            <pc:sldMk cId="622787996" sldId="566"/>
            <ac:picMk id="6" creationId="{CDF3EF0D-E9A4-48B2-936B-CE675175F89F}"/>
          </ac:picMkLst>
        </pc:picChg>
      </pc:sldChg>
      <pc:sldChg chg="addSp delSp modSp add">
        <pc:chgData name="Choi Jeomki" userId="f1912f8b0928b9f1" providerId="LiveId" clId="{0A4B7854-1716-4FB7-9ED6-F03B377F933D}" dt="2019-02-26T06:28:55.668" v="7137" actId="1037"/>
        <pc:sldMkLst>
          <pc:docMk/>
          <pc:sldMk cId="446685377" sldId="567"/>
        </pc:sldMkLst>
        <pc:spChg chg="mod">
          <ac:chgData name="Choi Jeomki" userId="f1912f8b0928b9f1" providerId="LiveId" clId="{0A4B7854-1716-4FB7-9ED6-F03B377F933D}" dt="2019-02-26T06:15:34.337" v="6824"/>
          <ac:spMkLst>
            <pc:docMk/>
            <pc:sldMk cId="446685377" sldId="567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6:16:10.060" v="6876" actId="20577"/>
          <ac:spMkLst>
            <pc:docMk/>
            <pc:sldMk cId="446685377" sldId="567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6:16:15.733" v="6878"/>
          <ac:spMkLst>
            <pc:docMk/>
            <pc:sldMk cId="446685377" sldId="567"/>
            <ac:spMk id="16" creationId="{A072D4E7-7D07-49B8-AA85-44F1E63518A5}"/>
          </ac:spMkLst>
        </pc:spChg>
        <pc:grpChg chg="add mod topLvl">
          <ac:chgData name="Choi Jeomki" userId="f1912f8b0928b9f1" providerId="LiveId" clId="{0A4B7854-1716-4FB7-9ED6-F03B377F933D}" dt="2019-02-26T06:28:52.503" v="7129" actId="164"/>
          <ac:grpSpMkLst>
            <pc:docMk/>
            <pc:sldMk cId="446685377" sldId="567"/>
            <ac:grpSpMk id="7" creationId="{411220CE-6922-4609-9C9E-6B0A84F4D745}"/>
          </ac:grpSpMkLst>
        </pc:grpChg>
        <pc:grpChg chg="add mod topLvl">
          <ac:chgData name="Choi Jeomki" userId="f1912f8b0928b9f1" providerId="LiveId" clId="{0A4B7854-1716-4FB7-9ED6-F03B377F933D}" dt="2019-02-26T06:28:52.503" v="7129" actId="164"/>
          <ac:grpSpMkLst>
            <pc:docMk/>
            <pc:sldMk cId="446685377" sldId="567"/>
            <ac:grpSpMk id="12" creationId="{7C8A42E1-8AD5-4F2F-A84B-273D77AAAF1F}"/>
          </ac:grpSpMkLst>
        </pc:grpChg>
        <pc:grpChg chg="add mod topLvl">
          <ac:chgData name="Choi Jeomki" userId="f1912f8b0928b9f1" providerId="LiveId" clId="{0A4B7854-1716-4FB7-9ED6-F03B377F933D}" dt="2019-02-26T06:28:52.503" v="7129" actId="164"/>
          <ac:grpSpMkLst>
            <pc:docMk/>
            <pc:sldMk cId="446685377" sldId="567"/>
            <ac:grpSpMk id="13" creationId="{FCFF849E-9318-4A4C-AFF8-73F33FA7DADB}"/>
          </ac:grpSpMkLst>
        </pc:grpChg>
        <pc:grpChg chg="add del mod">
          <ac:chgData name="Choi Jeomki" userId="f1912f8b0928b9f1" providerId="LiveId" clId="{0A4B7854-1716-4FB7-9ED6-F03B377F933D}" dt="2019-02-26T06:27:17.777" v="7082" actId="165"/>
          <ac:grpSpMkLst>
            <pc:docMk/>
            <pc:sldMk cId="446685377" sldId="567"/>
            <ac:grpSpMk id="14" creationId="{9CEA25CA-5900-4053-AF27-729FDE47FD69}"/>
          </ac:grpSpMkLst>
        </pc:grpChg>
        <pc:grpChg chg="add mod">
          <ac:chgData name="Choi Jeomki" userId="f1912f8b0928b9f1" providerId="LiveId" clId="{0A4B7854-1716-4FB7-9ED6-F03B377F933D}" dt="2019-02-26T06:28:55.668" v="7137" actId="1037"/>
          <ac:grpSpMkLst>
            <pc:docMk/>
            <pc:sldMk cId="446685377" sldId="567"/>
            <ac:grpSpMk id="15" creationId="{E986185D-8B4F-442E-8AC4-B3B0213B0DC8}"/>
          </ac:grpSpMkLst>
        </pc:grpChg>
        <pc:grpChg chg="del">
          <ac:chgData name="Choi Jeomki" userId="f1912f8b0928b9f1" providerId="LiveId" clId="{0A4B7854-1716-4FB7-9ED6-F03B377F933D}" dt="2019-02-26T06:20:58.322" v="6926" actId="478"/>
          <ac:grpSpMkLst>
            <pc:docMk/>
            <pc:sldMk cId="446685377" sldId="567"/>
            <ac:grpSpMk id="20" creationId="{9F5EA6B7-5DED-4794-8377-20AC1D21B22E}"/>
          </ac:grpSpMkLst>
        </pc:grpChg>
        <pc:picChg chg="add mod topLvl modCrop">
          <ac:chgData name="Choi Jeomki" userId="f1912f8b0928b9f1" providerId="LiveId" clId="{0A4B7854-1716-4FB7-9ED6-F03B377F933D}" dt="2019-02-26T06:28:52.503" v="7129" actId="164"/>
          <ac:picMkLst>
            <pc:docMk/>
            <pc:sldMk cId="446685377" sldId="567"/>
            <ac:picMk id="4" creationId="{75E2A729-D7C8-4612-9C6D-0ABCBE149C4D}"/>
          </ac:picMkLst>
        </pc:picChg>
        <pc:picChg chg="add mod topLvl modCrop">
          <ac:chgData name="Choi Jeomki" userId="f1912f8b0928b9f1" providerId="LiveId" clId="{0A4B7854-1716-4FB7-9ED6-F03B377F933D}" dt="2019-02-26T06:28:52.503" v="7129" actId="164"/>
          <ac:picMkLst>
            <pc:docMk/>
            <pc:sldMk cId="446685377" sldId="567"/>
            <ac:picMk id="5" creationId="{AF6617DE-DF0C-42EC-A5DB-D37A673D450E}"/>
          </ac:picMkLst>
        </pc:picChg>
        <pc:picChg chg="add del mod modCrop">
          <ac:chgData name="Choi Jeomki" userId="f1912f8b0928b9f1" providerId="LiveId" clId="{0A4B7854-1716-4FB7-9ED6-F03B377F933D}" dt="2019-02-26T06:25:34.248" v="7018" actId="478"/>
          <ac:picMkLst>
            <pc:docMk/>
            <pc:sldMk cId="446685377" sldId="567"/>
            <ac:picMk id="6" creationId="{CE922A56-760C-4497-A36B-A34BB562A15B}"/>
          </ac:picMkLst>
        </pc:picChg>
        <pc:picChg chg="add mod ord modCrop">
          <ac:chgData name="Choi Jeomki" userId="f1912f8b0928b9f1" providerId="LiveId" clId="{0A4B7854-1716-4FB7-9ED6-F03B377F933D}" dt="2019-02-26T06:27:46.552" v="7085" actId="732"/>
          <ac:picMkLst>
            <pc:docMk/>
            <pc:sldMk cId="446685377" sldId="567"/>
            <ac:picMk id="21" creationId="{9D33FCE0-2ACF-4D2E-9E9B-9CCAF78F892D}"/>
          </ac:picMkLst>
        </pc:picChg>
        <pc:picChg chg="add mod modCrop">
          <ac:chgData name="Choi Jeomki" userId="f1912f8b0928b9f1" providerId="LiveId" clId="{0A4B7854-1716-4FB7-9ED6-F03B377F933D}" dt="2019-02-26T06:27:38.527" v="7084" actId="732"/>
          <ac:picMkLst>
            <pc:docMk/>
            <pc:sldMk cId="446685377" sldId="567"/>
            <ac:picMk id="22" creationId="{1CDE8ABA-5C15-4DB0-88BF-8A0D0D97EBBE}"/>
          </ac:picMkLst>
        </pc:picChg>
        <pc:picChg chg="add mod modCrop">
          <ac:chgData name="Choi Jeomki" userId="f1912f8b0928b9f1" providerId="LiveId" clId="{0A4B7854-1716-4FB7-9ED6-F03B377F933D}" dt="2019-02-26T06:28:06.784" v="7088" actId="732"/>
          <ac:picMkLst>
            <pc:docMk/>
            <pc:sldMk cId="446685377" sldId="567"/>
            <ac:picMk id="23" creationId="{3DFF7079-AA34-49E6-9A1F-AACD95014D43}"/>
          </ac:picMkLst>
        </pc:picChg>
        <pc:picChg chg="add mod modCrop">
          <ac:chgData name="Choi Jeomki" userId="f1912f8b0928b9f1" providerId="LiveId" clId="{0A4B7854-1716-4FB7-9ED6-F03B377F933D}" dt="2019-02-26T06:27:58.120" v="7087" actId="732"/>
          <ac:picMkLst>
            <pc:docMk/>
            <pc:sldMk cId="446685377" sldId="567"/>
            <ac:picMk id="24" creationId="{C6B3AC4E-C4BF-4511-9633-7689DF573E58}"/>
          </ac:picMkLst>
        </pc:picChg>
        <pc:picChg chg="add del mod">
          <ac:chgData name="Choi Jeomki" userId="f1912f8b0928b9f1" providerId="LiveId" clId="{0A4B7854-1716-4FB7-9ED6-F03B377F933D}" dt="2019-02-26T06:24:27.015" v="7003" actId="478"/>
          <ac:picMkLst>
            <pc:docMk/>
            <pc:sldMk cId="446685377" sldId="567"/>
            <ac:picMk id="25" creationId="{C034BC31-15B0-4179-BC44-A10A2F620905}"/>
          </ac:picMkLst>
        </pc:picChg>
        <pc:picChg chg="add del mod modCrop">
          <ac:chgData name="Choi Jeomki" userId="f1912f8b0928b9f1" providerId="LiveId" clId="{0A4B7854-1716-4FB7-9ED6-F03B377F933D}" dt="2019-02-26T06:26:09.344" v="7031" actId="478"/>
          <ac:picMkLst>
            <pc:docMk/>
            <pc:sldMk cId="446685377" sldId="567"/>
            <ac:picMk id="26" creationId="{BAA32BF8-C8D2-41FC-94FF-BC61C89E90CA}"/>
          </ac:picMkLst>
        </pc:picChg>
        <pc:picChg chg="add mod modCrop">
          <ac:chgData name="Choi Jeomki" userId="f1912f8b0928b9f1" providerId="LiveId" clId="{0A4B7854-1716-4FB7-9ED6-F03B377F933D}" dt="2019-02-26T06:28:22.647" v="7090" actId="732"/>
          <ac:picMkLst>
            <pc:docMk/>
            <pc:sldMk cId="446685377" sldId="567"/>
            <ac:picMk id="27" creationId="{1C8D788E-593E-4A35-9F46-4F3B5939B42D}"/>
          </ac:picMkLst>
        </pc:picChg>
        <pc:picChg chg="add mod modCrop">
          <ac:chgData name="Choi Jeomki" userId="f1912f8b0928b9f1" providerId="LiveId" clId="{0A4B7854-1716-4FB7-9ED6-F03B377F933D}" dt="2019-02-26T06:28:12.167" v="7089" actId="732"/>
          <ac:picMkLst>
            <pc:docMk/>
            <pc:sldMk cId="446685377" sldId="567"/>
            <ac:picMk id="28" creationId="{EBA47563-4192-4B43-A065-16BBA28E9DC2}"/>
          </ac:picMkLst>
        </pc:picChg>
      </pc:sldChg>
      <pc:sldChg chg="addSp delSp modSp add">
        <pc:chgData name="Choi Jeomki" userId="f1912f8b0928b9f1" providerId="LiveId" clId="{0A4B7854-1716-4FB7-9ED6-F03B377F933D}" dt="2019-03-08T04:45:11.899" v="8712" actId="1076"/>
        <pc:sldMkLst>
          <pc:docMk/>
          <pc:sldMk cId="402151150" sldId="568"/>
        </pc:sldMkLst>
        <pc:spChg chg="mod">
          <ac:chgData name="Choi Jeomki" userId="f1912f8b0928b9f1" providerId="LiveId" clId="{0A4B7854-1716-4FB7-9ED6-F03B377F933D}" dt="2019-02-26T06:15:39.328" v="6837"/>
          <ac:spMkLst>
            <pc:docMk/>
            <pc:sldMk cId="402151150" sldId="568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6:16:24.936" v="6880" actId="20577"/>
          <ac:spMkLst>
            <pc:docMk/>
            <pc:sldMk cId="402151150" sldId="568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3-08T04:45:11.899" v="8712" actId="1076"/>
          <ac:spMkLst>
            <pc:docMk/>
            <pc:sldMk cId="402151150" sldId="568"/>
            <ac:spMk id="4" creationId="{C79D062B-1463-45B2-A25C-0E3B98914C04}"/>
          </ac:spMkLst>
        </pc:spChg>
        <pc:grpChg chg="add mod">
          <ac:chgData name="Choi Jeomki" userId="f1912f8b0928b9f1" providerId="LiveId" clId="{0A4B7854-1716-4FB7-9ED6-F03B377F933D}" dt="2019-02-26T06:18:22.982" v="6909" actId="1076"/>
          <ac:grpSpMkLst>
            <pc:docMk/>
            <pc:sldMk cId="402151150" sldId="568"/>
            <ac:grpSpMk id="6" creationId="{941AF764-4728-4BD9-A4D6-493B4E9138CA}"/>
          </ac:grpSpMkLst>
        </pc:grpChg>
        <pc:grpChg chg="del">
          <ac:chgData name="Choi Jeomki" userId="f1912f8b0928b9f1" providerId="LiveId" clId="{0A4B7854-1716-4FB7-9ED6-F03B377F933D}" dt="2019-02-26T06:17:24.594" v="6889" actId="478"/>
          <ac:grpSpMkLst>
            <pc:docMk/>
            <pc:sldMk cId="402151150" sldId="568"/>
            <ac:grpSpMk id="18" creationId="{502C8A8B-2684-4B31-A405-734C8E4BFB5D}"/>
          </ac:grpSpMkLst>
        </pc:grpChg>
        <pc:picChg chg="add mod modCrop">
          <ac:chgData name="Choi Jeomki" userId="f1912f8b0928b9f1" providerId="LiveId" clId="{0A4B7854-1716-4FB7-9ED6-F03B377F933D}" dt="2019-02-26T06:18:13.969" v="6907" actId="164"/>
          <ac:picMkLst>
            <pc:docMk/>
            <pc:sldMk cId="402151150" sldId="568"/>
            <ac:picMk id="5" creationId="{47E22F6F-9CF4-44C6-9AC5-543F79C07720}"/>
          </ac:picMkLst>
        </pc:picChg>
        <pc:picChg chg="add mod modCrop">
          <ac:chgData name="Choi Jeomki" userId="f1912f8b0928b9f1" providerId="LiveId" clId="{0A4B7854-1716-4FB7-9ED6-F03B377F933D}" dt="2019-02-26T06:18:13.969" v="6907" actId="164"/>
          <ac:picMkLst>
            <pc:docMk/>
            <pc:sldMk cId="402151150" sldId="568"/>
            <ac:picMk id="11" creationId="{F24C7FDE-11BD-416A-AE91-83648870B65D}"/>
          </ac:picMkLst>
        </pc:picChg>
        <pc:picChg chg="add mod modCrop">
          <ac:chgData name="Choi Jeomki" userId="f1912f8b0928b9f1" providerId="LiveId" clId="{0A4B7854-1716-4FB7-9ED6-F03B377F933D}" dt="2019-02-26T06:18:13.969" v="6907" actId="164"/>
          <ac:picMkLst>
            <pc:docMk/>
            <pc:sldMk cId="402151150" sldId="568"/>
            <ac:picMk id="16" creationId="{CE3D6630-ABFF-45CF-8AAF-03D65242AB39}"/>
          </ac:picMkLst>
        </pc:picChg>
      </pc:sldChg>
      <pc:sldChg chg="addSp delSp modSp add">
        <pc:chgData name="Choi Jeomki" userId="f1912f8b0928b9f1" providerId="LiveId" clId="{0A4B7854-1716-4FB7-9ED6-F03B377F933D}" dt="2019-02-26T07:12:24.677" v="7861" actId="14100"/>
        <pc:sldMkLst>
          <pc:docMk/>
          <pc:sldMk cId="2337988311" sldId="569"/>
        </pc:sldMkLst>
        <pc:spChg chg="mod">
          <ac:chgData name="Choi Jeomki" userId="f1912f8b0928b9f1" providerId="LiveId" clId="{0A4B7854-1716-4FB7-9ED6-F03B377F933D}" dt="2019-02-26T07:12:00.690" v="7859" actId="313"/>
          <ac:spMkLst>
            <pc:docMk/>
            <pc:sldMk cId="2337988311" sldId="569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6:57:24.421" v="7665"/>
          <ac:spMkLst>
            <pc:docMk/>
            <pc:sldMk cId="2337988311" sldId="569"/>
            <ac:spMk id="3" creationId="{00000000-0000-0000-0000-000000000000}"/>
          </ac:spMkLst>
        </pc:spChg>
        <pc:spChg chg="add del mod">
          <ac:chgData name="Choi Jeomki" userId="f1912f8b0928b9f1" providerId="LiveId" clId="{0A4B7854-1716-4FB7-9ED6-F03B377F933D}" dt="2019-02-26T06:31:39.321" v="7345" actId="1076"/>
          <ac:spMkLst>
            <pc:docMk/>
            <pc:sldMk cId="2337988311" sldId="569"/>
            <ac:spMk id="45" creationId="{D7452345-49BA-4C82-AC09-594E1FC4CC03}"/>
          </ac:spMkLst>
        </pc:spChg>
        <pc:spChg chg="mod">
          <ac:chgData name="Choi Jeomki" userId="f1912f8b0928b9f1" providerId="LiveId" clId="{0A4B7854-1716-4FB7-9ED6-F03B377F933D}" dt="2019-02-26T06:57:24.421" v="7665"/>
          <ac:spMkLst>
            <pc:docMk/>
            <pc:sldMk cId="2337988311" sldId="569"/>
            <ac:spMk id="61" creationId="{933C44B0-3DBF-4A38-BDE8-AA8C7D31C116}"/>
          </ac:spMkLst>
        </pc:spChg>
        <pc:spChg chg="mod">
          <ac:chgData name="Choi Jeomki" userId="f1912f8b0928b9f1" providerId="LiveId" clId="{0A4B7854-1716-4FB7-9ED6-F03B377F933D}" dt="2019-02-26T07:12:24.677" v="7861" actId="14100"/>
          <ac:spMkLst>
            <pc:docMk/>
            <pc:sldMk cId="2337988311" sldId="569"/>
            <ac:spMk id="68" creationId="{6B4447C8-4D33-4177-9E8A-3D412CAB7775}"/>
          </ac:spMkLst>
        </pc:spChg>
        <pc:spChg chg="mod">
          <ac:chgData name="Choi Jeomki" userId="f1912f8b0928b9f1" providerId="LiveId" clId="{0A4B7854-1716-4FB7-9ED6-F03B377F933D}" dt="2019-02-26T06:31:48.646" v="7347" actId="1076"/>
          <ac:spMkLst>
            <pc:docMk/>
            <pc:sldMk cId="2337988311" sldId="569"/>
            <ac:spMk id="69" creationId="{2E1AFBD0-4F37-40C8-95A4-CC76B73FF06A}"/>
          </ac:spMkLst>
        </pc:spChg>
        <pc:spChg chg="del">
          <ac:chgData name="Choi Jeomki" userId="f1912f8b0928b9f1" providerId="LiveId" clId="{0A4B7854-1716-4FB7-9ED6-F03B377F933D}" dt="2019-02-26T06:31:50.517" v="7348" actId="478"/>
          <ac:spMkLst>
            <pc:docMk/>
            <pc:sldMk cId="2337988311" sldId="569"/>
            <ac:spMk id="70" creationId="{61351B80-D345-441A-B8AF-CEE0C2EE5617}"/>
          </ac:spMkLst>
        </pc:spChg>
      </pc:sldChg>
      <pc:sldChg chg="addSp delSp modSp add">
        <pc:chgData name="Choi Jeomki" userId="f1912f8b0928b9f1" providerId="LiveId" clId="{0A4B7854-1716-4FB7-9ED6-F03B377F933D}" dt="2019-03-08T06:07:02.395" v="8727" actId="14100"/>
        <pc:sldMkLst>
          <pc:docMk/>
          <pc:sldMk cId="3482132554" sldId="570"/>
        </pc:sldMkLst>
        <pc:spChg chg="mod">
          <ac:chgData name="Choi Jeomki" userId="f1912f8b0928b9f1" providerId="LiveId" clId="{0A4B7854-1716-4FB7-9ED6-F03B377F933D}" dt="2019-03-08T06:06:57.445" v="8725" actId="164"/>
          <ac:spMkLst>
            <pc:docMk/>
            <pc:sldMk cId="3482132554" sldId="570"/>
            <ac:spMk id="16" creationId="{F7CAA2AE-49A9-4740-A598-E21C3E0FAA66}"/>
          </ac:spMkLst>
        </pc:spChg>
        <pc:spChg chg="del mod">
          <ac:chgData name="Choi Jeomki" userId="f1912f8b0928b9f1" providerId="LiveId" clId="{0A4B7854-1716-4FB7-9ED6-F03B377F933D}" dt="2019-02-26T06:34:12.073" v="7361" actId="478"/>
          <ac:spMkLst>
            <pc:docMk/>
            <pc:sldMk cId="3482132554" sldId="570"/>
            <ac:spMk id="18" creationId="{3A141EB7-2FD6-47C3-8217-26FEAABEF47F}"/>
          </ac:spMkLst>
        </pc:spChg>
        <pc:spChg chg="mod">
          <ac:chgData name="Choi Jeomki" userId="f1912f8b0928b9f1" providerId="LiveId" clId="{0A4B7854-1716-4FB7-9ED6-F03B377F933D}" dt="2019-02-26T06:57:24.421" v="7665"/>
          <ac:spMkLst>
            <pc:docMk/>
            <pc:sldMk cId="3482132554" sldId="570"/>
            <ac:spMk id="19" creationId="{4CD11682-087F-443A-BA4E-2CC85296508C}"/>
          </ac:spMkLst>
        </pc:spChg>
        <pc:spChg chg="add del">
          <ac:chgData name="Choi Jeomki" userId="f1912f8b0928b9f1" providerId="LiveId" clId="{0A4B7854-1716-4FB7-9ED6-F03B377F933D}" dt="2019-02-26T06:34:30.153" v="7364" actId="478"/>
          <ac:spMkLst>
            <pc:docMk/>
            <pc:sldMk cId="3482132554" sldId="570"/>
            <ac:spMk id="20" creationId="{3236B271-6341-4BCB-A226-B268322EAAD3}"/>
          </ac:spMkLst>
        </pc:spChg>
        <pc:spChg chg="add mod">
          <ac:chgData name="Choi Jeomki" userId="f1912f8b0928b9f1" providerId="LiveId" clId="{0A4B7854-1716-4FB7-9ED6-F03B377F933D}" dt="2019-03-08T06:06:57.445" v="8725" actId="164"/>
          <ac:spMkLst>
            <pc:docMk/>
            <pc:sldMk cId="3482132554" sldId="570"/>
            <ac:spMk id="21" creationId="{C5E36D24-1D68-4DEA-B3C5-720E872F8FA1}"/>
          </ac:spMkLst>
        </pc:spChg>
        <pc:spChg chg="mod">
          <ac:chgData name="Choi Jeomki" userId="f1912f8b0928b9f1" providerId="LiveId" clId="{0A4B7854-1716-4FB7-9ED6-F03B377F933D}" dt="2019-03-08T06:06:57.445" v="8725" actId="164"/>
          <ac:spMkLst>
            <pc:docMk/>
            <pc:sldMk cId="3482132554" sldId="570"/>
            <ac:spMk id="27" creationId="{C171EF09-5EDB-4255-8BE0-18DE02180CF2}"/>
          </ac:spMkLst>
        </pc:spChg>
        <pc:spChg chg="mod">
          <ac:chgData name="Choi Jeomki" userId="f1912f8b0928b9f1" providerId="LiveId" clId="{0A4B7854-1716-4FB7-9ED6-F03B377F933D}" dt="2019-03-08T06:06:57.445" v="8725" actId="164"/>
          <ac:spMkLst>
            <pc:docMk/>
            <pc:sldMk cId="3482132554" sldId="570"/>
            <ac:spMk id="29" creationId="{5EE31C9E-CF9D-4533-ABE0-23C8755D5BB9}"/>
          </ac:spMkLst>
        </pc:spChg>
        <pc:grpChg chg="add mod">
          <ac:chgData name="Choi Jeomki" userId="f1912f8b0928b9f1" providerId="LiveId" clId="{0A4B7854-1716-4FB7-9ED6-F03B377F933D}" dt="2019-03-08T06:07:02.395" v="8727" actId="14100"/>
          <ac:grpSpMkLst>
            <pc:docMk/>
            <pc:sldMk cId="3482132554" sldId="570"/>
            <ac:grpSpMk id="5" creationId="{B5A34CEF-866B-430F-95C5-5FE029B78019}"/>
          </ac:grpSpMkLst>
        </pc:grpChg>
        <pc:picChg chg="mod">
          <ac:chgData name="Choi Jeomki" userId="f1912f8b0928b9f1" providerId="LiveId" clId="{0A4B7854-1716-4FB7-9ED6-F03B377F933D}" dt="2019-03-08T06:06:57.445" v="8725" actId="164"/>
          <ac:picMkLst>
            <pc:docMk/>
            <pc:sldMk cId="3482132554" sldId="570"/>
            <ac:picMk id="6" creationId="{D2801B31-E713-4753-A13A-B1D5F7E9EDFB}"/>
          </ac:picMkLst>
        </pc:picChg>
        <pc:picChg chg="mod">
          <ac:chgData name="Choi Jeomki" userId="f1912f8b0928b9f1" providerId="LiveId" clId="{0A4B7854-1716-4FB7-9ED6-F03B377F933D}" dt="2019-03-08T06:06:57.445" v="8725" actId="164"/>
          <ac:picMkLst>
            <pc:docMk/>
            <pc:sldMk cId="3482132554" sldId="570"/>
            <ac:picMk id="7" creationId="{FF6EEBDC-CA42-4F79-B0CF-AB66BE6607AF}"/>
          </ac:picMkLst>
        </pc:picChg>
        <pc:picChg chg="mod">
          <ac:chgData name="Choi Jeomki" userId="f1912f8b0928b9f1" providerId="LiveId" clId="{0A4B7854-1716-4FB7-9ED6-F03B377F933D}" dt="2019-03-08T06:06:57.445" v="8725" actId="164"/>
          <ac:picMkLst>
            <pc:docMk/>
            <pc:sldMk cId="3482132554" sldId="570"/>
            <ac:picMk id="8" creationId="{79D7ED08-7324-4F97-AEF7-D0FDFB9DDCFD}"/>
          </ac:picMkLst>
        </pc:picChg>
        <pc:picChg chg="mod">
          <ac:chgData name="Choi Jeomki" userId="f1912f8b0928b9f1" providerId="LiveId" clId="{0A4B7854-1716-4FB7-9ED6-F03B377F933D}" dt="2019-03-08T06:06:57.445" v="8725" actId="164"/>
          <ac:picMkLst>
            <pc:docMk/>
            <pc:sldMk cId="3482132554" sldId="570"/>
            <ac:picMk id="9" creationId="{011DB78C-1227-448F-914C-15525490341C}"/>
          </ac:picMkLst>
        </pc:picChg>
        <pc:picChg chg="mod">
          <ac:chgData name="Choi Jeomki" userId="f1912f8b0928b9f1" providerId="LiveId" clId="{0A4B7854-1716-4FB7-9ED6-F03B377F933D}" dt="2019-03-08T06:06:57.445" v="8725" actId="164"/>
          <ac:picMkLst>
            <pc:docMk/>
            <pc:sldMk cId="3482132554" sldId="570"/>
            <ac:picMk id="10" creationId="{8B5B03E5-A24A-43C8-A08D-5F99654B449B}"/>
          </ac:picMkLst>
        </pc:picChg>
      </pc:sldChg>
      <pc:sldChg chg="addSp delSp modSp add del">
        <pc:chgData name="Choi Jeomki" userId="f1912f8b0928b9f1" providerId="LiveId" clId="{0A4B7854-1716-4FB7-9ED6-F03B377F933D}" dt="2019-03-08T06:07:52.313" v="8730" actId="2696"/>
        <pc:sldMkLst>
          <pc:docMk/>
          <pc:sldMk cId="1723973937" sldId="571"/>
        </pc:sldMkLst>
        <pc:spChg chg="mod">
          <ac:chgData name="Choi Jeomki" userId="f1912f8b0928b9f1" providerId="LiveId" clId="{0A4B7854-1716-4FB7-9ED6-F03B377F933D}" dt="2019-02-26T06:57:24.421" v="7665"/>
          <ac:spMkLst>
            <pc:docMk/>
            <pc:sldMk cId="1723973937" sldId="571"/>
            <ac:spMk id="3" creationId="{00000000-0000-0000-0000-000000000000}"/>
          </ac:spMkLst>
        </pc:spChg>
        <pc:picChg chg="add del">
          <ac:chgData name="Choi Jeomki" userId="f1912f8b0928b9f1" providerId="LiveId" clId="{0A4B7854-1716-4FB7-9ED6-F03B377F933D}" dt="2019-02-26T06:48:26.571" v="7400" actId="478"/>
          <ac:picMkLst>
            <pc:docMk/>
            <pc:sldMk cId="1723973937" sldId="571"/>
            <ac:picMk id="6" creationId="{FAC73E78-570E-42F6-B3CB-0A83FDF579D0}"/>
          </ac:picMkLst>
        </pc:picChg>
        <pc:picChg chg="add del">
          <ac:chgData name="Choi Jeomki" userId="f1912f8b0928b9f1" providerId="LiveId" clId="{0A4B7854-1716-4FB7-9ED6-F03B377F933D}" dt="2019-02-26T06:48:26.571" v="7400" actId="478"/>
          <ac:picMkLst>
            <pc:docMk/>
            <pc:sldMk cId="1723973937" sldId="571"/>
            <ac:picMk id="7" creationId="{9EFE2A45-8CD8-45FA-A753-A57DEF1BEA52}"/>
          </ac:picMkLst>
        </pc:picChg>
        <pc:picChg chg="add del">
          <ac:chgData name="Choi Jeomki" userId="f1912f8b0928b9f1" providerId="LiveId" clId="{0A4B7854-1716-4FB7-9ED6-F03B377F933D}" dt="2019-02-26T06:48:26.571" v="7400" actId="478"/>
          <ac:picMkLst>
            <pc:docMk/>
            <pc:sldMk cId="1723973937" sldId="571"/>
            <ac:picMk id="8" creationId="{B5332C40-4BA1-4EF3-914B-1288A8969682}"/>
          </ac:picMkLst>
        </pc:picChg>
        <pc:picChg chg="add del">
          <ac:chgData name="Choi Jeomki" userId="f1912f8b0928b9f1" providerId="LiveId" clId="{0A4B7854-1716-4FB7-9ED6-F03B377F933D}" dt="2019-02-26T06:48:26.571" v="7400" actId="478"/>
          <ac:picMkLst>
            <pc:docMk/>
            <pc:sldMk cId="1723973937" sldId="571"/>
            <ac:picMk id="9" creationId="{D647B661-2265-4A15-BD0D-45778A945776}"/>
          </ac:picMkLst>
        </pc:picChg>
      </pc:sldChg>
      <pc:sldChg chg="modSp add">
        <pc:chgData name="Choi Jeomki" userId="f1912f8b0928b9f1" providerId="LiveId" clId="{0A4B7854-1716-4FB7-9ED6-F03B377F933D}" dt="2019-03-08T06:10:26.697" v="8734"/>
        <pc:sldMkLst>
          <pc:docMk/>
          <pc:sldMk cId="159434837" sldId="572"/>
        </pc:sldMkLst>
        <pc:spChg chg="mod">
          <ac:chgData name="Choi Jeomki" userId="f1912f8b0928b9f1" providerId="LiveId" clId="{0A4B7854-1716-4FB7-9ED6-F03B377F933D}" dt="2019-03-08T06:10:26.697" v="8734"/>
          <ac:spMkLst>
            <pc:docMk/>
            <pc:sldMk cId="159434837" sldId="572"/>
            <ac:spMk id="14" creationId="{5E8BE140-C402-42E6-B11B-9AEF28850395}"/>
          </ac:spMkLst>
        </pc:spChg>
      </pc:sldChg>
      <pc:sldChg chg="addSp delSp modSp add">
        <pc:chgData name="Choi Jeomki" userId="f1912f8b0928b9f1" providerId="LiveId" clId="{0A4B7854-1716-4FB7-9ED6-F03B377F933D}" dt="2019-03-08T06:13:47.876" v="8766" actId="208"/>
        <pc:sldMkLst>
          <pc:docMk/>
          <pc:sldMk cId="920424046" sldId="573"/>
        </pc:sldMkLst>
        <pc:spChg chg="mod">
          <ac:chgData name="Choi Jeomki" userId="f1912f8b0928b9f1" providerId="LiveId" clId="{0A4B7854-1716-4FB7-9ED6-F03B377F933D}" dt="2019-02-26T06:56:07.467" v="7643" actId="20577"/>
          <ac:spMkLst>
            <pc:docMk/>
            <pc:sldMk cId="920424046" sldId="573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6:57:24.421" v="7665"/>
          <ac:spMkLst>
            <pc:docMk/>
            <pc:sldMk cId="920424046" sldId="573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3-08T06:11:34.817" v="8743" actId="20577"/>
          <ac:spMkLst>
            <pc:docMk/>
            <pc:sldMk cId="920424046" sldId="573"/>
            <ac:spMk id="4" creationId="{C79D062B-1463-45B2-A25C-0E3B98914C04}"/>
          </ac:spMkLst>
        </pc:spChg>
        <pc:spChg chg="mod">
          <ac:chgData name="Choi Jeomki" userId="f1912f8b0928b9f1" providerId="LiveId" clId="{0A4B7854-1716-4FB7-9ED6-F03B377F933D}" dt="2019-03-08T06:10:15.800" v="8732" actId="20577"/>
          <ac:spMkLst>
            <pc:docMk/>
            <pc:sldMk cId="920424046" sldId="573"/>
            <ac:spMk id="13" creationId="{C5155D90-7461-428F-B18F-74019D5D4A85}"/>
          </ac:spMkLst>
        </pc:spChg>
        <pc:picChg chg="add mod">
          <ac:chgData name="Choi Jeomki" userId="f1912f8b0928b9f1" providerId="LiveId" clId="{0A4B7854-1716-4FB7-9ED6-F03B377F933D}" dt="2019-02-26T06:55:00.656" v="7632" actId="553"/>
          <ac:picMkLst>
            <pc:docMk/>
            <pc:sldMk cId="920424046" sldId="573"/>
            <ac:picMk id="5" creationId="{A212FE7D-C02F-4766-9070-4CFA30AB90FB}"/>
          </ac:picMkLst>
        </pc:picChg>
        <pc:picChg chg="add del mod">
          <ac:chgData name="Choi Jeomki" userId="f1912f8b0928b9f1" providerId="LiveId" clId="{0A4B7854-1716-4FB7-9ED6-F03B377F933D}" dt="2019-03-08T06:13:29.903" v="8757" actId="478"/>
          <ac:picMkLst>
            <pc:docMk/>
            <pc:sldMk cId="920424046" sldId="573"/>
            <ac:picMk id="6" creationId="{EFD5EB12-792F-4A20-80D8-CE1D0105B1D7}"/>
          </ac:picMkLst>
        </pc:picChg>
        <pc:picChg chg="del">
          <ac:chgData name="Choi Jeomki" userId="f1912f8b0928b9f1" providerId="LiveId" clId="{0A4B7854-1716-4FB7-9ED6-F03B377F933D}" dt="2019-02-26T06:49:58.315" v="7573" actId="478"/>
          <ac:picMkLst>
            <pc:docMk/>
            <pc:sldMk cId="920424046" sldId="573"/>
            <ac:picMk id="6" creationId="{FAC73E78-570E-42F6-B3CB-0A83FDF579D0}"/>
          </ac:picMkLst>
        </pc:picChg>
        <pc:picChg chg="add mod">
          <ac:chgData name="Choi Jeomki" userId="f1912f8b0928b9f1" providerId="LiveId" clId="{0A4B7854-1716-4FB7-9ED6-F03B377F933D}" dt="2019-03-08T06:13:47.876" v="8766" actId="208"/>
          <ac:picMkLst>
            <pc:docMk/>
            <pc:sldMk cId="920424046" sldId="573"/>
            <ac:picMk id="7" creationId="{3902AAFA-8E73-4DDC-9851-A4202DC75461}"/>
          </ac:picMkLst>
        </pc:picChg>
        <pc:picChg chg="del">
          <ac:chgData name="Choi Jeomki" userId="f1912f8b0928b9f1" providerId="LiveId" clId="{0A4B7854-1716-4FB7-9ED6-F03B377F933D}" dt="2019-02-26T06:49:58.315" v="7573" actId="478"/>
          <ac:picMkLst>
            <pc:docMk/>
            <pc:sldMk cId="920424046" sldId="573"/>
            <ac:picMk id="7" creationId="{9EFE2A45-8CD8-45FA-A753-A57DEF1BEA52}"/>
          </ac:picMkLst>
        </pc:picChg>
        <pc:picChg chg="del">
          <ac:chgData name="Choi Jeomki" userId="f1912f8b0928b9f1" providerId="LiveId" clId="{0A4B7854-1716-4FB7-9ED6-F03B377F933D}" dt="2019-02-26T06:49:58.315" v="7573" actId="478"/>
          <ac:picMkLst>
            <pc:docMk/>
            <pc:sldMk cId="920424046" sldId="573"/>
            <ac:picMk id="8" creationId="{B5332C40-4BA1-4EF3-914B-1288A8969682}"/>
          </ac:picMkLst>
        </pc:picChg>
        <pc:picChg chg="del">
          <ac:chgData name="Choi Jeomki" userId="f1912f8b0928b9f1" providerId="LiveId" clId="{0A4B7854-1716-4FB7-9ED6-F03B377F933D}" dt="2019-02-26T06:49:58.315" v="7573" actId="478"/>
          <ac:picMkLst>
            <pc:docMk/>
            <pc:sldMk cId="920424046" sldId="573"/>
            <ac:picMk id="9" creationId="{D647B661-2265-4A15-BD0D-45778A945776}"/>
          </ac:picMkLst>
        </pc:picChg>
        <pc:picChg chg="add mod">
          <ac:chgData name="Choi Jeomki" userId="f1912f8b0928b9f1" providerId="LiveId" clId="{0A4B7854-1716-4FB7-9ED6-F03B377F933D}" dt="2019-02-26T06:55:00.656" v="7632" actId="553"/>
          <ac:picMkLst>
            <pc:docMk/>
            <pc:sldMk cId="920424046" sldId="573"/>
            <ac:picMk id="10" creationId="{328E5A07-385E-4B3B-842B-482E91CCE1E7}"/>
          </ac:picMkLst>
        </pc:picChg>
        <pc:picChg chg="add mod">
          <ac:chgData name="Choi Jeomki" userId="f1912f8b0928b9f1" providerId="LiveId" clId="{0A4B7854-1716-4FB7-9ED6-F03B377F933D}" dt="2019-03-08T06:13:41.362" v="8764" actId="553"/>
          <ac:picMkLst>
            <pc:docMk/>
            <pc:sldMk cId="920424046" sldId="573"/>
            <ac:picMk id="11" creationId="{7FFFFAD0-3867-4671-9439-4D2098B47F2E}"/>
          </ac:picMkLst>
        </pc:picChg>
        <pc:picChg chg="add mod">
          <ac:chgData name="Choi Jeomki" userId="f1912f8b0928b9f1" providerId="LiveId" clId="{0A4B7854-1716-4FB7-9ED6-F03B377F933D}" dt="2019-02-26T06:55:14.865" v="7642" actId="1035"/>
          <ac:picMkLst>
            <pc:docMk/>
            <pc:sldMk cId="920424046" sldId="573"/>
            <ac:picMk id="12" creationId="{A1C577CC-1817-4BD7-9E6A-59B64384C6F3}"/>
          </ac:picMkLst>
        </pc:picChg>
        <pc:picChg chg="add del mod">
          <ac:chgData name="Choi Jeomki" userId="f1912f8b0928b9f1" providerId="LiveId" clId="{0A4B7854-1716-4FB7-9ED6-F03B377F933D}" dt="2019-03-08T06:13:05.519" v="8751" actId="478"/>
          <ac:picMkLst>
            <pc:docMk/>
            <pc:sldMk cId="920424046" sldId="573"/>
            <ac:picMk id="14" creationId="{B78B1997-F60B-4B4F-95F4-5F1550D7D282}"/>
          </ac:picMkLst>
        </pc:picChg>
      </pc:sldChg>
      <pc:sldChg chg="addSp delSp modSp add">
        <pc:chgData name="Choi Jeomki" userId="f1912f8b0928b9f1" providerId="LiveId" clId="{0A4B7854-1716-4FB7-9ED6-F03B377F933D}" dt="2019-03-08T06:17:38.762" v="8779" actId="1036"/>
        <pc:sldMkLst>
          <pc:docMk/>
          <pc:sldMk cId="4282965949" sldId="574"/>
        </pc:sldMkLst>
        <pc:spChg chg="mod">
          <ac:chgData name="Choi Jeomki" userId="f1912f8b0928b9f1" providerId="LiveId" clId="{0A4B7854-1716-4FB7-9ED6-F03B377F933D}" dt="2019-02-26T06:57:32.509" v="7671" actId="20577"/>
          <ac:spMkLst>
            <pc:docMk/>
            <pc:sldMk cId="4282965949" sldId="574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3-08T06:17:28.704" v="8769" actId="20577"/>
          <ac:spMkLst>
            <pc:docMk/>
            <pc:sldMk cId="4282965949" sldId="574"/>
            <ac:spMk id="13" creationId="{C5155D90-7461-428F-B18F-74019D5D4A85}"/>
          </ac:spMkLst>
        </pc:spChg>
        <pc:spChg chg="mod">
          <ac:chgData name="Choi Jeomki" userId="f1912f8b0928b9f1" providerId="LiveId" clId="{0A4B7854-1716-4FB7-9ED6-F03B377F933D}" dt="2019-02-26T07:34:57.416" v="8227" actId="20577"/>
          <ac:spMkLst>
            <pc:docMk/>
            <pc:sldMk cId="4282965949" sldId="574"/>
            <ac:spMk id="16" creationId="{13C4A52A-0644-4B5F-8756-48006C5BFC83}"/>
          </ac:spMkLst>
        </pc:spChg>
        <pc:picChg chg="add mod">
          <ac:chgData name="Choi Jeomki" userId="f1912f8b0928b9f1" providerId="LiveId" clId="{0A4B7854-1716-4FB7-9ED6-F03B377F933D}" dt="2019-02-26T07:32:43.342" v="7931" actId="208"/>
          <ac:picMkLst>
            <pc:docMk/>
            <pc:sldMk cId="4282965949" sldId="574"/>
            <ac:picMk id="4" creationId="{19CD3C12-C05D-4AE8-9925-F28FC5EF4070}"/>
          </ac:picMkLst>
        </pc:picChg>
        <pc:picChg chg="mod">
          <ac:chgData name="Choi Jeomki" userId="f1912f8b0928b9f1" providerId="LiveId" clId="{0A4B7854-1716-4FB7-9ED6-F03B377F933D}" dt="2019-02-26T07:34:20.653" v="8157" actId="1037"/>
          <ac:picMkLst>
            <pc:docMk/>
            <pc:sldMk cId="4282965949" sldId="574"/>
            <ac:picMk id="5" creationId="{78C7FCF0-FBEE-4C07-AC90-E59A42F6BF85}"/>
          </ac:picMkLst>
        </pc:picChg>
        <pc:picChg chg="del mod">
          <ac:chgData name="Choi Jeomki" userId="f1912f8b0928b9f1" providerId="LiveId" clId="{0A4B7854-1716-4FB7-9ED6-F03B377F933D}" dt="2019-02-26T07:29:57.362" v="7873" actId="478"/>
          <ac:picMkLst>
            <pc:docMk/>
            <pc:sldMk cId="4282965949" sldId="574"/>
            <ac:picMk id="6" creationId="{75CB9D35-7072-4280-8AD8-C6CC0D78AA60}"/>
          </ac:picMkLst>
        </pc:picChg>
        <pc:picChg chg="add mod">
          <ac:chgData name="Choi Jeomki" userId="f1912f8b0928b9f1" providerId="LiveId" clId="{0A4B7854-1716-4FB7-9ED6-F03B377F933D}" dt="2019-03-08T06:17:33.117" v="8778" actId="1036"/>
          <ac:picMkLst>
            <pc:docMk/>
            <pc:sldMk cId="4282965949" sldId="574"/>
            <ac:picMk id="7" creationId="{58E27930-786C-4646-BA77-7852E7A8BEE6}"/>
          </ac:picMkLst>
        </pc:picChg>
        <pc:picChg chg="del">
          <ac:chgData name="Choi Jeomki" userId="f1912f8b0928b9f1" providerId="LiveId" clId="{0A4B7854-1716-4FB7-9ED6-F03B377F933D}" dt="2019-02-26T07:29:58.195" v="7874" actId="478"/>
          <ac:picMkLst>
            <pc:docMk/>
            <pc:sldMk cId="4282965949" sldId="574"/>
            <ac:picMk id="11" creationId="{3AE9B144-19B5-4B94-8C2D-49C6ED3C2F27}"/>
          </ac:picMkLst>
        </pc:picChg>
        <pc:picChg chg="mod">
          <ac:chgData name="Choi Jeomki" userId="f1912f8b0928b9f1" providerId="LiveId" clId="{0A4B7854-1716-4FB7-9ED6-F03B377F933D}" dt="2019-02-26T07:34:20.653" v="8157" actId="1037"/>
          <ac:picMkLst>
            <pc:docMk/>
            <pc:sldMk cId="4282965949" sldId="574"/>
            <ac:picMk id="12" creationId="{E36DBC9D-33E5-4BF5-9FD9-9472F85CB77D}"/>
          </ac:picMkLst>
        </pc:picChg>
        <pc:picChg chg="mod">
          <ac:chgData name="Choi Jeomki" userId="f1912f8b0928b9f1" providerId="LiveId" clId="{0A4B7854-1716-4FB7-9ED6-F03B377F933D}" dt="2019-03-08T06:17:38.762" v="8779" actId="1036"/>
          <ac:picMkLst>
            <pc:docMk/>
            <pc:sldMk cId="4282965949" sldId="574"/>
            <ac:picMk id="14" creationId="{2CC370A4-C933-441C-A7DD-D04191433621}"/>
          </ac:picMkLst>
        </pc:picChg>
        <pc:picChg chg="mod">
          <ac:chgData name="Choi Jeomki" userId="f1912f8b0928b9f1" providerId="LiveId" clId="{0A4B7854-1716-4FB7-9ED6-F03B377F933D}" dt="2019-02-26T07:36:05.334" v="8257" actId="553"/>
          <ac:picMkLst>
            <pc:docMk/>
            <pc:sldMk cId="4282965949" sldId="574"/>
            <ac:picMk id="15" creationId="{F2024E74-CE93-4FD3-8564-7500ADF27898}"/>
          </ac:picMkLst>
        </pc:picChg>
      </pc:sldChg>
      <pc:sldChg chg="modSp add">
        <pc:chgData name="Choi Jeomki" userId="f1912f8b0928b9f1" providerId="LiveId" clId="{0A4B7854-1716-4FB7-9ED6-F03B377F933D}" dt="2019-02-26T06:59:17.326" v="7695" actId="20577"/>
        <pc:sldMkLst>
          <pc:docMk/>
          <pc:sldMk cId="2334382169" sldId="575"/>
        </pc:sldMkLst>
        <pc:spChg chg="mod">
          <ac:chgData name="Choi Jeomki" userId="f1912f8b0928b9f1" providerId="LiveId" clId="{0A4B7854-1716-4FB7-9ED6-F03B377F933D}" dt="2019-02-26T06:59:17.326" v="7695" actId="20577"/>
          <ac:spMkLst>
            <pc:docMk/>
            <pc:sldMk cId="2334382169" sldId="575"/>
            <ac:spMk id="3" creationId="{00000000-0000-0000-0000-000000000000}"/>
          </ac:spMkLst>
        </pc:spChg>
      </pc:sldChg>
      <pc:sldChg chg="modSp add">
        <pc:chgData name="Choi Jeomki" userId="f1912f8b0928b9f1" providerId="LiveId" clId="{0A4B7854-1716-4FB7-9ED6-F03B377F933D}" dt="2019-02-26T07:00:05.491" v="7739" actId="20577"/>
        <pc:sldMkLst>
          <pc:docMk/>
          <pc:sldMk cId="3310473013" sldId="576"/>
        </pc:sldMkLst>
        <pc:spChg chg="mod">
          <ac:chgData name="Choi Jeomki" userId="f1912f8b0928b9f1" providerId="LiveId" clId="{0A4B7854-1716-4FB7-9ED6-F03B377F933D}" dt="2019-02-26T07:00:05.491" v="7739" actId="20577"/>
          <ac:spMkLst>
            <pc:docMk/>
            <pc:sldMk cId="3310473013" sldId="576"/>
            <ac:spMk id="3" creationId="{00000000-0000-0000-0000-000000000000}"/>
          </ac:spMkLst>
        </pc:spChg>
      </pc:sldChg>
      <pc:sldChg chg="addSp delSp modSp add">
        <pc:chgData name="Choi Jeomki" userId="f1912f8b0928b9f1" providerId="LiveId" clId="{0A4B7854-1716-4FB7-9ED6-F03B377F933D}" dt="2019-03-08T06:19:29.995" v="8780" actId="14100"/>
        <pc:sldMkLst>
          <pc:docMk/>
          <pc:sldMk cId="2528615752" sldId="577"/>
        </pc:sldMkLst>
        <pc:spChg chg="mod">
          <ac:chgData name="Choi Jeomki" userId="f1912f8b0928b9f1" providerId="LiveId" clId="{0A4B7854-1716-4FB7-9ED6-F03B377F933D}" dt="2019-02-26T09:32:25.956" v="8284"/>
          <ac:spMkLst>
            <pc:docMk/>
            <pc:sldMk cId="2528615752" sldId="577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9:32:52.139" v="8331" actId="20577"/>
          <ac:spMkLst>
            <pc:docMk/>
            <pc:sldMk cId="2528615752" sldId="577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3-08T06:19:29.995" v="8780" actId="14100"/>
          <ac:spMkLst>
            <pc:docMk/>
            <pc:sldMk cId="2528615752" sldId="577"/>
            <ac:spMk id="4" creationId="{C79D062B-1463-45B2-A25C-0E3B98914C04}"/>
          </ac:spMkLst>
        </pc:spChg>
        <pc:picChg chg="del">
          <ac:chgData name="Choi Jeomki" userId="f1912f8b0928b9f1" providerId="LiveId" clId="{0A4B7854-1716-4FB7-9ED6-F03B377F933D}" dt="2019-02-26T09:33:40.521" v="8380" actId="478"/>
          <ac:picMkLst>
            <pc:docMk/>
            <pc:sldMk cId="2528615752" sldId="577"/>
            <ac:picMk id="5" creationId="{30C85A35-E9B3-4B30-9300-880E31D85649}"/>
          </ac:picMkLst>
        </pc:picChg>
        <pc:picChg chg="add mod">
          <ac:chgData name="Choi Jeomki" userId="f1912f8b0928b9f1" providerId="LiveId" clId="{0A4B7854-1716-4FB7-9ED6-F03B377F933D}" dt="2019-02-26T09:34:52.047" v="8394" actId="1076"/>
          <ac:picMkLst>
            <pc:docMk/>
            <pc:sldMk cId="2528615752" sldId="577"/>
            <ac:picMk id="6" creationId="{0F3283F5-9FA2-476E-8C07-14E687B7AB6C}"/>
          </ac:picMkLst>
        </pc:picChg>
        <pc:picChg chg="add mod">
          <ac:chgData name="Choi Jeomki" userId="f1912f8b0928b9f1" providerId="LiveId" clId="{0A4B7854-1716-4FB7-9ED6-F03B377F933D}" dt="2019-02-26T09:34:52.047" v="8394" actId="1076"/>
          <ac:picMkLst>
            <pc:docMk/>
            <pc:sldMk cId="2528615752" sldId="577"/>
            <ac:picMk id="7" creationId="{6CBFC1F1-2048-442E-8A23-58CA6646960B}"/>
          </ac:picMkLst>
        </pc:picChg>
      </pc:sldChg>
      <pc:sldChg chg="addSp delSp modSp add">
        <pc:chgData name="Choi Jeomki" userId="f1912f8b0928b9f1" providerId="LiveId" clId="{0A4B7854-1716-4FB7-9ED6-F03B377F933D}" dt="2019-03-08T06:20:49.492" v="8787" actId="20577"/>
        <pc:sldMkLst>
          <pc:docMk/>
          <pc:sldMk cId="37124389" sldId="578"/>
        </pc:sldMkLst>
        <pc:spChg chg="mod">
          <ac:chgData name="Choi Jeomki" userId="f1912f8b0928b9f1" providerId="LiveId" clId="{0A4B7854-1716-4FB7-9ED6-F03B377F933D}" dt="2019-03-08T06:20:49.492" v="8787" actId="20577"/>
          <ac:spMkLst>
            <pc:docMk/>
            <pc:sldMk cId="37124389" sldId="578"/>
            <ac:spMk id="2" creationId="{00000000-0000-0000-0000-000000000000}"/>
          </ac:spMkLst>
        </pc:spChg>
        <pc:spChg chg="del">
          <ac:chgData name="Choi Jeomki" userId="f1912f8b0928b9f1" providerId="LiveId" clId="{0A4B7854-1716-4FB7-9ED6-F03B377F933D}" dt="2019-02-26T09:36:55.221" v="8428" actId="478"/>
          <ac:spMkLst>
            <pc:docMk/>
            <pc:sldMk cId="37124389" sldId="578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3-08T06:20:33.866" v="8782" actId="14100"/>
          <ac:spMkLst>
            <pc:docMk/>
            <pc:sldMk cId="37124389" sldId="578"/>
            <ac:spMk id="4" creationId="{C79D062B-1463-45B2-A25C-0E3B98914C04}"/>
          </ac:spMkLst>
        </pc:spChg>
        <pc:spChg chg="add del mod">
          <ac:chgData name="Choi Jeomki" userId="f1912f8b0928b9f1" providerId="LiveId" clId="{0A4B7854-1716-4FB7-9ED6-F03B377F933D}" dt="2019-02-26T09:36:57.522" v="8429" actId="478"/>
          <ac:spMkLst>
            <pc:docMk/>
            <pc:sldMk cId="37124389" sldId="578"/>
            <ac:spMk id="10" creationId="{3A700595-0639-41C2-A3FE-561FD763DFE1}"/>
          </ac:spMkLst>
        </pc:spChg>
        <pc:picChg chg="add mod">
          <ac:chgData name="Choi Jeomki" userId="f1912f8b0928b9f1" providerId="LiveId" clId="{0A4B7854-1716-4FB7-9ED6-F03B377F933D}" dt="2019-02-26T09:37:12.316" v="8433" actId="1036"/>
          <ac:picMkLst>
            <pc:docMk/>
            <pc:sldMk cId="37124389" sldId="578"/>
            <ac:picMk id="5" creationId="{A8C8A1DB-8472-47FC-BCCC-D976D6946266}"/>
          </ac:picMkLst>
        </pc:picChg>
        <pc:picChg chg="del">
          <ac:chgData name="Choi Jeomki" userId="f1912f8b0928b9f1" providerId="LiveId" clId="{0A4B7854-1716-4FB7-9ED6-F03B377F933D}" dt="2019-02-26T09:35:39.120" v="8402" actId="478"/>
          <ac:picMkLst>
            <pc:docMk/>
            <pc:sldMk cId="37124389" sldId="578"/>
            <ac:picMk id="6" creationId="{0F3283F5-9FA2-476E-8C07-14E687B7AB6C}"/>
          </ac:picMkLst>
        </pc:picChg>
        <pc:picChg chg="del">
          <ac:chgData name="Choi Jeomki" userId="f1912f8b0928b9f1" providerId="LiveId" clId="{0A4B7854-1716-4FB7-9ED6-F03B377F933D}" dt="2019-02-26T09:35:41.772" v="8404" actId="478"/>
          <ac:picMkLst>
            <pc:docMk/>
            <pc:sldMk cId="37124389" sldId="578"/>
            <ac:picMk id="7" creationId="{6CBFC1F1-2048-442E-8A23-58CA6646960B}"/>
          </ac:picMkLst>
        </pc:picChg>
        <pc:picChg chg="add del mod">
          <ac:chgData name="Choi Jeomki" userId="f1912f8b0928b9f1" providerId="LiveId" clId="{0A4B7854-1716-4FB7-9ED6-F03B377F933D}" dt="2019-02-26T09:37:44.804" v="8458" actId="478"/>
          <ac:picMkLst>
            <pc:docMk/>
            <pc:sldMk cId="37124389" sldId="578"/>
            <ac:picMk id="8" creationId="{F2BB9155-C9D4-403E-B4FA-F5BF01E28CA0}"/>
          </ac:picMkLst>
        </pc:picChg>
        <pc:picChg chg="add mod">
          <ac:chgData name="Choi Jeomki" userId="f1912f8b0928b9f1" providerId="LiveId" clId="{0A4B7854-1716-4FB7-9ED6-F03B377F933D}" dt="2019-03-08T06:20:28.954" v="8781" actId="14100"/>
          <ac:picMkLst>
            <pc:docMk/>
            <pc:sldMk cId="37124389" sldId="578"/>
            <ac:picMk id="11" creationId="{38B8FC0B-1F72-4CFC-A2C7-B61105A4C21D}"/>
          </ac:picMkLst>
        </pc:picChg>
      </pc:sldChg>
      <pc:sldChg chg="addSp delSp modSp add">
        <pc:chgData name="Choi Jeomki" userId="f1912f8b0928b9f1" providerId="LiveId" clId="{0A4B7854-1716-4FB7-9ED6-F03B377F933D}" dt="2019-02-26T10:53:14.586" v="8670" actId="208"/>
        <pc:sldMkLst>
          <pc:docMk/>
          <pc:sldMk cId="4048788526" sldId="579"/>
        </pc:sldMkLst>
        <pc:spChg chg="mod">
          <ac:chgData name="Choi Jeomki" userId="f1912f8b0928b9f1" providerId="LiveId" clId="{0A4B7854-1716-4FB7-9ED6-F03B377F933D}" dt="2019-02-26T09:41:58.570" v="8563"/>
          <ac:spMkLst>
            <pc:docMk/>
            <pc:sldMk cId="4048788526" sldId="579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9:42:15.315" v="8591" actId="20577"/>
          <ac:spMkLst>
            <pc:docMk/>
            <pc:sldMk cId="4048788526" sldId="579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09:43:43.723" v="8628"/>
          <ac:spMkLst>
            <pc:docMk/>
            <pc:sldMk cId="4048788526" sldId="579"/>
            <ac:spMk id="4" creationId="{C79D062B-1463-45B2-A25C-0E3B98914C04}"/>
          </ac:spMkLst>
        </pc:spChg>
        <pc:picChg chg="add mod">
          <ac:chgData name="Choi Jeomki" userId="f1912f8b0928b9f1" providerId="LiveId" clId="{0A4B7854-1716-4FB7-9ED6-F03B377F933D}" dt="2019-02-26T10:53:14.586" v="8670" actId="208"/>
          <ac:picMkLst>
            <pc:docMk/>
            <pc:sldMk cId="4048788526" sldId="579"/>
            <ac:picMk id="5" creationId="{23A7675F-BDD5-45AC-B3BF-06A5DD29E90C}"/>
          </ac:picMkLst>
        </pc:picChg>
        <pc:picChg chg="del">
          <ac:chgData name="Choi Jeomki" userId="f1912f8b0928b9f1" providerId="LiveId" clId="{0A4B7854-1716-4FB7-9ED6-F03B377F933D}" dt="2019-02-26T09:45:45.891" v="8631" actId="478"/>
          <ac:picMkLst>
            <pc:docMk/>
            <pc:sldMk cId="4048788526" sldId="579"/>
            <ac:picMk id="6" creationId="{0F3283F5-9FA2-476E-8C07-14E687B7AB6C}"/>
          </ac:picMkLst>
        </pc:picChg>
        <pc:picChg chg="del">
          <ac:chgData name="Choi Jeomki" userId="f1912f8b0928b9f1" providerId="LiveId" clId="{0A4B7854-1716-4FB7-9ED6-F03B377F933D}" dt="2019-02-26T09:45:45.891" v="8631" actId="478"/>
          <ac:picMkLst>
            <pc:docMk/>
            <pc:sldMk cId="4048788526" sldId="579"/>
            <ac:picMk id="7" creationId="{6CBFC1F1-2048-442E-8A23-58CA6646960B}"/>
          </ac:picMkLst>
        </pc:picChg>
        <pc:picChg chg="add del">
          <ac:chgData name="Choi Jeomki" userId="f1912f8b0928b9f1" providerId="LiveId" clId="{0A4B7854-1716-4FB7-9ED6-F03B377F933D}" dt="2019-02-26T10:52:56.601" v="8665" actId="478"/>
          <ac:picMkLst>
            <pc:docMk/>
            <pc:sldMk cId="4048788526" sldId="579"/>
            <ac:picMk id="8" creationId="{6433E339-AF5A-4021-A9B5-3B6A2D4590BD}"/>
          </ac:picMkLst>
        </pc:picChg>
        <pc:picChg chg="add mod modCrop">
          <ac:chgData name="Choi Jeomki" userId="f1912f8b0928b9f1" providerId="LiveId" clId="{0A4B7854-1716-4FB7-9ED6-F03B377F933D}" dt="2019-02-26T10:53:14.586" v="8670" actId="208"/>
          <ac:picMkLst>
            <pc:docMk/>
            <pc:sldMk cId="4048788526" sldId="579"/>
            <ac:picMk id="9" creationId="{1F41B2E7-E78C-4D0E-8BF9-D889DF8DB48F}"/>
          </ac:picMkLst>
        </pc:picChg>
      </pc:sldChg>
      <pc:sldChg chg="addSp delSp modSp add">
        <pc:chgData name="Choi Jeomki" userId="f1912f8b0928b9f1" providerId="LiveId" clId="{0A4B7854-1716-4FB7-9ED6-F03B377F933D}" dt="2019-02-26T10:55:22.907" v="8689" actId="208"/>
        <pc:sldMkLst>
          <pc:docMk/>
          <pc:sldMk cId="2075490101" sldId="581"/>
        </pc:sldMkLst>
        <pc:spChg chg="mod">
          <ac:chgData name="Choi Jeomki" userId="f1912f8b0928b9f1" providerId="LiveId" clId="{0A4B7854-1716-4FB7-9ED6-F03B377F933D}" dt="2019-02-26T09:42:41.128" v="8616"/>
          <ac:spMkLst>
            <pc:docMk/>
            <pc:sldMk cId="2075490101" sldId="581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9:42:33.160" v="8593" actId="20577"/>
          <ac:spMkLst>
            <pc:docMk/>
            <pc:sldMk cId="2075490101" sldId="581"/>
            <ac:spMk id="3" creationId="{00000000-0000-0000-0000-000000000000}"/>
          </ac:spMkLst>
        </pc:spChg>
        <pc:spChg chg="mod">
          <ac:chgData name="Choi Jeomki" userId="f1912f8b0928b9f1" providerId="LiveId" clId="{0A4B7854-1716-4FB7-9ED6-F03B377F933D}" dt="2019-02-26T10:55:17.495" v="8687"/>
          <ac:spMkLst>
            <pc:docMk/>
            <pc:sldMk cId="2075490101" sldId="581"/>
            <ac:spMk id="4" creationId="{C79D062B-1463-45B2-A25C-0E3B98914C04}"/>
          </ac:spMkLst>
        </pc:spChg>
        <pc:picChg chg="del mod">
          <ac:chgData name="Choi Jeomki" userId="f1912f8b0928b9f1" providerId="LiveId" clId="{0A4B7854-1716-4FB7-9ED6-F03B377F933D}" dt="2019-02-26T10:54:23.912" v="8682" actId="478"/>
          <ac:picMkLst>
            <pc:docMk/>
            <pc:sldMk cId="2075490101" sldId="581"/>
            <ac:picMk id="5" creationId="{73121555-BAF7-4A50-AF82-0032E0057967}"/>
          </ac:picMkLst>
        </pc:picChg>
        <pc:picChg chg="add mod">
          <ac:chgData name="Choi Jeomki" userId="f1912f8b0928b9f1" providerId="LiveId" clId="{0A4B7854-1716-4FB7-9ED6-F03B377F933D}" dt="2019-02-26T10:55:22.907" v="8689" actId="208"/>
          <ac:picMkLst>
            <pc:docMk/>
            <pc:sldMk cId="2075490101" sldId="581"/>
            <ac:picMk id="6" creationId="{07B9780D-E3CB-49BF-89C0-51A7D952E035}"/>
          </ac:picMkLst>
        </pc:picChg>
      </pc:sldChg>
      <pc:sldChg chg="addSp delSp modSp add">
        <pc:chgData name="Choi Jeomki" userId="f1912f8b0928b9f1" providerId="LiveId" clId="{0A4B7854-1716-4FB7-9ED6-F03B377F933D}" dt="2019-02-26T10:53:38.449" v="8676"/>
        <pc:sldMkLst>
          <pc:docMk/>
          <pc:sldMk cId="251879244" sldId="582"/>
        </pc:sldMkLst>
        <pc:spChg chg="mod">
          <ac:chgData name="Choi Jeomki" userId="f1912f8b0928b9f1" providerId="LiveId" clId="{0A4B7854-1716-4FB7-9ED6-F03B377F933D}" dt="2019-02-26T10:53:32.005" v="8675" actId="20577"/>
          <ac:spMkLst>
            <pc:docMk/>
            <pc:sldMk cId="251879244" sldId="582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10:53:28.953" v="8673"/>
          <ac:spMkLst>
            <pc:docMk/>
            <pc:sldMk cId="251879244" sldId="582"/>
            <ac:spMk id="4" creationId="{C79D062B-1463-45B2-A25C-0E3B98914C04}"/>
          </ac:spMkLst>
        </pc:spChg>
        <pc:picChg chg="del">
          <ac:chgData name="Choi Jeomki" userId="f1912f8b0928b9f1" providerId="LiveId" clId="{0A4B7854-1716-4FB7-9ED6-F03B377F933D}" dt="2019-02-26T10:53:23.435" v="8672" actId="478"/>
          <ac:picMkLst>
            <pc:docMk/>
            <pc:sldMk cId="251879244" sldId="582"/>
            <ac:picMk id="5" creationId="{23A7675F-BDD5-45AC-B3BF-06A5DD29E90C}"/>
          </ac:picMkLst>
        </pc:picChg>
        <pc:picChg chg="add">
          <ac:chgData name="Choi Jeomki" userId="f1912f8b0928b9f1" providerId="LiveId" clId="{0A4B7854-1716-4FB7-9ED6-F03B377F933D}" dt="2019-02-26T10:53:38.449" v="8676"/>
          <ac:picMkLst>
            <pc:docMk/>
            <pc:sldMk cId="251879244" sldId="582"/>
            <ac:picMk id="7" creationId="{CA703824-2CAD-4F98-BF7E-E7C7DEB7FE62}"/>
          </ac:picMkLst>
        </pc:picChg>
        <pc:picChg chg="add">
          <ac:chgData name="Choi Jeomki" userId="f1912f8b0928b9f1" providerId="LiveId" clId="{0A4B7854-1716-4FB7-9ED6-F03B377F933D}" dt="2019-02-26T10:53:38.449" v="8676"/>
          <ac:picMkLst>
            <pc:docMk/>
            <pc:sldMk cId="251879244" sldId="582"/>
            <ac:picMk id="8" creationId="{9805F1D5-6351-4FD4-9633-26EA176F505D}"/>
          </ac:picMkLst>
        </pc:picChg>
        <pc:picChg chg="del">
          <ac:chgData name="Choi Jeomki" userId="f1912f8b0928b9f1" providerId="LiveId" clId="{0A4B7854-1716-4FB7-9ED6-F03B377F933D}" dt="2019-02-26T10:53:23.435" v="8672" actId="478"/>
          <ac:picMkLst>
            <pc:docMk/>
            <pc:sldMk cId="251879244" sldId="582"/>
            <ac:picMk id="9" creationId="{1F41B2E7-E78C-4D0E-8BF9-D889DF8DB48F}"/>
          </ac:picMkLst>
        </pc:picChg>
        <pc:picChg chg="add">
          <ac:chgData name="Choi Jeomki" userId="f1912f8b0928b9f1" providerId="LiveId" clId="{0A4B7854-1716-4FB7-9ED6-F03B377F933D}" dt="2019-02-26T10:53:38.449" v="8676"/>
          <ac:picMkLst>
            <pc:docMk/>
            <pc:sldMk cId="251879244" sldId="582"/>
            <ac:picMk id="10" creationId="{E85AE88F-EF5B-4EDF-8571-A7312AED3253}"/>
          </ac:picMkLst>
        </pc:picChg>
      </pc:sldChg>
      <pc:sldChg chg="modSp add">
        <pc:chgData name="Choi Jeomki" userId="f1912f8b0928b9f1" providerId="LiveId" clId="{0A4B7854-1716-4FB7-9ED6-F03B377F933D}" dt="2019-03-08T00:41:28.961" v="8704"/>
        <pc:sldMkLst>
          <pc:docMk/>
          <pc:sldMk cId="2616825337" sldId="583"/>
        </pc:sldMkLst>
        <pc:spChg chg="mod">
          <ac:chgData name="Choi Jeomki" userId="f1912f8b0928b9f1" providerId="LiveId" clId="{0A4B7854-1716-4FB7-9ED6-F03B377F933D}" dt="2019-03-08T00:41:28.961" v="8704"/>
          <ac:spMkLst>
            <pc:docMk/>
            <pc:sldMk cId="2616825337" sldId="583"/>
            <ac:spMk id="3" creationId="{00000000-0000-0000-0000-000000000000}"/>
          </ac:spMkLst>
        </pc:spChg>
      </pc:sldChg>
      <pc:sldChg chg="modSp add">
        <pc:chgData name="Choi Jeomki" userId="f1912f8b0928b9f1" providerId="LiveId" clId="{0A4B7854-1716-4FB7-9ED6-F03B377F933D}" dt="2019-03-08T06:07:47.989" v="8729"/>
        <pc:sldMkLst>
          <pc:docMk/>
          <pc:sldMk cId="467436377" sldId="584"/>
        </pc:sldMkLst>
        <pc:spChg chg="mod">
          <ac:chgData name="Choi Jeomki" userId="f1912f8b0928b9f1" providerId="LiveId" clId="{0A4B7854-1716-4FB7-9ED6-F03B377F933D}" dt="2019-03-08T06:07:47.989" v="8729"/>
          <ac:spMkLst>
            <pc:docMk/>
            <pc:sldMk cId="467436377" sldId="584"/>
            <ac:spMk id="3" creationId="{00000000-0000-0000-0000-000000000000}"/>
          </ac:spMkLst>
        </pc:spChg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5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12.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외래 관광객 특성요인 상세분석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789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따른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차원 요약집계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따른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다차원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요약집계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아리따-돋움(TTF)-Bold" panose="0202060302010102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15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아리따-돋움(TTF)-Bold" panose="0202060302010102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따른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다차원 교차분석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30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아리따-돋움(TTF)-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96232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167404" y="2135908"/>
            <a:ext cx="6601487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2514821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2514821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159BD907-7557-4079-97A6-67DDAF52F5C8}"/>
              </a:ext>
            </a:extLst>
          </p:cNvPr>
          <p:cNvGrpSpPr/>
          <p:nvPr/>
        </p:nvGrpSpPr>
        <p:grpSpPr>
          <a:xfrm>
            <a:off x="2514821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D0A7171-7727-44BC-8090-83C129B4F500}"/>
              </a:ext>
            </a:extLst>
          </p:cNvPr>
          <p:cNvSpPr txBox="1"/>
          <p:nvPr/>
        </p:nvSpPr>
        <p:spPr>
          <a:xfrm>
            <a:off x="3167405" y="2148345"/>
            <a:ext cx="64924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차원 요약집계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2AE737B3-034A-4E08-AF01-F00CF9A7AB46}"/>
              </a:ext>
            </a:extLst>
          </p:cNvPr>
          <p:cNvSpPr txBox="1"/>
          <p:nvPr/>
        </p:nvSpPr>
        <p:spPr>
          <a:xfrm>
            <a:off x="3167404" y="4344615"/>
            <a:ext cx="660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다차원 교차분석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AE34360-98B8-4E43-A76B-9D937FD3A6FD}"/>
              </a:ext>
            </a:extLst>
          </p:cNvPr>
          <p:cNvSpPr txBox="1"/>
          <p:nvPr/>
        </p:nvSpPr>
        <p:spPr>
          <a:xfrm>
            <a:off x="3167406" y="3246480"/>
            <a:ext cx="6601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다차원 요약집계</a:t>
            </a:r>
          </a:p>
        </p:txBody>
      </p:sp>
    </p:spTree>
    <p:extLst>
      <p:ext uri="{BB962C8B-B14F-4D97-AF65-F5344CB8AC3E}">
        <p14:creationId xmlns:p14="http://schemas.microsoft.com/office/powerpoint/2010/main" val="1086108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2809" y="2276475"/>
            <a:ext cx="7481403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="" xmlns:a16="http://schemas.microsoft.com/office/drawing/2014/main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9396" y="2508257"/>
            <a:ext cx="7236801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glow>
                    <a:schemeClr val="bg1"/>
                  </a:glow>
                </a:effectLst>
              </a:rPr>
              <a:t>관관객특성요인에 따른 </a:t>
            </a:r>
            <a:r>
              <a:rPr lang="en-US" altLang="ko-KR" dirty="0">
                <a:effectLst>
                  <a:glow>
                    <a:schemeClr val="bg1"/>
                  </a:glow>
                </a:effectLst>
              </a:rPr>
              <a:t>2</a:t>
            </a:r>
            <a:r>
              <a:rPr lang="ko-KR" altLang="en-US" dirty="0">
                <a:effectLst>
                  <a:glow>
                    <a:schemeClr val="bg1"/>
                  </a:glow>
                </a:effectLst>
              </a:rPr>
              <a:t>차원 요약집계 가설수립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</a:t>
            </a:r>
            <a:r>
              <a:rPr lang="ko-KR" altLang="en-US" dirty="0" smtClean="0"/>
              <a:t>관광계획 결정요인 </a:t>
            </a:r>
            <a:r>
              <a:rPr lang="ko-KR" altLang="en-US" dirty="0"/>
              <a:t>중 체류기간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관광이용도 중 지출경비</a:t>
            </a:r>
            <a:r>
              <a:rPr lang="en-US" altLang="ko-KR" dirty="0"/>
              <a:t>, </a:t>
            </a:r>
            <a:r>
              <a:rPr lang="ko-KR" altLang="en-US" dirty="0"/>
              <a:t>관광만족도 중 </a:t>
            </a:r>
            <a:r>
              <a:rPr lang="ko-KR" altLang="en-US" dirty="0" smtClean="0"/>
              <a:t>전반적 만족에 </a:t>
            </a:r>
            <a:r>
              <a:rPr lang="ko-KR" altLang="en-US" dirty="0"/>
              <a:t>차이가 나는지 분석가설을 설정함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="" xmlns:a16="http://schemas.microsoft.com/office/drawing/2014/main" id="{119CAFBE-D635-4DD0-B8A6-8AD85E8621B1}"/>
              </a:ext>
            </a:extLst>
          </p:cNvPr>
          <p:cNvCxnSpPr>
            <a:cxnSpLocks/>
            <a:stCxn id="39" idx="0"/>
          </p:cNvCxnSpPr>
          <p:nvPr/>
        </p:nvCxnSpPr>
        <p:spPr bwMode="auto">
          <a:xfrm flipV="1">
            <a:off x="4295800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="" xmlns:a16="http://schemas.microsoft.com/office/drawing/2014/main" id="{793A9CF7-DF58-44F8-806D-8C97FC8F11D9}"/>
              </a:ext>
            </a:extLst>
          </p:cNvPr>
          <p:cNvSpPr/>
          <p:nvPr/>
        </p:nvSpPr>
        <p:spPr bwMode="auto">
          <a:xfrm>
            <a:off x="776933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="" xmlns:a16="http://schemas.microsoft.com/office/drawing/2014/main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33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="" xmlns:a16="http://schemas.microsoft.com/office/drawing/2014/main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5339636" y="3844388"/>
            <a:ext cx="36032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="" xmlns:a16="http://schemas.microsoft.com/office/drawing/2014/main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2864605" y="3844388"/>
            <a:ext cx="387359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="" xmlns:a16="http://schemas.microsoft.com/office/drawing/2014/main" id="{09F20EA1-97F8-41D4-90C0-F58B6C9AF9F6}"/>
              </a:ext>
            </a:extLst>
          </p:cNvPr>
          <p:cNvSpPr/>
          <p:nvPr/>
        </p:nvSpPr>
        <p:spPr bwMode="auto">
          <a:xfrm>
            <a:off x="3251964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="" xmlns:a16="http://schemas.microsoft.com/office/drawing/2014/main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="" xmlns:a16="http://schemas.microsoft.com/office/drawing/2014/main" id="{8C752F5F-5FCE-4F20-83DC-989D66A1B9D0}"/>
              </a:ext>
            </a:extLst>
          </p:cNvPr>
          <p:cNvSpPr/>
          <p:nvPr/>
        </p:nvSpPr>
        <p:spPr bwMode="auto">
          <a:xfrm>
            <a:off x="5699956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="" xmlns:a16="http://schemas.microsoft.com/office/drawing/2014/main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5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="" xmlns:a16="http://schemas.microsoft.com/office/drawing/2014/main" id="{752212A5-0A85-45CD-B048-3B020E0081E2}"/>
              </a:ext>
            </a:extLst>
          </p:cNvPr>
          <p:cNvSpPr/>
          <p:nvPr/>
        </p:nvSpPr>
        <p:spPr bwMode="auto">
          <a:xfrm>
            <a:off x="3251964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="" xmlns:a16="http://schemas.microsoft.com/office/drawing/2014/main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="" xmlns:a16="http://schemas.microsoft.com/office/drawing/2014/main" id="{95B0EE76-D201-487C-9570-F117C95FFECF}"/>
              </a:ext>
            </a:extLst>
          </p:cNvPr>
          <p:cNvSpPr/>
          <p:nvPr/>
        </p:nvSpPr>
        <p:spPr>
          <a:xfrm>
            <a:off x="3107668" y="4698664"/>
            <a:ext cx="2376264" cy="1880567"/>
          </a:xfrm>
          <a:prstGeom prst="roundRect">
            <a:avLst>
              <a:gd name="adj" fmla="val 7297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="" xmlns:a16="http://schemas.microsoft.com/office/drawing/2014/main" id="{5EEBF01C-F57D-42AC-B59E-CB7DE96006FF}"/>
              </a:ext>
            </a:extLst>
          </p:cNvPr>
          <p:cNvSpPr/>
          <p:nvPr/>
        </p:nvSpPr>
        <p:spPr>
          <a:xfrm>
            <a:off x="981132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E91222EE-2698-44C8-A689-4C9D6F839626}"/>
              </a:ext>
            </a:extLst>
          </p:cNvPr>
          <p:cNvSpPr/>
          <p:nvPr/>
        </p:nvSpPr>
        <p:spPr>
          <a:xfrm>
            <a:off x="2042061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AFD6188F-7C98-4B41-AB6B-A608B320FF51}"/>
              </a:ext>
            </a:extLst>
          </p:cNvPr>
          <p:cNvSpPr/>
          <p:nvPr/>
        </p:nvSpPr>
        <p:spPr>
          <a:xfrm>
            <a:off x="6062516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6FBAE2F1-91A7-41E9-9FEB-48B9F064BCD7}"/>
              </a:ext>
            </a:extLst>
          </p:cNvPr>
          <p:cNvSpPr/>
          <p:nvPr/>
        </p:nvSpPr>
        <p:spPr>
          <a:xfrm>
            <a:off x="3434988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4B2C9854-1243-4492-A83D-616F31E59CE2}"/>
              </a:ext>
            </a:extLst>
          </p:cNvPr>
          <p:cNvSpPr/>
          <p:nvPr/>
        </p:nvSpPr>
        <p:spPr>
          <a:xfrm>
            <a:off x="3431704" y="3216749"/>
            <a:ext cx="801501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방문시도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방문권역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만족방문지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="" xmlns:a16="http://schemas.microsoft.com/office/drawing/2014/main" id="{52D44120-E68A-4BF0-8812-DB1BF4D2A2FA}"/>
              </a:ext>
            </a:extLst>
          </p:cNvPr>
          <p:cNvSpPr/>
          <p:nvPr/>
        </p:nvSpPr>
        <p:spPr>
          <a:xfrm>
            <a:off x="4454748" y="3109027"/>
            <a:ext cx="641201" cy="1508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61" name="모서리가 둥근 직사각형 33">
            <a:extLst>
              <a:ext uri="{FF2B5EF4-FFF2-40B4-BE49-F238E27FC236}">
                <a16:creationId xmlns="" xmlns:a16="http://schemas.microsoft.com/office/drawing/2014/main" id="{933C44B0-3DBF-4A38-BDE8-AA8C7D31C116}"/>
              </a:ext>
            </a:extLst>
          </p:cNvPr>
          <p:cNvSpPr/>
          <p:nvPr/>
        </p:nvSpPr>
        <p:spPr bwMode="auto">
          <a:xfrm>
            <a:off x="8231723" y="4426067"/>
            <a:ext cx="2499826" cy="2027269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(period)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지출경비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(expense)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전반적만족도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overal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="" xmlns:a16="http://schemas.microsoft.com/office/drawing/2014/main" id="{77D20BA4-5375-4DE5-B932-4235901C5979}"/>
              </a:ext>
            </a:extLst>
          </p:cNvPr>
          <p:cNvGrpSpPr/>
          <p:nvPr/>
        </p:nvGrpSpPr>
        <p:grpSpPr>
          <a:xfrm>
            <a:off x="10226979" y="3997519"/>
            <a:ext cx="792000" cy="792000"/>
            <a:chOff x="621298" y="2144493"/>
            <a:chExt cx="879393" cy="859970"/>
          </a:xfrm>
        </p:grpSpPr>
        <p:sp>
          <p:nvSpPr>
            <p:cNvPr id="64" name="Rectangle 78">
              <a:extLst>
                <a:ext uri="{FF2B5EF4-FFF2-40B4-BE49-F238E27FC236}">
                  <a16:creationId xmlns="" xmlns:a16="http://schemas.microsoft.com/office/drawing/2014/main" id="{5CF4844E-0FAC-4E05-8DC6-D1BCF01D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65" name="Rectangle 78">
              <a:extLst>
                <a:ext uri="{FF2B5EF4-FFF2-40B4-BE49-F238E27FC236}">
                  <a16:creationId xmlns="" xmlns:a16="http://schemas.microsoft.com/office/drawing/2014/main" id="{34EAC50A-55A5-4B17-A6ED-77FFB26B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66" name="사각형: 둥근 모서리 65">
            <a:extLst>
              <a:ext uri="{FF2B5EF4-FFF2-40B4-BE49-F238E27FC236}">
                <a16:creationId xmlns="" xmlns:a16="http://schemas.microsoft.com/office/drawing/2014/main" id="{C47CA5C1-96E0-4F33-A1EB-D845B28F7AF1}"/>
              </a:ext>
            </a:extLst>
          </p:cNvPr>
          <p:cNvSpPr/>
          <p:nvPr/>
        </p:nvSpPr>
        <p:spPr>
          <a:xfrm>
            <a:off x="3563531" y="550380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="" xmlns:a16="http://schemas.microsoft.com/office/drawing/2014/main" id="{6B4447C8-4D33-4177-9E8A-3D412CAB7775}"/>
              </a:ext>
            </a:extLst>
          </p:cNvPr>
          <p:cNvSpPr/>
          <p:nvPr/>
        </p:nvSpPr>
        <p:spPr>
          <a:xfrm>
            <a:off x="2034074" y="4046596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="" xmlns:a16="http://schemas.microsoft.com/office/drawing/2014/main" id="{2E1AFBD0-4F37-40C8-95A4-CC76B73FF06A}"/>
              </a:ext>
            </a:extLst>
          </p:cNvPr>
          <p:cNvSpPr/>
          <p:nvPr/>
        </p:nvSpPr>
        <p:spPr>
          <a:xfrm>
            <a:off x="4449429" y="394115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="" xmlns:a16="http://schemas.microsoft.com/office/drawing/2014/main" id="{61351B80-D345-441A-B8AF-CEE0C2EE5617}"/>
              </a:ext>
            </a:extLst>
          </p:cNvPr>
          <p:cNvSpPr/>
          <p:nvPr/>
        </p:nvSpPr>
        <p:spPr>
          <a:xfrm>
            <a:off x="6217156" y="3269744"/>
            <a:ext cx="1066976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="" xmlns:a16="http://schemas.microsoft.com/office/drawing/2014/main" id="{BF2EEFC4-3F1A-48DF-B89B-7D45658F429A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483932" y="5344088"/>
            <a:ext cx="2785892" cy="294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141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1796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티블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형식으로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'ftour.csv',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 데이터셋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분석가설과 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 데이터셋</a:t>
            </a:r>
            <a:r>
              <a:rPr lang="en-US" altLang="ko-KR" dirty="0"/>
              <a:t>(ftour.csv)</a:t>
            </a:r>
            <a:r>
              <a:rPr lang="ko-KR" altLang="en-US" dirty="0"/>
              <a:t>파일을 </a:t>
            </a:r>
            <a:r>
              <a:rPr lang="ko-KR" altLang="en-US" dirty="0" err="1" smtClean="0"/>
              <a:t>티블</a:t>
            </a:r>
            <a:r>
              <a:rPr lang="ko-KR" altLang="en-US" dirty="0" smtClean="0"/>
              <a:t> 객체 </a:t>
            </a:r>
            <a:r>
              <a:rPr lang="ko-KR" altLang="en-US" dirty="0"/>
              <a:t>형식으로 로딩하고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간단하게 데이터  내용과 구조를 탐색함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D2801B31-E713-4753-A13A-B1D5F7E9E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4360"/>
          <a:stretch/>
        </p:blipFill>
        <p:spPr>
          <a:xfrm>
            <a:off x="5015770" y="2176936"/>
            <a:ext cx="6229350" cy="3062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FF6EEBDC-CA42-4F79-B0CF-AB66BE6607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05" r="78615" b="39351"/>
          <a:stretch/>
        </p:blipFill>
        <p:spPr>
          <a:xfrm>
            <a:off x="5015770" y="2528900"/>
            <a:ext cx="1332148" cy="30047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79D7ED08-7324-4F97-AEF7-D0FDFB9D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6922"/>
          <a:stretch/>
        </p:blipFill>
        <p:spPr>
          <a:xfrm>
            <a:off x="7860196" y="2528900"/>
            <a:ext cx="1257300" cy="41696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011DB78C-1227-448F-914C-155254903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392" r="78615"/>
          <a:stretch/>
        </p:blipFill>
        <p:spPr>
          <a:xfrm>
            <a:off x="6420036" y="2528900"/>
            <a:ext cx="1332148" cy="21503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8B5B03E5-A24A-43C8-A08D-5F99654B44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790"/>
          <a:stretch/>
        </p:blipFill>
        <p:spPr>
          <a:xfrm>
            <a:off x="9192344" y="2528900"/>
            <a:ext cx="1152128" cy="24597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사각형: 둥근 모서리 15">
            <a:extLst>
              <a:ext uri="{FF2B5EF4-FFF2-40B4-BE49-F238E27FC236}">
                <a16:creationId xmlns="" xmlns:a16="http://schemas.microsoft.com/office/drawing/2014/main" id="{F7CAA2AE-49A9-4740-A598-E21C3E0FAA66}"/>
              </a:ext>
            </a:extLst>
          </p:cNvPr>
          <p:cNvSpPr/>
          <p:nvPr/>
        </p:nvSpPr>
        <p:spPr>
          <a:xfrm>
            <a:off x="9141152" y="4533690"/>
            <a:ext cx="1221018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모서리가 둥근 직사각형 33">
            <a:extLst>
              <a:ext uri="{FF2B5EF4-FFF2-40B4-BE49-F238E27FC236}">
                <a16:creationId xmlns="" xmlns:a16="http://schemas.microsoft.com/office/drawing/2014/main" id="{3554CEB6-D70A-47AD-A1DC-379CFE524DFA}"/>
              </a:ext>
            </a:extLst>
          </p:cNvPr>
          <p:cNvSpPr/>
          <p:nvPr/>
        </p:nvSpPr>
        <p:spPr bwMode="auto">
          <a:xfrm>
            <a:off x="1867377" y="4905164"/>
            <a:ext cx="2613419" cy="1115438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108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 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(period)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지출경비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(expense)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전반적만족도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overal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AA07D67D-C309-469C-83BF-45246902BB78}"/>
              </a:ext>
            </a:extLst>
          </p:cNvPr>
          <p:cNvGrpSpPr/>
          <p:nvPr/>
        </p:nvGrpSpPr>
        <p:grpSpPr>
          <a:xfrm>
            <a:off x="947428" y="5057814"/>
            <a:ext cx="792000" cy="792000"/>
            <a:chOff x="621298" y="2144493"/>
            <a:chExt cx="879393" cy="859970"/>
          </a:xfrm>
        </p:grpSpPr>
        <p:sp>
          <p:nvSpPr>
            <p:cNvPr id="25" name="Rectangle 78">
              <a:extLst>
                <a:ext uri="{FF2B5EF4-FFF2-40B4-BE49-F238E27FC236}">
                  <a16:creationId xmlns="" xmlns:a16="http://schemas.microsoft.com/office/drawing/2014/main" id="{916CAE9D-C84A-4168-AAA2-C4C1ABE0E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26" name="Rectangle 78">
              <a:extLst>
                <a:ext uri="{FF2B5EF4-FFF2-40B4-BE49-F238E27FC236}">
                  <a16:creationId xmlns="" xmlns:a16="http://schemas.microsoft.com/office/drawing/2014/main" id="{366417F8-BF55-4E84-A4C0-7DEAD739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27" name="사각형: 둥근 모서리 26">
            <a:extLst>
              <a:ext uri="{FF2B5EF4-FFF2-40B4-BE49-F238E27FC236}">
                <a16:creationId xmlns="" xmlns:a16="http://schemas.microsoft.com/office/drawing/2014/main" id="{C171EF09-5EDB-4255-8BE0-18DE02180CF2}"/>
              </a:ext>
            </a:extLst>
          </p:cNvPr>
          <p:cNvSpPr/>
          <p:nvPr/>
        </p:nvSpPr>
        <p:spPr>
          <a:xfrm>
            <a:off x="4917966" y="5389692"/>
            <a:ext cx="1499675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="" xmlns:a16="http://schemas.microsoft.com/office/drawing/2014/main" id="{5EE31C9E-CF9D-4533-ABE0-23C8755D5BB9}"/>
              </a:ext>
            </a:extLst>
          </p:cNvPr>
          <p:cNvSpPr/>
          <p:nvPr/>
        </p:nvSpPr>
        <p:spPr>
          <a:xfrm>
            <a:off x="4917966" y="3238782"/>
            <a:ext cx="1499675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="" xmlns:a16="http://schemas.microsoft.com/office/drawing/2014/main" id="{3A141EB7-2FD6-47C3-8217-26FEAABEF47F}"/>
              </a:ext>
            </a:extLst>
          </p:cNvPr>
          <p:cNvSpPr/>
          <p:nvPr/>
        </p:nvSpPr>
        <p:spPr>
          <a:xfrm>
            <a:off x="6323204" y="2537138"/>
            <a:ext cx="1499675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2140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64310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 변수 탐색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관광계획결정요인</a:t>
            </a:r>
            <a:r>
              <a:rPr lang="en-US" altLang="ko-KR" dirty="0"/>
              <a:t>, </a:t>
            </a:r>
            <a:r>
              <a:rPr lang="ko-KR" altLang="en-US" dirty="0"/>
              <a:t>관광이용도</a:t>
            </a:r>
            <a:r>
              <a:rPr lang="en-US" altLang="ko-KR" dirty="0"/>
              <a:t>, </a:t>
            </a:r>
            <a:r>
              <a:rPr lang="ko-KR" altLang="en-US" dirty="0"/>
              <a:t>관광만족도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독립</a:t>
            </a:r>
            <a:r>
              <a:rPr lang="en-US" altLang="ko-KR" dirty="0"/>
              <a:t>·</a:t>
            </a:r>
            <a:r>
              <a:rPr lang="ko-KR" altLang="en-US" dirty="0"/>
              <a:t>설명</a:t>
            </a:r>
            <a:r>
              <a:rPr lang="en-US" altLang="ko-KR" dirty="0"/>
              <a:t>·</a:t>
            </a:r>
            <a:r>
              <a:rPr lang="ko-KR" altLang="en-US" dirty="0"/>
              <a:t>예측변수 역할을 하는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변수에 대한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6348028" y="2176936"/>
            <a:ext cx="45723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원본 수치형에서 문자형으로 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c(1:19)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싱가포르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태국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말레이시아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호주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캐나다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영국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독일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프랑스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러시아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필리핀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인도네시아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베트남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from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to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9EFE2A45-8CD8-45FA-A753-A57DEF1BE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08" y="2288381"/>
            <a:ext cx="2895600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B5332C40-4BA1-4EF3-914B-1288A8969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08" y="3562404"/>
            <a:ext cx="3752850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D647B661-2265-4A15-BD0D-45778A945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95" y="4578052"/>
            <a:ext cx="4819650" cy="2019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04717565-14AE-4C98-9A98-271E97C8B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308" y="2649167"/>
            <a:ext cx="3362325" cy="847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55287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문자형으로 리코딩결과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사각형: 둥근 모서리 76">
            <a:extLst>
              <a:ext uri="{FF2B5EF4-FFF2-40B4-BE49-F238E27FC236}">
                <a16:creationId xmlns="" xmlns:a16="http://schemas.microsoft.com/office/drawing/2014/main" id="{5E8BE140-C402-42E6-B11B-9AEF28850395}"/>
              </a:ext>
            </a:extLst>
          </p:cNvPr>
          <p:cNvSpPr/>
          <p:nvPr/>
        </p:nvSpPr>
        <p:spPr>
          <a:xfrm>
            <a:off x="5666370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library(janitor);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arrange(desc(n)) %&gt;% View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"increasing",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 변수 탐색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변수에 대해 리코딩을 실시하고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빈도와 비율분석 전용 패키지를 활용해  기술통계분석을 실시함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F3A7A805-D00B-4998-8889-F1D069CB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185" y="3263700"/>
            <a:ext cx="3625918" cy="33307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978E9F3B-FEA2-4B68-8F51-42BBFA335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3263700"/>
            <a:ext cx="3774256" cy="33307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67252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4990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연속형변수인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 기술통계파악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my$period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my$period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my$period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한달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(31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보다 큰 체류일정은 극단치로 간주해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데이터에서 제외하는 것으로 논리적 판단적용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my2 &lt;- subset(my, period &lt;= 31)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논리적판단에 따른 이상치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결과확인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psych::describe(my2$period)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::describe(my2$period)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체류기간 변수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관광계획결정요인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종속</a:t>
            </a:r>
            <a:r>
              <a:rPr lang="en-US" altLang="ko-KR" dirty="0"/>
              <a:t>·</a:t>
            </a:r>
            <a:r>
              <a:rPr lang="ko-KR" altLang="en-US" dirty="0"/>
              <a:t>결과</a:t>
            </a:r>
            <a:r>
              <a:rPr lang="en-US" altLang="ko-KR" dirty="0"/>
              <a:t>·</a:t>
            </a:r>
            <a:r>
              <a:rPr lang="ko-KR" altLang="en-US" dirty="0"/>
              <a:t>반응</a:t>
            </a:r>
            <a:r>
              <a:rPr lang="en-US" altLang="ko-KR" dirty="0"/>
              <a:t>·</a:t>
            </a:r>
            <a:r>
              <a:rPr lang="ko-KR" altLang="en-US" dirty="0"/>
              <a:t>성과변수 역할을 하는 체류기간</a:t>
            </a:r>
            <a:r>
              <a:rPr lang="en-US" altLang="ko-KR" dirty="0"/>
              <a:t>(period) </a:t>
            </a:r>
            <a:r>
              <a:rPr lang="ko-KR" altLang="en-US" dirty="0"/>
              <a:t>변수에 대한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6316629" y="2176936"/>
            <a:ext cx="514396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이용한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 &lt;- boxplot(my2$period,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체류기간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str(bp)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중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(Quantile)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 내부구조 중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2655AB72-3BF7-4AEE-A8E8-F8F22FF98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040" y="4878288"/>
            <a:ext cx="1308536" cy="17089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0756A9EE-63BD-4335-B2F1-4A19A4B67F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452"/>
          <a:stretch/>
        </p:blipFill>
        <p:spPr>
          <a:xfrm>
            <a:off x="6564052" y="4878288"/>
            <a:ext cx="32480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1EF28A90-1DB7-4DBF-9E84-E2821D802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052" y="6132196"/>
            <a:ext cx="3248025" cy="457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AC7C583B-8158-4232-B5BF-4FECC5B3F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905" y="2448082"/>
            <a:ext cx="2790825" cy="733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9D47D4CF-6BF6-41D8-96FA-67D8C3054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3505" y="5882977"/>
            <a:ext cx="2943225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0204FFB1-2684-478C-89C4-1B9FAE0AC1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819" y="3281135"/>
            <a:ext cx="5025911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291338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76">
            <a:extLst>
              <a:ext uri="{FF2B5EF4-FFF2-40B4-BE49-F238E27FC236}">
                <a16:creationId xmlns="" xmlns:a16="http://schemas.microsoft.com/office/drawing/2014/main" id="{C6D91EA3-9277-47FC-AA46-F1455A131C4C}"/>
              </a:ext>
            </a:extLst>
          </p:cNvPr>
          <p:cNvSpPr/>
          <p:nvPr/>
        </p:nvSpPr>
        <p:spPr>
          <a:xfrm>
            <a:off x="524905" y="2176936"/>
            <a:ext cx="618496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변수인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 기술통계파악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앞서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이하로 전처리한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psych::describe(my2$expense)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::describe(my2$expense)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만달러 보다 큰 지출경비는 극단치로 간주해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데이터에서 제외하는 것으로 논리적 판단적용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my3 &lt;- subset(my2, expense &lt;= 10000)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논리적판단에 따른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결과확인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psych::describe(my3$expense)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::describe(my3$expense)</a:t>
            </a:r>
          </a:p>
        </p:txBody>
      </p:sp>
      <p:sp>
        <p:nvSpPr>
          <p:cNvPr id="21" name="사각형: 둥근 모서리 76">
            <a:extLst>
              <a:ext uri="{FF2B5EF4-FFF2-40B4-BE49-F238E27FC236}">
                <a16:creationId xmlns="" xmlns:a16="http://schemas.microsoft.com/office/drawing/2014/main" id="{A235DD87-449A-4C91-9452-4777A8DDDEA3}"/>
              </a:ext>
            </a:extLst>
          </p:cNvPr>
          <p:cNvSpPr/>
          <p:nvPr/>
        </p:nvSpPr>
        <p:spPr>
          <a:xfrm>
            <a:off x="6850019" y="2176936"/>
            <a:ext cx="461057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이용한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 &lt;- boxplot(my3$expense,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str(bp)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(Quantile)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지출경비 변수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관광이용도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종속</a:t>
            </a:r>
            <a:r>
              <a:rPr lang="en-US" altLang="ko-KR" dirty="0"/>
              <a:t>·</a:t>
            </a:r>
            <a:r>
              <a:rPr lang="ko-KR" altLang="en-US" dirty="0"/>
              <a:t>결과</a:t>
            </a:r>
            <a:r>
              <a:rPr lang="en-US" altLang="ko-KR" dirty="0"/>
              <a:t>·</a:t>
            </a:r>
            <a:r>
              <a:rPr lang="ko-KR" altLang="en-US" dirty="0"/>
              <a:t>반응</a:t>
            </a:r>
            <a:r>
              <a:rPr lang="en-US" altLang="ko-KR" dirty="0"/>
              <a:t>·</a:t>
            </a:r>
            <a:r>
              <a:rPr lang="ko-KR" altLang="en-US" dirty="0"/>
              <a:t>성과변수 역할을 하는 지출경비</a:t>
            </a:r>
            <a:r>
              <a:rPr lang="en-US" altLang="ko-KR" dirty="0"/>
              <a:t>(expense) </a:t>
            </a:r>
            <a:r>
              <a:rPr lang="ko-KR" altLang="en-US" dirty="0"/>
              <a:t>변수에 대한  기술통계분석을 실시함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F95AD131-1969-4070-8D73-D7F81C76E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57" y="3383471"/>
            <a:ext cx="5904656" cy="16156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6FBA58A2-1A32-4B9E-BC23-AD3D25FD97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109"/>
          <a:stretch/>
        </p:blipFill>
        <p:spPr>
          <a:xfrm>
            <a:off x="3026413" y="2611533"/>
            <a:ext cx="3543300" cy="7168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89E495C4-F3F6-4F49-8021-643B2885D2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109"/>
          <a:stretch/>
        </p:blipFill>
        <p:spPr>
          <a:xfrm>
            <a:off x="3026413" y="5944395"/>
            <a:ext cx="3543300" cy="6360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50EBD2BF-0C5E-4E61-AC65-B23B8BE77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384" y="2908468"/>
            <a:ext cx="1722952" cy="1885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1FAD5EFA-4DEE-4A41-925D-89C4E9008F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b="27560"/>
          <a:stretch/>
        </p:blipFill>
        <p:spPr>
          <a:xfrm>
            <a:off x="7503436" y="4905961"/>
            <a:ext cx="3771900" cy="11384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="" xmlns:a16="http://schemas.microsoft.com/office/drawing/2014/main" id="{7E8F6F42-CA46-45D5-A676-65FE873E3B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3804"/>
          <a:stretch/>
        </p:blipFill>
        <p:spPr>
          <a:xfrm>
            <a:off x="7503436" y="6133465"/>
            <a:ext cx="3771900" cy="4117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65373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4990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변수인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전반적만족도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 기술통계파악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앞서 체류기간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31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이하로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만달러 이하로 전처리한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my3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데이터셋을 활용함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psych::describe(my3$overal)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::describe(my3$overal)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5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점척도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범위의 조작적정의 내용대로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측정된 데이터로 간주해 이상치는 없는 것으로 파악함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전반적만족도 변수 탐색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6276020" y="2176936"/>
            <a:ext cx="518457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이용한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 &lt;- boxplot(my3$overal,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전반적만족도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str(bp)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(Quantile)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333BD9E4-9DEA-46A8-90DF-345EED8493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거주국가에 따른 관광만족도 간의 관계분석을 위해 </a:t>
            </a:r>
            <a:br>
              <a:rPr lang="ko-KR" altLang="en-US" dirty="0"/>
            </a:br>
            <a:r>
              <a:rPr lang="ko-KR" altLang="en-US" dirty="0"/>
              <a:t>종속</a:t>
            </a:r>
            <a:r>
              <a:rPr lang="en-US" altLang="ko-KR" dirty="0"/>
              <a:t>·</a:t>
            </a:r>
            <a:r>
              <a:rPr lang="ko-KR" altLang="en-US" dirty="0"/>
              <a:t>결과</a:t>
            </a:r>
            <a:r>
              <a:rPr lang="en-US" altLang="ko-KR" dirty="0"/>
              <a:t>·</a:t>
            </a:r>
            <a:r>
              <a:rPr lang="ko-KR" altLang="en-US" dirty="0"/>
              <a:t>반응</a:t>
            </a:r>
            <a:r>
              <a:rPr lang="en-US" altLang="ko-KR" dirty="0"/>
              <a:t>·</a:t>
            </a:r>
            <a:r>
              <a:rPr lang="ko-KR" altLang="en-US" dirty="0"/>
              <a:t>성과변수 역할을 하는 전반적만족도</a:t>
            </a:r>
            <a:r>
              <a:rPr lang="en-US" altLang="ko-KR" dirty="0"/>
              <a:t>(</a:t>
            </a:r>
            <a:r>
              <a:rPr lang="en-US" altLang="ko-KR" dirty="0" err="1"/>
              <a:t>overal</a:t>
            </a:r>
            <a:r>
              <a:rPr lang="en-US" altLang="ko-KR" dirty="0"/>
              <a:t>) </a:t>
            </a:r>
            <a:r>
              <a:rPr lang="ko-KR" altLang="en-US" dirty="0"/>
              <a:t>변수에 대한  기술통계분석을 실시함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D9572EA5-E47F-4102-93E4-D9C7B5D24E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509"/>
          <a:stretch/>
        </p:blipFill>
        <p:spPr>
          <a:xfrm>
            <a:off x="699592" y="3519476"/>
            <a:ext cx="5200650" cy="43204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8A319A61-102F-47BA-8F77-093BC6E020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881"/>
          <a:stretch/>
        </p:blipFill>
        <p:spPr>
          <a:xfrm>
            <a:off x="699592" y="4131543"/>
            <a:ext cx="5200650" cy="11648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BFFC7BFD-6636-4C16-9399-614EE0C8E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452" y="2694052"/>
            <a:ext cx="2205484" cy="24671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A8B98045-AD6D-4F63-8D02-3551776E4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236" y="5373216"/>
            <a:ext cx="2933700" cy="1133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4282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549908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pd_nat_my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aggregate(period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 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pd_nat_my2 &lt;- aggregate(period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my2, mean)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pd_nat_my3 &lt;- aggregate(period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my3, mean)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pd_nat_my3_trim &lt;- aggregate(period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my3,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mean, trim = 0.05) %&gt;% print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pd_nat_my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pd_nat_my2[2], pd_nat_my3[2], pd_nat_my3_trim[2]) %&gt;% print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format(digits = 2) %&gt;% arrange(desc(period.2)) %&gt;% print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</a:t>
            </a:r>
            <a:r>
              <a:rPr lang="en-US" altLang="ko-KR" dirty="0"/>
              <a:t> </a:t>
            </a:r>
            <a:r>
              <a:rPr lang="ko-KR" altLang="en-US" dirty="0"/>
              <a:t>따른 체류기간 요약집계분석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특성요인인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관광계획 결정요인인 </a:t>
            </a:r>
            <a:r>
              <a:rPr lang="ko-KR" altLang="en-US" dirty="0"/>
              <a:t>체류기간</a:t>
            </a:r>
            <a:r>
              <a:rPr lang="en-US" altLang="ko-KR" dirty="0"/>
              <a:t>(period)</a:t>
            </a:r>
            <a:r>
              <a:rPr lang="ko-KR" altLang="en-US" dirty="0"/>
              <a:t>의 분포에 차이가 있는지를 요약집계분석을 통해 파악함</a:t>
            </a:r>
          </a:p>
        </p:txBody>
      </p:sp>
      <p:sp>
        <p:nvSpPr>
          <p:cNvPr id="6" name="사각형: 둥근 모서리 76">
            <a:extLst>
              <a:ext uri="{FF2B5EF4-FFF2-40B4-BE49-F238E27FC236}">
                <a16:creationId xmlns="" xmlns:a16="http://schemas.microsoft.com/office/drawing/2014/main" id="{4B0E197F-AC05-4D82-A856-55C3DCFD754E}"/>
              </a:ext>
            </a:extLst>
          </p:cNvPr>
          <p:cNvSpPr/>
          <p:nvPr/>
        </p:nvSpPr>
        <p:spPr>
          <a:xfrm>
            <a:off x="6167031" y="2176936"/>
            <a:ext cx="496953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reorder(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period.2), y = period.2)) +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(stat="identity", fill="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steelblue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coord_flip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ggtitle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체류기간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8D73DCD1-7642-4CF6-869E-46CCB624B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498" y="3881674"/>
            <a:ext cx="3081349" cy="27247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A4726E5A-E5AA-482B-8507-7F55B0EAC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413" y="3787027"/>
            <a:ext cx="4572000" cy="2819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1659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557109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ep_nat_my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 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ep_nat_my2 &lt;- 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my2, mean)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ep_nat_my3 &lt;- 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my3, mean)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ep_nat_my3_trim &lt;- 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my3,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mean, trim = 0.05) %&gt;% print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ep_nat_my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ep_nat_my2[2], ep_nat_my3[2], ep_nat_my3_trim[2]) %&gt;% print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format(digits = 2) %&gt;% arrange(desc(expense.2)) %&gt;% print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</a:t>
            </a:r>
            <a:r>
              <a:rPr lang="en-US" altLang="ko-KR" dirty="0"/>
              <a:t> </a:t>
            </a:r>
            <a:r>
              <a:rPr lang="ko-KR" altLang="en-US" dirty="0"/>
              <a:t>따른 지출경비 요약집계분석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특성요인인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관광이용도 요인인 </a:t>
            </a:r>
            <a:r>
              <a:rPr lang="ko-KR" altLang="en-US" dirty="0"/>
              <a:t>지출경비</a:t>
            </a:r>
            <a:r>
              <a:rPr lang="en-US" altLang="ko-KR" dirty="0"/>
              <a:t>(expense)</a:t>
            </a:r>
            <a:r>
              <a:rPr lang="ko-KR" altLang="en-US" dirty="0"/>
              <a:t>의 분포에 차이가 있는지를 요약집계분석을 통해 파악함</a:t>
            </a:r>
          </a:p>
        </p:txBody>
      </p:sp>
      <p:sp>
        <p:nvSpPr>
          <p:cNvPr id="6" name="사각형: 둥근 모서리 76">
            <a:extLst>
              <a:ext uri="{FF2B5EF4-FFF2-40B4-BE49-F238E27FC236}">
                <a16:creationId xmlns="" xmlns:a16="http://schemas.microsoft.com/office/drawing/2014/main" id="{4B0E197F-AC05-4D82-A856-55C3DCFD754E}"/>
              </a:ext>
            </a:extLst>
          </p:cNvPr>
          <p:cNvSpPr/>
          <p:nvPr/>
        </p:nvSpPr>
        <p:spPr>
          <a:xfrm>
            <a:off x="6167030" y="2176936"/>
            <a:ext cx="522155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reorder(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expense.2), y = expense.2)) +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(stat="identity", fill = "#FF6666")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coord_flip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ggtitle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1CB69F9A-69FF-42DF-9AD8-CCD4AB071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842" y="3867488"/>
            <a:ext cx="3316042" cy="27389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C7BE8203-688B-45A8-9B19-145465319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283" y="3796552"/>
            <a:ext cx="4591050" cy="28098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2918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549908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전반적만족도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ov_nat_my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 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ov_nat_my2 &lt;- 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my2, mean)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ov_nat_my3 &lt;- 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my3, mean) %&gt;% print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ov_nat_my3_trim &lt;- 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my3,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mean, trim = 0.05) %&gt;% print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ov_nat_my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ov_nat_my2[2], ov_nat_my3[2], ov_nat_my3_trim[2]) %&gt;% print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format(digits = 3) %&gt;% arrange(desc(overal.2)) %&gt;% print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</a:t>
            </a:r>
            <a:r>
              <a:rPr lang="en-US" altLang="ko-KR" dirty="0"/>
              <a:t> </a:t>
            </a:r>
            <a:r>
              <a:rPr lang="ko-KR" altLang="en-US" dirty="0"/>
              <a:t>따른 전반적만족도 요약집계분석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특성요인인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관광만족도 요인인 </a:t>
            </a:r>
            <a:r>
              <a:rPr lang="ko-KR" altLang="en-US" dirty="0"/>
              <a:t>전반적만족도</a:t>
            </a:r>
            <a:r>
              <a:rPr lang="en-US" altLang="ko-KR" dirty="0"/>
              <a:t>(</a:t>
            </a:r>
            <a:r>
              <a:rPr lang="en-US" altLang="ko-KR" dirty="0" err="1"/>
              <a:t>overal</a:t>
            </a:r>
            <a:r>
              <a:rPr lang="en-US" altLang="ko-KR" dirty="0"/>
              <a:t>)</a:t>
            </a:r>
            <a:r>
              <a:rPr lang="ko-KR" altLang="en-US" dirty="0"/>
              <a:t>의 분포에 차이가 있는지를 요약집계분석을 통해 파악함</a:t>
            </a:r>
          </a:p>
        </p:txBody>
      </p:sp>
      <p:sp>
        <p:nvSpPr>
          <p:cNvPr id="6" name="사각형: 둥근 모서리 76">
            <a:extLst>
              <a:ext uri="{FF2B5EF4-FFF2-40B4-BE49-F238E27FC236}">
                <a16:creationId xmlns="" xmlns:a16="http://schemas.microsoft.com/office/drawing/2014/main" id="{4B0E197F-AC05-4D82-A856-55C3DCFD754E}"/>
              </a:ext>
            </a:extLst>
          </p:cNvPr>
          <p:cNvSpPr/>
          <p:nvPr/>
        </p:nvSpPr>
        <p:spPr>
          <a:xfrm>
            <a:off x="6167031" y="2176936"/>
            <a:ext cx="496953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전반적만족도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reorder(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overal.2), y = overal.2)) +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(stat="identity", fill = "orange")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coord_flip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ggtitle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전반적만족도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9B4BFD52-B85D-4E05-AF83-27064E0E0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516" y="3896740"/>
            <a:ext cx="3129216" cy="27334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364F9E82-CEDD-41DD-A971-581A6FE9E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540" y="3829852"/>
            <a:ext cx="4572000" cy="2800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43160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76">
            <a:extLst>
              <a:ext uri="{FF2B5EF4-FFF2-40B4-BE49-F238E27FC236}">
                <a16:creationId xmlns="" xmlns:a16="http://schemas.microsoft.com/office/drawing/2014/main" id="{99596463-2B5B-4125-822F-5F75FF76D102}"/>
              </a:ext>
            </a:extLst>
          </p:cNvPr>
          <p:cNvSpPr/>
          <p:nvPr/>
        </p:nvSpPr>
        <p:spPr>
          <a:xfrm>
            <a:off x="5642758" y="2176936"/>
            <a:ext cx="596185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요약집계 종합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p3,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3)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8870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거주국가와 다른 변수간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이변량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결과종합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nat_effect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[c(1, 4)],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[4],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ov_nat_df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[4])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format(digit = 2) %&gt;% print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nat_effect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&lt;- 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'period', 'expense',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nat_effect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arrange(desc(period), desc(expense)) %&gt;% print 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따른 </a:t>
            </a:r>
            <a:r>
              <a:rPr lang="en-US" altLang="ko-KR" dirty="0"/>
              <a:t>2</a:t>
            </a:r>
            <a:r>
              <a:rPr lang="ko-KR" altLang="en-US" dirty="0"/>
              <a:t>차원 요약집계 종합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관광계획결정요인 중 체류기간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관광이용도 중 지출경비</a:t>
            </a:r>
            <a:r>
              <a:rPr lang="en-US" altLang="ko-KR" dirty="0"/>
              <a:t>, </a:t>
            </a:r>
            <a:r>
              <a:rPr lang="ko-KR" altLang="en-US" dirty="0"/>
              <a:t>관광만족도 중 전반적만족에 차이가 나는지에 대한 요약집계 결과를 종합함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5D92414D-2FBF-4A35-AE8E-5615096C0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8" y="3552834"/>
            <a:ext cx="4286250" cy="2990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3AB2FE13-2C90-486E-BFAE-28697ED71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60" y="3552834"/>
            <a:ext cx="5632256" cy="2990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794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167404" y="3246846"/>
            <a:ext cx="6601487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2514821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2514821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159BD907-7557-4079-97A6-67DDAF52F5C8}"/>
              </a:ext>
            </a:extLst>
          </p:cNvPr>
          <p:cNvGrpSpPr/>
          <p:nvPr/>
        </p:nvGrpSpPr>
        <p:grpSpPr>
          <a:xfrm>
            <a:off x="2514821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D0A7171-7727-44BC-8090-83C129B4F500}"/>
              </a:ext>
            </a:extLst>
          </p:cNvPr>
          <p:cNvSpPr txBox="1"/>
          <p:nvPr/>
        </p:nvSpPr>
        <p:spPr>
          <a:xfrm>
            <a:off x="3167405" y="2148345"/>
            <a:ext cx="64924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차원 요약집계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7C8A838-6573-4C01-BE06-29CEBE8142F4}"/>
              </a:ext>
            </a:extLst>
          </p:cNvPr>
          <p:cNvSpPr txBox="1"/>
          <p:nvPr/>
        </p:nvSpPr>
        <p:spPr>
          <a:xfrm>
            <a:off x="3167406" y="3246480"/>
            <a:ext cx="6601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다차원 요약집계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2AE737B3-034A-4E08-AF01-F00CF9A7AB46}"/>
              </a:ext>
            </a:extLst>
          </p:cNvPr>
          <p:cNvSpPr txBox="1"/>
          <p:nvPr/>
        </p:nvSpPr>
        <p:spPr>
          <a:xfrm>
            <a:off x="3167404" y="4344615"/>
            <a:ext cx="660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다차원 교차분석</a:t>
            </a:r>
          </a:p>
        </p:txBody>
      </p:sp>
    </p:spTree>
    <p:extLst>
      <p:ext uri="{BB962C8B-B14F-4D97-AF65-F5344CB8AC3E}">
        <p14:creationId xmlns:p14="http://schemas.microsoft.com/office/powerpoint/2010/main" val="17203531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2809" y="2276475"/>
            <a:ext cx="7481403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="" xmlns:a16="http://schemas.microsoft.com/office/drawing/2014/main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9396" y="2508257"/>
            <a:ext cx="7236801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glow>
                    <a:schemeClr val="bg1"/>
                  </a:glow>
                </a:effectLst>
              </a:rPr>
              <a:t>관광객특성요인에 따른 다차원 요약집계 가설수립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동반형태가 결합하여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체류기간</a:t>
            </a:r>
            <a:r>
              <a:rPr lang="en-US" altLang="ko-KR" dirty="0"/>
              <a:t>, </a:t>
            </a:r>
            <a:r>
              <a:rPr lang="ko-KR" altLang="en-US" dirty="0"/>
              <a:t>지출경비</a:t>
            </a:r>
            <a:r>
              <a:rPr lang="en-US" altLang="ko-KR" dirty="0"/>
              <a:t>, </a:t>
            </a:r>
            <a:r>
              <a:rPr lang="ko-KR" altLang="en-US" dirty="0"/>
              <a:t>전반적만족도 변수에 영향을 미치는지 분석가설을 수립함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="" xmlns:a16="http://schemas.microsoft.com/office/drawing/2014/main" id="{119CAFBE-D635-4DD0-B8A6-8AD85E8621B1}"/>
              </a:ext>
            </a:extLst>
          </p:cNvPr>
          <p:cNvCxnSpPr>
            <a:cxnSpLocks/>
            <a:stCxn id="39" idx="0"/>
          </p:cNvCxnSpPr>
          <p:nvPr/>
        </p:nvCxnSpPr>
        <p:spPr bwMode="auto">
          <a:xfrm flipV="1">
            <a:off x="4295800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="" xmlns:a16="http://schemas.microsoft.com/office/drawing/2014/main" id="{793A9CF7-DF58-44F8-806D-8C97FC8F11D9}"/>
              </a:ext>
            </a:extLst>
          </p:cNvPr>
          <p:cNvSpPr/>
          <p:nvPr/>
        </p:nvSpPr>
        <p:spPr bwMode="auto">
          <a:xfrm>
            <a:off x="776933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="" xmlns:a16="http://schemas.microsoft.com/office/drawing/2014/main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33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="" xmlns:a16="http://schemas.microsoft.com/office/drawing/2014/main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5339636" y="3844388"/>
            <a:ext cx="36032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="" xmlns:a16="http://schemas.microsoft.com/office/drawing/2014/main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2864605" y="3844388"/>
            <a:ext cx="387359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="" xmlns:a16="http://schemas.microsoft.com/office/drawing/2014/main" id="{09F20EA1-97F8-41D4-90C0-F58B6C9AF9F6}"/>
              </a:ext>
            </a:extLst>
          </p:cNvPr>
          <p:cNvSpPr/>
          <p:nvPr/>
        </p:nvSpPr>
        <p:spPr bwMode="auto">
          <a:xfrm>
            <a:off x="3251964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="" xmlns:a16="http://schemas.microsoft.com/office/drawing/2014/main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="" xmlns:a16="http://schemas.microsoft.com/office/drawing/2014/main" id="{8C752F5F-5FCE-4F20-83DC-989D66A1B9D0}"/>
              </a:ext>
            </a:extLst>
          </p:cNvPr>
          <p:cNvSpPr/>
          <p:nvPr/>
        </p:nvSpPr>
        <p:spPr bwMode="auto">
          <a:xfrm>
            <a:off x="5699956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="" xmlns:a16="http://schemas.microsoft.com/office/drawing/2014/main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5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="" xmlns:a16="http://schemas.microsoft.com/office/drawing/2014/main" id="{752212A5-0A85-45CD-B048-3B020E0081E2}"/>
              </a:ext>
            </a:extLst>
          </p:cNvPr>
          <p:cNvSpPr/>
          <p:nvPr/>
        </p:nvSpPr>
        <p:spPr bwMode="auto">
          <a:xfrm>
            <a:off x="3251964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="" xmlns:a16="http://schemas.microsoft.com/office/drawing/2014/main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="" xmlns:a16="http://schemas.microsoft.com/office/drawing/2014/main" id="{95B0EE76-D201-487C-9570-F117C95FFECF}"/>
              </a:ext>
            </a:extLst>
          </p:cNvPr>
          <p:cNvSpPr/>
          <p:nvPr/>
        </p:nvSpPr>
        <p:spPr>
          <a:xfrm>
            <a:off x="3107668" y="4698664"/>
            <a:ext cx="2376264" cy="1880567"/>
          </a:xfrm>
          <a:prstGeom prst="roundRect">
            <a:avLst>
              <a:gd name="adj" fmla="val 7297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="" xmlns:a16="http://schemas.microsoft.com/office/drawing/2014/main" id="{5EEBF01C-F57D-42AC-B59E-CB7DE96006FF}"/>
              </a:ext>
            </a:extLst>
          </p:cNvPr>
          <p:cNvSpPr/>
          <p:nvPr/>
        </p:nvSpPr>
        <p:spPr>
          <a:xfrm>
            <a:off x="981132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E91222EE-2698-44C8-A689-4C9D6F839626}"/>
              </a:ext>
            </a:extLst>
          </p:cNvPr>
          <p:cNvSpPr/>
          <p:nvPr/>
        </p:nvSpPr>
        <p:spPr>
          <a:xfrm>
            <a:off x="2042061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AFD6188F-7C98-4B41-AB6B-A608B320FF51}"/>
              </a:ext>
            </a:extLst>
          </p:cNvPr>
          <p:cNvSpPr/>
          <p:nvPr/>
        </p:nvSpPr>
        <p:spPr>
          <a:xfrm>
            <a:off x="6062516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6FBAE2F1-91A7-41E9-9FEB-48B9F064BCD7}"/>
              </a:ext>
            </a:extLst>
          </p:cNvPr>
          <p:cNvSpPr/>
          <p:nvPr/>
        </p:nvSpPr>
        <p:spPr>
          <a:xfrm>
            <a:off x="3434988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4B2C9854-1243-4492-A83D-616F31E59CE2}"/>
              </a:ext>
            </a:extLst>
          </p:cNvPr>
          <p:cNvSpPr/>
          <p:nvPr/>
        </p:nvSpPr>
        <p:spPr>
          <a:xfrm>
            <a:off x="3431704" y="3216749"/>
            <a:ext cx="801501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방문시도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방문권역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만족방문지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="" xmlns:a16="http://schemas.microsoft.com/office/drawing/2014/main" id="{52D44120-E68A-4BF0-8812-DB1BF4D2A2FA}"/>
              </a:ext>
            </a:extLst>
          </p:cNvPr>
          <p:cNvSpPr/>
          <p:nvPr/>
        </p:nvSpPr>
        <p:spPr>
          <a:xfrm>
            <a:off x="4454748" y="3109027"/>
            <a:ext cx="641201" cy="1508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61" name="모서리가 둥근 직사각형 33">
            <a:extLst>
              <a:ext uri="{FF2B5EF4-FFF2-40B4-BE49-F238E27FC236}">
                <a16:creationId xmlns="" xmlns:a16="http://schemas.microsoft.com/office/drawing/2014/main" id="{933C44B0-3DBF-4A38-BDE8-AA8C7D31C116}"/>
              </a:ext>
            </a:extLst>
          </p:cNvPr>
          <p:cNvSpPr/>
          <p:nvPr/>
        </p:nvSpPr>
        <p:spPr bwMode="auto">
          <a:xfrm>
            <a:off x="7360343" y="5215032"/>
            <a:ext cx="3375409" cy="1271593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+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(member)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(period)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(expense)</a:t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전반적만족도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overal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="" xmlns:a16="http://schemas.microsoft.com/office/drawing/2014/main" id="{77D20BA4-5375-4DE5-B932-4235901C5979}"/>
              </a:ext>
            </a:extLst>
          </p:cNvPr>
          <p:cNvGrpSpPr/>
          <p:nvPr/>
        </p:nvGrpSpPr>
        <p:grpSpPr>
          <a:xfrm>
            <a:off x="10339752" y="4761148"/>
            <a:ext cx="792000" cy="792000"/>
            <a:chOff x="621298" y="2144493"/>
            <a:chExt cx="879393" cy="859970"/>
          </a:xfrm>
        </p:grpSpPr>
        <p:sp>
          <p:nvSpPr>
            <p:cNvPr id="64" name="Rectangle 78">
              <a:extLst>
                <a:ext uri="{FF2B5EF4-FFF2-40B4-BE49-F238E27FC236}">
                  <a16:creationId xmlns="" xmlns:a16="http://schemas.microsoft.com/office/drawing/2014/main" id="{5CF4844E-0FAC-4E05-8DC6-D1BCF01D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65" name="Rectangle 78">
              <a:extLst>
                <a:ext uri="{FF2B5EF4-FFF2-40B4-BE49-F238E27FC236}">
                  <a16:creationId xmlns="" xmlns:a16="http://schemas.microsoft.com/office/drawing/2014/main" id="{34EAC50A-55A5-4B17-A6ED-77FFB26B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66" name="사각형: 둥근 모서리 65">
            <a:extLst>
              <a:ext uri="{FF2B5EF4-FFF2-40B4-BE49-F238E27FC236}">
                <a16:creationId xmlns="" xmlns:a16="http://schemas.microsoft.com/office/drawing/2014/main" id="{C47CA5C1-96E0-4F33-A1EB-D845B28F7AF1}"/>
              </a:ext>
            </a:extLst>
          </p:cNvPr>
          <p:cNvSpPr/>
          <p:nvPr/>
        </p:nvSpPr>
        <p:spPr>
          <a:xfrm>
            <a:off x="3563531" y="550380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="" xmlns:a16="http://schemas.microsoft.com/office/drawing/2014/main" id="{6B4447C8-4D33-4177-9E8A-3D412CAB7775}"/>
              </a:ext>
            </a:extLst>
          </p:cNvPr>
          <p:cNvSpPr/>
          <p:nvPr/>
        </p:nvSpPr>
        <p:spPr>
          <a:xfrm>
            <a:off x="2034074" y="4046596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="" xmlns:a16="http://schemas.microsoft.com/office/drawing/2014/main" id="{2E1AFBD0-4F37-40C8-95A4-CC76B73FF06A}"/>
              </a:ext>
            </a:extLst>
          </p:cNvPr>
          <p:cNvSpPr/>
          <p:nvPr/>
        </p:nvSpPr>
        <p:spPr>
          <a:xfrm>
            <a:off x="4449429" y="394115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="" xmlns:a16="http://schemas.microsoft.com/office/drawing/2014/main" id="{61351B80-D345-441A-B8AF-CEE0C2EE5617}"/>
              </a:ext>
            </a:extLst>
          </p:cNvPr>
          <p:cNvSpPr/>
          <p:nvPr/>
        </p:nvSpPr>
        <p:spPr>
          <a:xfrm>
            <a:off x="6217156" y="3269744"/>
            <a:ext cx="1066976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="" xmlns:a16="http://schemas.microsoft.com/office/drawing/2014/main" id="{BF2EEFC4-3F1A-48DF-B89B-7D45658F429A}"/>
              </a:ext>
            </a:extLst>
          </p:cNvPr>
          <p:cNvCxnSpPr>
            <a:cxnSpLocks/>
            <a:stCxn id="4" idx="3"/>
            <a:endCxn id="61" idx="1"/>
          </p:cNvCxnSpPr>
          <p:nvPr/>
        </p:nvCxnSpPr>
        <p:spPr>
          <a:xfrm>
            <a:off x="5483932" y="5638948"/>
            <a:ext cx="1876411" cy="2118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="" xmlns:a16="http://schemas.microsoft.com/office/drawing/2014/main" id="{D7452345-49BA-4C82-AC09-594E1FC4CC03}"/>
              </a:ext>
            </a:extLst>
          </p:cNvPr>
          <p:cNvSpPr/>
          <p:nvPr/>
        </p:nvSpPr>
        <p:spPr>
          <a:xfrm>
            <a:off x="2045760" y="3395421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608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1796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티블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형식으로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'ftour.csv',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 데이터셋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분석가설과 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 데이터셋</a:t>
            </a:r>
            <a:r>
              <a:rPr lang="en-US" altLang="ko-KR" dirty="0"/>
              <a:t>(ftour.csv)</a:t>
            </a:r>
            <a:r>
              <a:rPr lang="ko-KR" altLang="en-US" dirty="0"/>
              <a:t>파일을 </a:t>
            </a:r>
            <a:r>
              <a:rPr lang="ko-KR" altLang="en-US" dirty="0" err="1" smtClean="0"/>
              <a:t>티블</a:t>
            </a:r>
            <a:r>
              <a:rPr lang="ko-KR" altLang="en-US" dirty="0" smtClean="0"/>
              <a:t> 객체 </a:t>
            </a:r>
            <a:r>
              <a:rPr lang="ko-KR" altLang="en-US" dirty="0"/>
              <a:t>형식으로 로딩하고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간단하게 데이터  내용과 구조를 탐색함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AA07D67D-C309-469C-83BF-45246902BB78}"/>
              </a:ext>
            </a:extLst>
          </p:cNvPr>
          <p:cNvGrpSpPr/>
          <p:nvPr/>
        </p:nvGrpSpPr>
        <p:grpSpPr>
          <a:xfrm>
            <a:off x="659484" y="5432992"/>
            <a:ext cx="792000" cy="792000"/>
            <a:chOff x="621298" y="2144493"/>
            <a:chExt cx="879393" cy="859970"/>
          </a:xfrm>
        </p:grpSpPr>
        <p:sp>
          <p:nvSpPr>
            <p:cNvPr id="25" name="Rectangle 78">
              <a:extLst>
                <a:ext uri="{FF2B5EF4-FFF2-40B4-BE49-F238E27FC236}">
                  <a16:creationId xmlns="" xmlns:a16="http://schemas.microsoft.com/office/drawing/2014/main" id="{916CAE9D-C84A-4168-AAA2-C4C1ABE0E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26" name="Rectangle 78">
              <a:extLst>
                <a:ext uri="{FF2B5EF4-FFF2-40B4-BE49-F238E27FC236}">
                  <a16:creationId xmlns="" xmlns:a16="http://schemas.microsoft.com/office/drawing/2014/main" id="{366417F8-BF55-4E84-A4C0-7DEAD739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="" xmlns:a16="http://schemas.microsoft.com/office/drawing/2014/main" id="{45E9859C-26D3-4670-820C-7CE96FA13EE9}"/>
              </a:ext>
            </a:extLst>
          </p:cNvPr>
          <p:cNvGrpSpPr/>
          <p:nvPr/>
        </p:nvGrpSpPr>
        <p:grpSpPr>
          <a:xfrm>
            <a:off x="4917966" y="2276475"/>
            <a:ext cx="6327154" cy="4356882"/>
            <a:chOff x="4917966" y="2176936"/>
            <a:chExt cx="6327154" cy="4521636"/>
          </a:xfrm>
        </p:grpSpPr>
        <p:pic>
          <p:nvPicPr>
            <p:cNvPr id="6" name="그림 5">
              <a:extLst>
                <a:ext uri="{FF2B5EF4-FFF2-40B4-BE49-F238E27FC236}">
                  <a16:creationId xmlns="" xmlns:a16="http://schemas.microsoft.com/office/drawing/2014/main" id="{D2801B31-E713-4753-A13A-B1D5F7E9ED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94360"/>
            <a:stretch/>
          </p:blipFill>
          <p:spPr>
            <a:xfrm>
              <a:off x="5015770" y="2176936"/>
              <a:ext cx="6229350" cy="30621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="" xmlns:a16="http://schemas.microsoft.com/office/drawing/2014/main" id="{FF6EEBDC-CA42-4F79-B0CF-AB66BE6607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305" r="78615" b="39351"/>
            <a:stretch/>
          </p:blipFill>
          <p:spPr>
            <a:xfrm>
              <a:off x="5015770" y="2528900"/>
              <a:ext cx="1332148" cy="300473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="" xmlns:a16="http://schemas.microsoft.com/office/drawing/2014/main" id="{79D7ED08-7324-4F97-AEF7-D0FDFB9DDC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6922"/>
            <a:stretch/>
          </p:blipFill>
          <p:spPr>
            <a:xfrm>
              <a:off x="7860196" y="2528900"/>
              <a:ext cx="1257300" cy="4169672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="" xmlns:a16="http://schemas.microsoft.com/office/drawing/2014/main" id="{011DB78C-1227-448F-914C-1552549034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0392" r="78615"/>
            <a:stretch/>
          </p:blipFill>
          <p:spPr>
            <a:xfrm>
              <a:off x="6420036" y="2528900"/>
              <a:ext cx="1332148" cy="215038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="" xmlns:a16="http://schemas.microsoft.com/office/drawing/2014/main" id="{8B5B03E5-A24A-43C8-A08D-5F99654B44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790"/>
            <a:stretch/>
          </p:blipFill>
          <p:spPr>
            <a:xfrm>
              <a:off x="9192344" y="2528900"/>
              <a:ext cx="1152128" cy="245972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6" name="사각형: 둥근 모서리 15">
              <a:extLst>
                <a:ext uri="{FF2B5EF4-FFF2-40B4-BE49-F238E27FC236}">
                  <a16:creationId xmlns="" xmlns:a16="http://schemas.microsoft.com/office/drawing/2014/main" id="{F7CAA2AE-49A9-4740-A598-E21C3E0FAA66}"/>
                </a:ext>
              </a:extLst>
            </p:cNvPr>
            <p:cNvSpPr/>
            <p:nvPr/>
          </p:nvSpPr>
          <p:spPr>
            <a:xfrm>
              <a:off x="9141152" y="4533690"/>
              <a:ext cx="1221018" cy="17497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="" xmlns:a16="http://schemas.microsoft.com/office/drawing/2014/main" id="{C171EF09-5EDB-4255-8BE0-18DE02180CF2}"/>
                </a:ext>
              </a:extLst>
            </p:cNvPr>
            <p:cNvSpPr/>
            <p:nvPr/>
          </p:nvSpPr>
          <p:spPr>
            <a:xfrm>
              <a:off x="4917966" y="5389692"/>
              <a:ext cx="1499675" cy="17497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="" xmlns:a16="http://schemas.microsoft.com/office/drawing/2014/main" id="{5EE31C9E-CF9D-4533-ABE0-23C8755D5BB9}"/>
                </a:ext>
              </a:extLst>
            </p:cNvPr>
            <p:cNvSpPr/>
            <p:nvPr/>
          </p:nvSpPr>
          <p:spPr>
            <a:xfrm>
              <a:off x="4917966" y="4954448"/>
              <a:ext cx="1499675" cy="17497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="" xmlns:a16="http://schemas.microsoft.com/office/drawing/2014/main" id="{3A141EB7-2FD6-47C3-8217-26FEAABEF47F}"/>
                </a:ext>
              </a:extLst>
            </p:cNvPr>
            <p:cNvSpPr/>
            <p:nvPr/>
          </p:nvSpPr>
          <p:spPr>
            <a:xfrm>
              <a:off x="6323204" y="2537138"/>
              <a:ext cx="1499675" cy="17497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9" name="모서리가 둥근 직사각형 33">
            <a:extLst>
              <a:ext uri="{FF2B5EF4-FFF2-40B4-BE49-F238E27FC236}">
                <a16:creationId xmlns="" xmlns:a16="http://schemas.microsoft.com/office/drawing/2014/main" id="{4CD11682-087F-443A-BA4E-2CC85296508C}"/>
              </a:ext>
            </a:extLst>
          </p:cNvPr>
          <p:cNvSpPr/>
          <p:nvPr/>
        </p:nvSpPr>
        <p:spPr bwMode="auto">
          <a:xfrm>
            <a:off x="1518901" y="5193196"/>
            <a:ext cx="3324217" cy="1271593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+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(member)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(period)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(expense)</a:t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전반적만족도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overal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09005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64310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 변수 탐색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동반형태가 결합하여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체류기간</a:t>
            </a:r>
            <a:r>
              <a:rPr lang="en-US" altLang="ko-KR" dirty="0"/>
              <a:t>, </a:t>
            </a:r>
            <a:r>
              <a:rPr lang="ko-KR" altLang="en-US" dirty="0"/>
              <a:t>지출경비</a:t>
            </a:r>
            <a:r>
              <a:rPr lang="en-US" altLang="ko-KR" dirty="0"/>
              <a:t>, </a:t>
            </a:r>
            <a:r>
              <a:rPr lang="ko-KR" altLang="en-US" dirty="0"/>
              <a:t>전반적만족도 변수에 미치는 영향을 보기 위하여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변수에 대해  </a:t>
            </a:r>
            <a:r>
              <a:rPr lang="ko-KR" altLang="en-US" dirty="0" err="1" smtClean="0"/>
              <a:t>기술통계분석함</a:t>
            </a:r>
            <a:endParaRPr lang="ko-KR" altLang="en-US" dirty="0"/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6348028" y="2176936"/>
            <a:ext cx="45723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원본 수치형에서 문자형으로 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c(1:19)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싱가포르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태국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말레이시아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호주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캐나다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영국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독일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프랑스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러시아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필리핀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인도네시아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베트남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from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to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9EFE2A45-8CD8-45FA-A753-A57DEF1BE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08" y="2288381"/>
            <a:ext cx="2895600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B5332C40-4BA1-4EF3-914B-1288A8969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08" y="3562404"/>
            <a:ext cx="3752850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D647B661-2265-4A15-BD0D-45778A945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95" y="4578052"/>
            <a:ext cx="4819650" cy="2019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04717565-14AE-4C98-9A98-271E97C8B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308" y="2649167"/>
            <a:ext cx="3362325" cy="847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68253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문자형으로 리코딩결과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사각형: 둥근 모서리 76">
            <a:extLst>
              <a:ext uri="{FF2B5EF4-FFF2-40B4-BE49-F238E27FC236}">
                <a16:creationId xmlns="" xmlns:a16="http://schemas.microsoft.com/office/drawing/2014/main" id="{5E8BE140-C402-42E6-B11B-9AEF28850395}"/>
              </a:ext>
            </a:extLst>
          </p:cNvPr>
          <p:cNvSpPr/>
          <p:nvPr/>
        </p:nvSpPr>
        <p:spPr>
          <a:xfrm>
            <a:off x="5666370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library(janitor);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arrange(desc(n)) %&gt;% View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"increasing",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 변수 탐색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변수에 대해 리코딩을 실시하고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빈도와 비율분석 전용 패키지를 활용해  기술통계분석을 실시함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F3A7A805-D00B-4998-8889-F1D069CB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185" y="3263700"/>
            <a:ext cx="3625918" cy="33307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978E9F3B-FEA2-4B68-8F51-42BBFA335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3263700"/>
            <a:ext cx="3774256" cy="33307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41569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76">
            <a:extLst>
              <a:ext uri="{FF2B5EF4-FFF2-40B4-BE49-F238E27FC236}">
                <a16:creationId xmlns="" xmlns:a16="http://schemas.microsoft.com/office/drawing/2014/main" id="{13C4A52A-0644-4B5F-8756-48006C5BFC83}"/>
              </a:ext>
            </a:extLst>
          </p:cNvPr>
          <p:cNvSpPr/>
          <p:nvPr/>
        </p:nvSpPr>
        <p:spPr>
          <a:xfrm>
            <a:off x="524906" y="2176936"/>
            <a:ext cx="409493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동반형태 변수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동반형태가 결합하여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체류기간</a:t>
            </a:r>
            <a:r>
              <a:rPr lang="en-US" altLang="ko-KR" dirty="0"/>
              <a:t>, </a:t>
            </a:r>
            <a:r>
              <a:rPr lang="ko-KR" altLang="en-US" dirty="0"/>
              <a:t>지출경비</a:t>
            </a:r>
            <a:r>
              <a:rPr lang="en-US" altLang="ko-KR" dirty="0"/>
              <a:t>, </a:t>
            </a:r>
            <a:r>
              <a:rPr lang="ko-KR" altLang="en-US" dirty="0"/>
              <a:t>전반적만족도 변수에 미치는 영향을 보기 위하여 동반형태</a:t>
            </a:r>
            <a:r>
              <a:rPr lang="en-US" altLang="ko-KR" dirty="0"/>
              <a:t>(member)</a:t>
            </a:r>
            <a:r>
              <a:rPr lang="ko-KR" altLang="en-US" dirty="0"/>
              <a:t>변수에 대해  </a:t>
            </a:r>
            <a:r>
              <a:rPr lang="ko-KR" altLang="en-US" dirty="0" err="1"/>
              <a:t>기술통계분석함</a:t>
            </a:r>
            <a:endParaRPr lang="ko-KR" altLang="en-US" dirty="0"/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4861265" y="2176936"/>
            <a:ext cx="656440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2, 3, 4, 5),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혼자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직장동료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동반형태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78C7FCF0-FBEE-4C07-AC90-E59A42F6B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35" y="2620805"/>
            <a:ext cx="2638425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75CB9D35-7072-4280-8AD8-C6CC0D78A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35" y="3248980"/>
            <a:ext cx="16954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3AE9B144-19B5-4B94-8C2D-49C6ED3C2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35" y="4248854"/>
            <a:ext cx="3276600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E36DBC9D-33E5-4BF5-9FD9-9472F85CB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335" y="5436986"/>
            <a:ext cx="364807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2CC370A4-C933-441C-A7DD-D04191433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790" y="5036936"/>
            <a:ext cx="3114675" cy="1562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F2024E74-CE93-4FD3-8564-7500ADF278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8956" y="4235268"/>
            <a:ext cx="2971217" cy="23637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12349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4990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연속형변수인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 기술통계파악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my$period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my$period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my$period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한달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(31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보다 큰 체류일정은 극단치로 간주해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데이터에서 제외하는 것으로 논리적 판단적용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my2 &lt;- subset(my, period &lt;= 31)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논리적판단에 따른 이상치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결과확인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psych::describe(my2$period)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::describe(my2$period)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체류기간 변수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동반형태가 결합하여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체류기간</a:t>
            </a:r>
            <a:r>
              <a:rPr lang="en-US" altLang="ko-KR" dirty="0"/>
              <a:t>, </a:t>
            </a:r>
            <a:r>
              <a:rPr lang="ko-KR" altLang="en-US" dirty="0"/>
              <a:t>지출경비</a:t>
            </a:r>
            <a:r>
              <a:rPr lang="en-US" altLang="ko-KR" dirty="0"/>
              <a:t>, </a:t>
            </a:r>
            <a:r>
              <a:rPr lang="ko-KR" altLang="en-US" dirty="0"/>
              <a:t>전반적만족도 변수에 미치는 영향을 보기 위하여 체류기간</a:t>
            </a:r>
            <a:r>
              <a:rPr lang="en-US" altLang="ko-KR" dirty="0"/>
              <a:t>(period)</a:t>
            </a:r>
            <a:r>
              <a:rPr lang="ko-KR" altLang="en-US" dirty="0"/>
              <a:t>변수에 대해  </a:t>
            </a:r>
            <a:r>
              <a:rPr lang="ko-KR" altLang="en-US" dirty="0" err="1"/>
              <a:t>기술통계분석함</a:t>
            </a:r>
            <a:endParaRPr lang="ko-KR" altLang="en-US" dirty="0"/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6316629" y="2176936"/>
            <a:ext cx="514396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이용한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 &lt;- boxplot(my2$period,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체류기간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str(bp)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중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(Quantile)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 내부구조 중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2655AB72-3BF7-4AEE-A8E8-F8F22FF98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040" y="4878288"/>
            <a:ext cx="1308536" cy="17089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0756A9EE-63BD-4335-B2F1-4A19A4B67F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452"/>
          <a:stretch/>
        </p:blipFill>
        <p:spPr>
          <a:xfrm>
            <a:off x="6564052" y="4878288"/>
            <a:ext cx="32480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1EF28A90-1DB7-4DBF-9E84-E2821D802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052" y="6132196"/>
            <a:ext cx="3248025" cy="457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AC7C583B-8158-4232-B5BF-4FECC5B3F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905" y="2448082"/>
            <a:ext cx="2790825" cy="733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9D47D4CF-6BF6-41D8-96FA-67D8C3054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3505" y="5882977"/>
            <a:ext cx="2943225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0204FFB1-2684-478C-89C4-1B9FAE0AC1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819" y="3281135"/>
            <a:ext cx="5025911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72280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76">
            <a:extLst>
              <a:ext uri="{FF2B5EF4-FFF2-40B4-BE49-F238E27FC236}">
                <a16:creationId xmlns="" xmlns:a16="http://schemas.microsoft.com/office/drawing/2014/main" id="{C6D91EA3-9277-47FC-AA46-F1455A131C4C}"/>
              </a:ext>
            </a:extLst>
          </p:cNvPr>
          <p:cNvSpPr/>
          <p:nvPr/>
        </p:nvSpPr>
        <p:spPr>
          <a:xfrm>
            <a:off x="524905" y="2176936"/>
            <a:ext cx="618496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연속형변수인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 기술통계파악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앞서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이하로 전처리한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psych::describe(my2$expense)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::describe(my2$expense)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만달러 보다 큰 지출경비는 극단치로 간주해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데이터에서 제외하는 것으로 논리적 판단적용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my3 &lt;- subset(my2, expense &lt;= 10000)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논리적판단에 따른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결과확인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psych::describe(my3$expense)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::describe(my3$expense)</a:t>
            </a:r>
          </a:p>
        </p:txBody>
      </p:sp>
      <p:sp>
        <p:nvSpPr>
          <p:cNvPr id="21" name="사각형: 둥근 모서리 76">
            <a:extLst>
              <a:ext uri="{FF2B5EF4-FFF2-40B4-BE49-F238E27FC236}">
                <a16:creationId xmlns="" xmlns:a16="http://schemas.microsoft.com/office/drawing/2014/main" id="{A235DD87-449A-4C91-9452-4777A8DDDEA3}"/>
              </a:ext>
            </a:extLst>
          </p:cNvPr>
          <p:cNvSpPr/>
          <p:nvPr/>
        </p:nvSpPr>
        <p:spPr>
          <a:xfrm>
            <a:off x="6850019" y="2176936"/>
            <a:ext cx="461057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이용한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 &lt;- boxplot(my3$expense,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str(bp)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(Quantile)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지출경비 변수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동반형태가 결합하여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체류기간</a:t>
            </a:r>
            <a:r>
              <a:rPr lang="en-US" altLang="ko-KR" dirty="0"/>
              <a:t>, </a:t>
            </a:r>
            <a:r>
              <a:rPr lang="ko-KR" altLang="en-US" dirty="0"/>
              <a:t>지출경비</a:t>
            </a:r>
            <a:r>
              <a:rPr lang="en-US" altLang="ko-KR" dirty="0"/>
              <a:t>, </a:t>
            </a:r>
            <a:r>
              <a:rPr lang="ko-KR" altLang="en-US" dirty="0"/>
              <a:t>전반적만족도 변수에 미치는 영향을 보기 위하여 지출경비</a:t>
            </a:r>
            <a:r>
              <a:rPr lang="en-US" altLang="ko-KR" dirty="0"/>
              <a:t>(expense)</a:t>
            </a:r>
            <a:r>
              <a:rPr lang="ko-KR" altLang="en-US" dirty="0"/>
              <a:t>변수에 대해  </a:t>
            </a:r>
            <a:r>
              <a:rPr lang="ko-KR" altLang="en-US" dirty="0" err="1"/>
              <a:t>기술통계분석함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F95AD131-1969-4070-8D73-D7F81C76E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57" y="3383471"/>
            <a:ext cx="5904656" cy="16156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6FBA58A2-1A32-4B9E-BC23-AD3D25FD97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109"/>
          <a:stretch/>
        </p:blipFill>
        <p:spPr>
          <a:xfrm>
            <a:off x="3026413" y="2611533"/>
            <a:ext cx="3543300" cy="7168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89E495C4-F3F6-4F49-8021-643B2885D2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109"/>
          <a:stretch/>
        </p:blipFill>
        <p:spPr>
          <a:xfrm>
            <a:off x="3026413" y="5944395"/>
            <a:ext cx="3543300" cy="6360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50EBD2BF-0C5E-4E61-AC65-B23B8BE77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384" y="2908468"/>
            <a:ext cx="1722952" cy="1885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1FAD5EFA-4DEE-4A41-925D-89C4E9008F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b="27560"/>
          <a:stretch/>
        </p:blipFill>
        <p:spPr>
          <a:xfrm>
            <a:off x="7503436" y="4905961"/>
            <a:ext cx="3771900" cy="11384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="" xmlns:a16="http://schemas.microsoft.com/office/drawing/2014/main" id="{7E8F6F42-CA46-45D5-A676-65FE873E3B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3804"/>
          <a:stretch/>
        </p:blipFill>
        <p:spPr>
          <a:xfrm>
            <a:off x="7503436" y="6133465"/>
            <a:ext cx="3771900" cy="4117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416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4990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변수인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전반적만족도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 기술통계파악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앞서 체류기간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31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 이하로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만달러 이하로 전처리한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my3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데이터셋을 활용함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psych::describe(my3$overal)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::describe(my3$overal)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5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점척도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범위의 조작적정의 내용대로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측정된 데이터로 간주해 이상치는 없는 것으로 파악함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전반적만족도 변수 탐색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6276020" y="2176936"/>
            <a:ext cx="518457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이용한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 &lt;- boxplot(my3$overal,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전반적만족도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str(bp)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(Quantile)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333BD9E4-9DEA-46A8-90DF-345EED8493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관광객특성요인인 거주국가와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동반형태가 결합하여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체류기간</a:t>
            </a:r>
            <a:r>
              <a:rPr lang="en-US" altLang="ko-KR" dirty="0"/>
              <a:t>, </a:t>
            </a:r>
            <a:r>
              <a:rPr lang="ko-KR" altLang="en-US" dirty="0"/>
              <a:t>지출경비</a:t>
            </a:r>
            <a:r>
              <a:rPr lang="en-US" altLang="ko-KR" dirty="0"/>
              <a:t>, </a:t>
            </a:r>
            <a:r>
              <a:rPr lang="ko-KR" altLang="en-US" dirty="0"/>
              <a:t>전반적만족도 변수에 미치는 영향을 보기 위하여 전반적만족도</a:t>
            </a:r>
            <a:r>
              <a:rPr lang="en-US" altLang="ko-KR" dirty="0"/>
              <a:t>(</a:t>
            </a:r>
            <a:r>
              <a:rPr lang="en-US" altLang="ko-KR" dirty="0" err="1"/>
              <a:t>overal</a:t>
            </a:r>
            <a:r>
              <a:rPr lang="en-US" altLang="ko-KR" dirty="0"/>
              <a:t>)</a:t>
            </a:r>
            <a:r>
              <a:rPr lang="ko-KR" altLang="en-US" dirty="0"/>
              <a:t>변수에 대해  </a:t>
            </a:r>
            <a:r>
              <a:rPr lang="ko-KR" altLang="en-US" dirty="0" err="1"/>
              <a:t>기술통계분석함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D9572EA5-E47F-4102-93E4-D9C7B5D24E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509"/>
          <a:stretch/>
        </p:blipFill>
        <p:spPr>
          <a:xfrm>
            <a:off x="699592" y="3519476"/>
            <a:ext cx="5200650" cy="43204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8A319A61-102F-47BA-8F77-093BC6E020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881"/>
          <a:stretch/>
        </p:blipFill>
        <p:spPr>
          <a:xfrm>
            <a:off x="699592" y="4131543"/>
            <a:ext cx="5200650" cy="11648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BFFC7BFD-6636-4C16-9399-614EE0C8E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452" y="2694052"/>
            <a:ext cx="2205484" cy="24671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A8B98045-AD6D-4F63-8D02-3551776E4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236" y="5373216"/>
            <a:ext cx="2933700" cy="1133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4610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945952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요약집계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aggregate(period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my3, mean)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desc(period))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period)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format(digit = 2) %&gt;% View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동반형태와 체류기간 간 분포차이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동반형태</a:t>
            </a:r>
            <a:r>
              <a:rPr lang="en-US" altLang="ko-KR" dirty="0"/>
              <a:t>(member)</a:t>
            </a:r>
            <a:r>
              <a:rPr lang="ko-KR" altLang="en-US" dirty="0"/>
              <a:t>와 체류기간</a:t>
            </a:r>
            <a:r>
              <a:rPr lang="en-US" altLang="ko-KR" dirty="0"/>
              <a:t>(period)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요약집계를 실시함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CDF3EF0D-E9A4-48B2-936B-CE675175F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812" y="2744924"/>
            <a:ext cx="4886325" cy="3733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2904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76">
            <a:extLst>
              <a:ext uri="{FF2B5EF4-FFF2-40B4-BE49-F238E27FC236}">
                <a16:creationId xmlns="" xmlns:a16="http://schemas.microsoft.com/office/drawing/2014/main" id="{A072D4E7-7D07-49B8-AA85-44F1E63518A5}"/>
              </a:ext>
            </a:extLst>
          </p:cNvPr>
          <p:cNvSpPr/>
          <p:nvPr/>
        </p:nvSpPr>
        <p:spPr>
          <a:xfrm>
            <a:off x="524905" y="2176936"/>
            <a:ext cx="1093569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요약집계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동반형태와 체류기간 간 분포차이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동반형태</a:t>
            </a:r>
            <a:r>
              <a:rPr lang="en-US" altLang="ko-KR" dirty="0"/>
              <a:t>(member)</a:t>
            </a:r>
            <a:r>
              <a:rPr lang="ko-KR" altLang="en-US" dirty="0"/>
              <a:t>와 체류기간</a:t>
            </a:r>
            <a:r>
              <a:rPr lang="en-US" altLang="ko-KR" dirty="0"/>
              <a:t>(period)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요약집계를 실시함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="" xmlns:a16="http://schemas.microsoft.com/office/drawing/2014/main" id="{9F5EA6B7-5DED-4794-8377-20AC1D21B22E}"/>
              </a:ext>
            </a:extLst>
          </p:cNvPr>
          <p:cNvGrpSpPr/>
          <p:nvPr/>
        </p:nvGrpSpPr>
        <p:grpSpPr>
          <a:xfrm>
            <a:off x="624006" y="2460260"/>
            <a:ext cx="10764582" cy="3986321"/>
            <a:chOff x="624006" y="2600908"/>
            <a:chExt cx="10384778" cy="3845673"/>
          </a:xfrm>
        </p:grpSpPr>
        <p:pic>
          <p:nvPicPr>
            <p:cNvPr id="8" name="그림 7">
              <a:extLst>
                <a:ext uri="{FF2B5EF4-FFF2-40B4-BE49-F238E27FC236}">
                  <a16:creationId xmlns="" xmlns:a16="http://schemas.microsoft.com/office/drawing/2014/main" id="{EE94DFF1-E3B4-4549-86E9-BB169B37B7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231"/>
            <a:stretch/>
          </p:blipFill>
          <p:spPr>
            <a:xfrm>
              <a:off x="624006" y="2600908"/>
              <a:ext cx="2015888" cy="384567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="" xmlns:a16="http://schemas.microsoft.com/office/drawing/2014/main" id="{B2F53517-9307-43D5-8B69-3239F22F3E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906" b="17925"/>
            <a:stretch/>
          </p:blipFill>
          <p:spPr>
            <a:xfrm>
              <a:off x="2705869" y="2600908"/>
              <a:ext cx="2015888" cy="36324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="" xmlns:a16="http://schemas.microsoft.com/office/drawing/2014/main" id="{0093B0D6-D794-4CD2-BE59-9F4509816F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579" b="4918"/>
            <a:stretch/>
          </p:blipFill>
          <p:spPr>
            <a:xfrm>
              <a:off x="4787732" y="2600908"/>
              <a:ext cx="2015888" cy="384567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BD130BB8-3D9A-4904-8689-DCD156F24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0463"/>
            <a:stretch/>
          </p:blipFill>
          <p:spPr>
            <a:xfrm>
              <a:off x="6869595" y="2600908"/>
              <a:ext cx="2040752" cy="3845673"/>
            </a:xfrm>
            <a:prstGeom prst="rect">
              <a:avLst/>
            </a:prstGeom>
          </p:spPr>
        </p:pic>
        <p:grpSp>
          <p:nvGrpSpPr>
            <p:cNvPr id="19" name="그룹 18">
              <a:extLst>
                <a:ext uri="{FF2B5EF4-FFF2-40B4-BE49-F238E27FC236}">
                  <a16:creationId xmlns="" xmlns:a16="http://schemas.microsoft.com/office/drawing/2014/main" id="{897774A3-1357-461A-8312-84F769CA7945}"/>
                </a:ext>
              </a:extLst>
            </p:cNvPr>
            <p:cNvGrpSpPr/>
            <p:nvPr/>
          </p:nvGrpSpPr>
          <p:grpSpPr>
            <a:xfrm>
              <a:off x="8976320" y="2600908"/>
              <a:ext cx="2032464" cy="2846286"/>
              <a:chOff x="9065419" y="2687720"/>
              <a:chExt cx="2364405" cy="3311141"/>
            </a:xfrm>
          </p:grpSpPr>
          <p:pic>
            <p:nvPicPr>
              <p:cNvPr id="18" name="그림 17">
                <a:extLst>
                  <a:ext uri="{FF2B5EF4-FFF2-40B4-BE49-F238E27FC236}">
                    <a16:creationId xmlns="" xmlns:a16="http://schemas.microsoft.com/office/drawing/2014/main" id="{68AAE178-B8F8-4D4A-8A09-FD03B8241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7721" t="17629"/>
              <a:stretch/>
            </p:blipFill>
            <p:spPr>
              <a:xfrm>
                <a:off x="9065419" y="2915419"/>
                <a:ext cx="2364405" cy="3083442"/>
              </a:xfrm>
              <a:prstGeom prst="rect">
                <a:avLst/>
              </a:prstGeom>
            </p:spPr>
          </p:pic>
          <p:pic>
            <p:nvPicPr>
              <p:cNvPr id="17" name="그림 16">
                <a:extLst>
                  <a:ext uri="{FF2B5EF4-FFF2-40B4-BE49-F238E27FC236}">
                    <a16:creationId xmlns="" xmlns:a16="http://schemas.microsoft.com/office/drawing/2014/main" id="{8E6BAE9C-D589-466F-BA3F-F0DEBA20E4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7721" b="93741"/>
              <a:stretch/>
            </p:blipFill>
            <p:spPr>
              <a:xfrm>
                <a:off x="9065419" y="2687720"/>
                <a:ext cx="2364405" cy="23429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94587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9279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따라 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체류기간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 관계패턴의 차이여부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pd_mb_nat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period))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geom_point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(size = 3) +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facet_grid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+ theme(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axis.text.x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element_text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(angle = 90,hjust = 1))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labs(title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거주국가에 따라 동반형태와 체류기간 간 분포차이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x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동반형태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(member)", y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체류기간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(period")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동반형태와 체류기간 간 분포시각화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동반형태</a:t>
            </a:r>
            <a:r>
              <a:rPr lang="en-US" altLang="ko-KR" dirty="0"/>
              <a:t>(member)</a:t>
            </a:r>
            <a:r>
              <a:rPr lang="ko-KR" altLang="en-US" dirty="0"/>
              <a:t>와 체류기간</a:t>
            </a:r>
            <a:r>
              <a:rPr lang="en-US" altLang="ko-KR" dirty="0"/>
              <a:t>(period)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시각화 분석을 실시함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="" xmlns:a16="http://schemas.microsoft.com/office/drawing/2014/main" id="{502C8A8B-2684-4B31-A405-734C8E4BFB5D}"/>
              </a:ext>
            </a:extLst>
          </p:cNvPr>
          <p:cNvGrpSpPr/>
          <p:nvPr/>
        </p:nvGrpSpPr>
        <p:grpSpPr>
          <a:xfrm>
            <a:off x="1637214" y="3248980"/>
            <a:ext cx="7377872" cy="3348372"/>
            <a:chOff x="1991544" y="3284984"/>
            <a:chExt cx="6525551" cy="2961555"/>
          </a:xfrm>
        </p:grpSpPr>
        <p:pic>
          <p:nvPicPr>
            <p:cNvPr id="12" name="그림 11">
              <a:extLst>
                <a:ext uri="{FF2B5EF4-FFF2-40B4-BE49-F238E27FC236}">
                  <a16:creationId xmlns="" xmlns:a16="http://schemas.microsoft.com/office/drawing/2014/main" id="{CD56C88F-9C24-4850-B475-742F79CCB8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6477"/>
            <a:stretch/>
          </p:blipFill>
          <p:spPr>
            <a:xfrm>
              <a:off x="1991544" y="3284984"/>
              <a:ext cx="6525551" cy="1481786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9A7EF5BA-76BD-4EC5-85C1-6814F1AF2032}"/>
                </a:ext>
              </a:extLst>
            </p:cNvPr>
            <p:cNvGrpSpPr/>
            <p:nvPr/>
          </p:nvGrpSpPr>
          <p:grpSpPr>
            <a:xfrm>
              <a:off x="1991544" y="4761148"/>
              <a:ext cx="5924609" cy="1485391"/>
              <a:chOff x="1776545" y="4547141"/>
              <a:chExt cx="5924609" cy="1485391"/>
            </a:xfrm>
          </p:grpSpPr>
          <p:pic>
            <p:nvPicPr>
              <p:cNvPr id="13" name="그림 12">
                <a:extLst>
                  <a:ext uri="{FF2B5EF4-FFF2-40B4-BE49-F238E27FC236}">
                    <a16:creationId xmlns="" xmlns:a16="http://schemas.microsoft.com/office/drawing/2014/main" id="{68A7A5BA-86C4-4CDE-95EF-626CF9F23E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3451"/>
              <a:stretch/>
            </p:blipFill>
            <p:spPr>
              <a:xfrm>
                <a:off x="2025878" y="4547141"/>
                <a:ext cx="5675276" cy="148178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4" name="그림 13">
                <a:extLst>
                  <a:ext uri="{FF2B5EF4-FFF2-40B4-BE49-F238E27FC236}">
                    <a16:creationId xmlns="" xmlns:a16="http://schemas.microsoft.com/office/drawing/2014/main" id="{8C6E9765-5E47-4415-B604-B677EE0131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97933"/>
              <a:stretch/>
            </p:blipFill>
            <p:spPr>
              <a:xfrm>
                <a:off x="1776545" y="4550746"/>
                <a:ext cx="252028" cy="1481786"/>
              </a:xfrm>
              <a:prstGeom prst="rect">
                <a:avLst/>
              </a:prstGeom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8402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9279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요약집계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aggregate(expense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my3, mean)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desc(expense))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format(digit = 2) %&gt;% View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동반형태와 지출경비 간 분포차이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동반형태</a:t>
            </a:r>
            <a:r>
              <a:rPr lang="en-US" altLang="ko-KR" dirty="0"/>
              <a:t>(member)</a:t>
            </a:r>
            <a:r>
              <a:rPr lang="ko-KR" altLang="en-US" dirty="0"/>
              <a:t>와 지출경비</a:t>
            </a:r>
            <a:r>
              <a:rPr lang="en-US" altLang="ko-KR" dirty="0"/>
              <a:t>(expense)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요약집계를 실시함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30C85A35-E9B3-4B30-9300-880E31D85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812" y="2708920"/>
            <a:ext cx="4953000" cy="3714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27879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76">
            <a:extLst>
              <a:ext uri="{FF2B5EF4-FFF2-40B4-BE49-F238E27FC236}">
                <a16:creationId xmlns="" xmlns:a16="http://schemas.microsoft.com/office/drawing/2014/main" id="{A072D4E7-7D07-49B8-AA85-44F1E63518A5}"/>
              </a:ext>
            </a:extLst>
          </p:cNvPr>
          <p:cNvSpPr/>
          <p:nvPr/>
        </p:nvSpPr>
        <p:spPr>
          <a:xfrm>
            <a:off x="524905" y="2176936"/>
            <a:ext cx="1093569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요약집계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동반형태와 지출경비 간 분포차이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동반형태</a:t>
            </a:r>
            <a:r>
              <a:rPr lang="en-US" altLang="ko-KR" dirty="0"/>
              <a:t>(member)</a:t>
            </a:r>
            <a:r>
              <a:rPr lang="ko-KR" altLang="en-US" dirty="0"/>
              <a:t>와 지출경비</a:t>
            </a:r>
            <a:r>
              <a:rPr lang="en-US" altLang="ko-KR" dirty="0"/>
              <a:t>(expense)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요약집계를 실시함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="" xmlns:a16="http://schemas.microsoft.com/office/drawing/2014/main" id="{E986185D-8B4F-442E-8AC4-B3B0213B0DC8}"/>
              </a:ext>
            </a:extLst>
          </p:cNvPr>
          <p:cNvGrpSpPr/>
          <p:nvPr/>
        </p:nvGrpSpPr>
        <p:grpSpPr>
          <a:xfrm>
            <a:off x="657300" y="2489755"/>
            <a:ext cx="10549172" cy="4143601"/>
            <a:chOff x="875420" y="2489755"/>
            <a:chExt cx="10549172" cy="4143601"/>
          </a:xfrm>
        </p:grpSpPr>
        <p:pic>
          <p:nvPicPr>
            <p:cNvPr id="4" name="그림 3">
              <a:extLst>
                <a:ext uri="{FF2B5EF4-FFF2-40B4-BE49-F238E27FC236}">
                  <a16:creationId xmlns="" xmlns:a16="http://schemas.microsoft.com/office/drawing/2014/main" id="{75E2A729-D7C8-4612-9C6D-0ABCBE149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362" b="47464"/>
            <a:stretch/>
          </p:blipFill>
          <p:spPr>
            <a:xfrm>
              <a:off x="875420" y="2489755"/>
              <a:ext cx="1966277" cy="36029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="" xmlns:a16="http://schemas.microsoft.com/office/drawing/2014/main" id="{AF6617DE-DF0C-42EC-A5DB-D37A673D45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579" b="57416"/>
            <a:stretch/>
          </p:blipFill>
          <p:spPr>
            <a:xfrm>
              <a:off x="4994378" y="2489755"/>
              <a:ext cx="2130404" cy="2920416"/>
            </a:xfrm>
            <a:prstGeom prst="rect">
              <a:avLst/>
            </a:prstGeom>
          </p:spPr>
        </p:pic>
        <p:grpSp>
          <p:nvGrpSpPr>
            <p:cNvPr id="7" name="그룹 6">
              <a:extLst>
                <a:ext uri="{FF2B5EF4-FFF2-40B4-BE49-F238E27FC236}">
                  <a16:creationId xmlns="" xmlns:a16="http://schemas.microsoft.com/office/drawing/2014/main" id="{411220CE-6922-4609-9C9E-6B0A84F4D745}"/>
                </a:ext>
              </a:extLst>
            </p:cNvPr>
            <p:cNvGrpSpPr/>
            <p:nvPr/>
          </p:nvGrpSpPr>
          <p:grpSpPr>
            <a:xfrm>
              <a:off x="2934899" y="2489755"/>
              <a:ext cx="1966277" cy="3437000"/>
              <a:chOff x="3149691" y="2709304"/>
              <a:chExt cx="1966277" cy="3437000"/>
            </a:xfrm>
          </p:grpSpPr>
          <p:pic>
            <p:nvPicPr>
              <p:cNvPr id="22" name="그림 21">
                <a:extLst>
                  <a:ext uri="{FF2B5EF4-FFF2-40B4-BE49-F238E27FC236}">
                    <a16:creationId xmlns="" xmlns:a16="http://schemas.microsoft.com/office/drawing/2014/main" id="{1CDE8ABA-5C15-4DB0-88BF-8A0D0D97EB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1362" t="52503"/>
              <a:stretch/>
            </p:blipFill>
            <p:spPr>
              <a:xfrm>
                <a:off x="3149691" y="2888940"/>
                <a:ext cx="1966277" cy="3257364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="" xmlns:a16="http://schemas.microsoft.com/office/drawing/2014/main" id="{9D33FCE0-2ACF-4D2E-9E9B-9CCAF78F89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1362" b="97382"/>
              <a:stretch/>
            </p:blipFill>
            <p:spPr>
              <a:xfrm>
                <a:off x="3149691" y="2709304"/>
                <a:ext cx="1966277" cy="179533"/>
              </a:xfrm>
              <a:prstGeom prst="rect">
                <a:avLst/>
              </a:prstGeom>
            </p:spPr>
          </p:pic>
        </p:grpSp>
        <p:grpSp>
          <p:nvGrpSpPr>
            <p:cNvPr id="12" name="그룹 11">
              <a:extLst>
                <a:ext uri="{FF2B5EF4-FFF2-40B4-BE49-F238E27FC236}">
                  <a16:creationId xmlns="" xmlns:a16="http://schemas.microsoft.com/office/drawing/2014/main" id="{7C8A42E1-8AD5-4F2F-A84B-273D77AAAF1F}"/>
                </a:ext>
              </a:extLst>
            </p:cNvPr>
            <p:cNvGrpSpPr/>
            <p:nvPr/>
          </p:nvGrpSpPr>
          <p:grpSpPr>
            <a:xfrm>
              <a:off x="7217984" y="2489755"/>
              <a:ext cx="2165280" cy="4143601"/>
              <a:chOff x="6033647" y="3477605"/>
              <a:chExt cx="2165280" cy="4143601"/>
            </a:xfrm>
          </p:grpSpPr>
          <p:pic>
            <p:nvPicPr>
              <p:cNvPr id="23" name="그림 22">
                <a:extLst>
                  <a:ext uri="{FF2B5EF4-FFF2-40B4-BE49-F238E27FC236}">
                    <a16:creationId xmlns="" xmlns:a16="http://schemas.microsoft.com/office/drawing/2014/main" id="{3DFF7079-AA34-49E6-9A1F-AACD95014D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9114" b="96850"/>
              <a:stretch/>
            </p:blipFill>
            <p:spPr>
              <a:xfrm>
                <a:off x="6033647" y="3477605"/>
                <a:ext cx="2165280" cy="216024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="" xmlns:a16="http://schemas.microsoft.com/office/drawing/2014/main" id="{C6B3AC4E-C4BF-4511-9633-7689DF573E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9114" t="42545" b="1"/>
              <a:stretch/>
            </p:blipFill>
            <p:spPr>
              <a:xfrm>
                <a:off x="6033647" y="3681028"/>
                <a:ext cx="2165279" cy="3940178"/>
              </a:xfrm>
              <a:prstGeom prst="rect">
                <a:avLst/>
              </a:prstGeom>
            </p:spPr>
          </p:pic>
        </p:grpSp>
        <p:grpSp>
          <p:nvGrpSpPr>
            <p:cNvPr id="13" name="그룹 12">
              <a:extLst>
                <a:ext uri="{FF2B5EF4-FFF2-40B4-BE49-F238E27FC236}">
                  <a16:creationId xmlns="" xmlns:a16="http://schemas.microsoft.com/office/drawing/2014/main" id="{FCFF849E-9318-4A4C-AFF8-73F33FA7DADB}"/>
                </a:ext>
              </a:extLst>
            </p:cNvPr>
            <p:cNvGrpSpPr/>
            <p:nvPr/>
          </p:nvGrpSpPr>
          <p:grpSpPr>
            <a:xfrm>
              <a:off x="9476466" y="2489755"/>
              <a:ext cx="1948126" cy="3395260"/>
              <a:chOff x="8020295" y="2913473"/>
              <a:chExt cx="1948126" cy="3395260"/>
            </a:xfrm>
          </p:grpSpPr>
          <p:pic>
            <p:nvPicPr>
              <p:cNvPr id="27" name="그림 26">
                <a:extLst>
                  <a:ext uri="{FF2B5EF4-FFF2-40B4-BE49-F238E27FC236}">
                    <a16:creationId xmlns="" xmlns:a16="http://schemas.microsoft.com/office/drawing/2014/main" id="{1C8D788E-593E-4A35-9F46-4F3B5939B4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0029" t="53284"/>
              <a:stretch/>
            </p:blipFill>
            <p:spPr>
              <a:xfrm>
                <a:off x="8020295" y="3104964"/>
                <a:ext cx="1948126" cy="3203769"/>
              </a:xfrm>
              <a:prstGeom prst="rect">
                <a:avLst/>
              </a:prstGeom>
            </p:spPr>
          </p:pic>
          <p:pic>
            <p:nvPicPr>
              <p:cNvPr id="28" name="그림 27">
                <a:extLst>
                  <a:ext uri="{FF2B5EF4-FFF2-40B4-BE49-F238E27FC236}">
                    <a16:creationId xmlns="" xmlns:a16="http://schemas.microsoft.com/office/drawing/2014/main" id="{EBA47563-4192-4B43-A065-16BBA28E9D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0029" b="97208"/>
              <a:stretch/>
            </p:blipFill>
            <p:spPr>
              <a:xfrm>
                <a:off x="8020296" y="2913473"/>
                <a:ext cx="1948125" cy="19149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466853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9279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따라 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 관계패턴의 차이여부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expense))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geom_point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(size = 3) +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facet_grid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+ theme(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axis.text.x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element_text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(angle = 90,hjust = 1))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labs(title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거주국가에 따라 동반형태와 지출경비 간 분포차이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x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동반형태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(member)", y =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(expense)")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동반형태와 지출경비 간 분포시각화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동반형태</a:t>
            </a:r>
            <a:r>
              <a:rPr lang="en-US" altLang="ko-KR" dirty="0"/>
              <a:t>(member)</a:t>
            </a:r>
            <a:r>
              <a:rPr lang="ko-KR" altLang="en-US" dirty="0"/>
              <a:t>와 지출경비</a:t>
            </a:r>
            <a:r>
              <a:rPr lang="en-US" altLang="ko-KR" dirty="0"/>
              <a:t>(expense)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시각화 분석을 실시함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941AF764-4728-4BD9-A4D6-493B4E9138CA}"/>
              </a:ext>
            </a:extLst>
          </p:cNvPr>
          <p:cNvGrpSpPr/>
          <p:nvPr/>
        </p:nvGrpSpPr>
        <p:grpSpPr>
          <a:xfrm>
            <a:off x="1415480" y="3104964"/>
            <a:ext cx="7537518" cy="3456384"/>
            <a:chOff x="1631950" y="3104964"/>
            <a:chExt cx="6564052" cy="3009994"/>
          </a:xfrm>
        </p:grpSpPr>
        <p:pic>
          <p:nvPicPr>
            <p:cNvPr id="5" name="그림 4">
              <a:extLst>
                <a:ext uri="{FF2B5EF4-FFF2-40B4-BE49-F238E27FC236}">
                  <a16:creationId xmlns="" xmlns:a16="http://schemas.microsoft.com/office/drawing/2014/main" id="{47E22F6F-9CF4-44C6-9AC5-543F79C07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6161"/>
            <a:stretch/>
          </p:blipFill>
          <p:spPr>
            <a:xfrm>
              <a:off x="1631950" y="3104964"/>
              <a:ext cx="6564052" cy="150672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F24C7FDE-11BD-416A-AE91-83648870B6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4042"/>
            <a:stretch/>
          </p:blipFill>
          <p:spPr>
            <a:xfrm>
              <a:off x="1983306" y="4608237"/>
              <a:ext cx="5603268" cy="150672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="" xmlns:a16="http://schemas.microsoft.com/office/drawing/2014/main" id="{CE3D6630-ABFF-45CF-8AAF-03D65242AB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97119"/>
            <a:stretch/>
          </p:blipFill>
          <p:spPr>
            <a:xfrm>
              <a:off x="1631950" y="4608237"/>
              <a:ext cx="351210" cy="15067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151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167404" y="4329100"/>
            <a:ext cx="6601487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2514821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2514821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159BD907-7557-4079-97A6-67DDAF52F5C8}"/>
              </a:ext>
            </a:extLst>
          </p:cNvPr>
          <p:cNvGrpSpPr/>
          <p:nvPr/>
        </p:nvGrpSpPr>
        <p:grpSpPr>
          <a:xfrm>
            <a:off x="2514821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F771F1A-289E-4A2A-9DA2-873F091B5C83}"/>
              </a:ext>
            </a:extLst>
          </p:cNvPr>
          <p:cNvSpPr txBox="1"/>
          <p:nvPr/>
        </p:nvSpPr>
        <p:spPr>
          <a:xfrm>
            <a:off x="3167404" y="4344615"/>
            <a:ext cx="660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다차원 교차분석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D0A7171-7727-44BC-8090-83C129B4F500}"/>
              </a:ext>
            </a:extLst>
          </p:cNvPr>
          <p:cNvSpPr txBox="1"/>
          <p:nvPr/>
        </p:nvSpPr>
        <p:spPr>
          <a:xfrm>
            <a:off x="3167405" y="2148345"/>
            <a:ext cx="64924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차원 요약집계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7C8A838-6573-4C01-BE06-29CEBE8142F4}"/>
              </a:ext>
            </a:extLst>
          </p:cNvPr>
          <p:cNvSpPr txBox="1"/>
          <p:nvPr/>
        </p:nvSpPr>
        <p:spPr>
          <a:xfrm>
            <a:off x="3167406" y="3246480"/>
            <a:ext cx="6601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다차원 요약집계</a:t>
            </a:r>
          </a:p>
        </p:txBody>
      </p:sp>
    </p:spTree>
    <p:extLst>
      <p:ext uri="{BB962C8B-B14F-4D97-AF65-F5344CB8AC3E}">
        <p14:creationId xmlns:p14="http://schemas.microsoft.com/office/powerpoint/2010/main" val="29711938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2809" y="2276475"/>
            <a:ext cx="7481403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="" xmlns:a16="http://schemas.microsoft.com/office/drawing/2014/main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9396" y="2508257"/>
            <a:ext cx="7236801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glow>
                    <a:schemeClr val="bg1"/>
                  </a:glow>
                </a:effectLst>
              </a:rPr>
              <a:t>관광객특성요인에 따른 다차원 교차분석 가설수립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성별이 결합하여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동반형태와 </a:t>
            </a:r>
            <a:r>
              <a:rPr lang="ko-KR" altLang="en-US" dirty="0" smtClean="0"/>
              <a:t>관광이용도 요인에 </a:t>
            </a:r>
            <a:r>
              <a:rPr lang="ko-KR" altLang="en-US" dirty="0"/>
              <a:t>속한 만족활동 변수에 영향을 미치는지 분석가설을 수립함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="" xmlns:a16="http://schemas.microsoft.com/office/drawing/2014/main" id="{119CAFBE-D635-4DD0-B8A6-8AD85E8621B1}"/>
              </a:ext>
            </a:extLst>
          </p:cNvPr>
          <p:cNvCxnSpPr>
            <a:cxnSpLocks/>
            <a:stCxn id="39" idx="0"/>
          </p:cNvCxnSpPr>
          <p:nvPr/>
        </p:nvCxnSpPr>
        <p:spPr bwMode="auto">
          <a:xfrm flipV="1">
            <a:off x="4295800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="" xmlns:a16="http://schemas.microsoft.com/office/drawing/2014/main" id="{793A9CF7-DF58-44F8-806D-8C97FC8F11D9}"/>
              </a:ext>
            </a:extLst>
          </p:cNvPr>
          <p:cNvSpPr/>
          <p:nvPr/>
        </p:nvSpPr>
        <p:spPr bwMode="auto">
          <a:xfrm>
            <a:off x="776933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="" xmlns:a16="http://schemas.microsoft.com/office/drawing/2014/main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33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="" xmlns:a16="http://schemas.microsoft.com/office/drawing/2014/main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5339636" y="3844388"/>
            <a:ext cx="36032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="" xmlns:a16="http://schemas.microsoft.com/office/drawing/2014/main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2864605" y="3844388"/>
            <a:ext cx="387359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="" xmlns:a16="http://schemas.microsoft.com/office/drawing/2014/main" id="{09F20EA1-97F8-41D4-90C0-F58B6C9AF9F6}"/>
              </a:ext>
            </a:extLst>
          </p:cNvPr>
          <p:cNvSpPr/>
          <p:nvPr/>
        </p:nvSpPr>
        <p:spPr bwMode="auto">
          <a:xfrm>
            <a:off x="3251964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="" xmlns:a16="http://schemas.microsoft.com/office/drawing/2014/main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="" xmlns:a16="http://schemas.microsoft.com/office/drawing/2014/main" id="{8C752F5F-5FCE-4F20-83DC-989D66A1B9D0}"/>
              </a:ext>
            </a:extLst>
          </p:cNvPr>
          <p:cNvSpPr/>
          <p:nvPr/>
        </p:nvSpPr>
        <p:spPr bwMode="auto">
          <a:xfrm>
            <a:off x="5699956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="" xmlns:a16="http://schemas.microsoft.com/office/drawing/2014/main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5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="" xmlns:a16="http://schemas.microsoft.com/office/drawing/2014/main" id="{752212A5-0A85-45CD-B048-3B020E0081E2}"/>
              </a:ext>
            </a:extLst>
          </p:cNvPr>
          <p:cNvSpPr/>
          <p:nvPr/>
        </p:nvSpPr>
        <p:spPr bwMode="auto">
          <a:xfrm>
            <a:off x="3251964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="" xmlns:a16="http://schemas.microsoft.com/office/drawing/2014/main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="" xmlns:a16="http://schemas.microsoft.com/office/drawing/2014/main" id="{95B0EE76-D201-487C-9570-F117C95FFECF}"/>
              </a:ext>
            </a:extLst>
          </p:cNvPr>
          <p:cNvSpPr/>
          <p:nvPr/>
        </p:nvSpPr>
        <p:spPr>
          <a:xfrm>
            <a:off x="3107668" y="4698664"/>
            <a:ext cx="2376264" cy="1880567"/>
          </a:xfrm>
          <a:prstGeom prst="roundRect">
            <a:avLst>
              <a:gd name="adj" fmla="val 7297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="" xmlns:a16="http://schemas.microsoft.com/office/drawing/2014/main" id="{5EEBF01C-F57D-42AC-B59E-CB7DE96006FF}"/>
              </a:ext>
            </a:extLst>
          </p:cNvPr>
          <p:cNvSpPr/>
          <p:nvPr/>
        </p:nvSpPr>
        <p:spPr>
          <a:xfrm>
            <a:off x="981132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E91222EE-2698-44C8-A689-4C9D6F839626}"/>
              </a:ext>
            </a:extLst>
          </p:cNvPr>
          <p:cNvSpPr/>
          <p:nvPr/>
        </p:nvSpPr>
        <p:spPr>
          <a:xfrm>
            <a:off x="2042061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AFD6188F-7C98-4B41-AB6B-A608B320FF51}"/>
              </a:ext>
            </a:extLst>
          </p:cNvPr>
          <p:cNvSpPr/>
          <p:nvPr/>
        </p:nvSpPr>
        <p:spPr>
          <a:xfrm>
            <a:off x="6062516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6FBAE2F1-91A7-41E9-9FEB-48B9F064BCD7}"/>
              </a:ext>
            </a:extLst>
          </p:cNvPr>
          <p:cNvSpPr/>
          <p:nvPr/>
        </p:nvSpPr>
        <p:spPr>
          <a:xfrm>
            <a:off x="3434988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4B2C9854-1243-4492-A83D-616F31E59CE2}"/>
              </a:ext>
            </a:extLst>
          </p:cNvPr>
          <p:cNvSpPr/>
          <p:nvPr/>
        </p:nvSpPr>
        <p:spPr>
          <a:xfrm>
            <a:off x="3431704" y="3216749"/>
            <a:ext cx="801501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방문시도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방문권역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만족방문지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="" xmlns:a16="http://schemas.microsoft.com/office/drawing/2014/main" id="{52D44120-E68A-4BF0-8812-DB1BF4D2A2FA}"/>
              </a:ext>
            </a:extLst>
          </p:cNvPr>
          <p:cNvSpPr/>
          <p:nvPr/>
        </p:nvSpPr>
        <p:spPr>
          <a:xfrm>
            <a:off x="4454748" y="3109027"/>
            <a:ext cx="641201" cy="1508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61" name="모서리가 둥근 직사각형 33">
            <a:extLst>
              <a:ext uri="{FF2B5EF4-FFF2-40B4-BE49-F238E27FC236}">
                <a16:creationId xmlns="" xmlns:a16="http://schemas.microsoft.com/office/drawing/2014/main" id="{933C44B0-3DBF-4A38-BDE8-AA8C7D31C116}"/>
              </a:ext>
            </a:extLst>
          </p:cNvPr>
          <p:cNvSpPr/>
          <p:nvPr/>
        </p:nvSpPr>
        <p:spPr bwMode="auto">
          <a:xfrm>
            <a:off x="7360343" y="5215032"/>
            <a:ext cx="3375409" cy="1271593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+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(gender)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meber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="" xmlns:a16="http://schemas.microsoft.com/office/drawing/2014/main" id="{77D20BA4-5375-4DE5-B932-4235901C5979}"/>
              </a:ext>
            </a:extLst>
          </p:cNvPr>
          <p:cNvGrpSpPr/>
          <p:nvPr/>
        </p:nvGrpSpPr>
        <p:grpSpPr>
          <a:xfrm>
            <a:off x="10339752" y="4761148"/>
            <a:ext cx="792000" cy="792000"/>
            <a:chOff x="621298" y="2144493"/>
            <a:chExt cx="879393" cy="859970"/>
          </a:xfrm>
        </p:grpSpPr>
        <p:sp>
          <p:nvSpPr>
            <p:cNvPr id="64" name="Rectangle 78">
              <a:extLst>
                <a:ext uri="{FF2B5EF4-FFF2-40B4-BE49-F238E27FC236}">
                  <a16:creationId xmlns="" xmlns:a16="http://schemas.microsoft.com/office/drawing/2014/main" id="{5CF4844E-0FAC-4E05-8DC6-D1BCF01D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65" name="Rectangle 78">
              <a:extLst>
                <a:ext uri="{FF2B5EF4-FFF2-40B4-BE49-F238E27FC236}">
                  <a16:creationId xmlns="" xmlns:a16="http://schemas.microsoft.com/office/drawing/2014/main" id="{34EAC50A-55A5-4B17-A6ED-77FFB26B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66" name="사각형: 둥근 모서리 65">
            <a:extLst>
              <a:ext uri="{FF2B5EF4-FFF2-40B4-BE49-F238E27FC236}">
                <a16:creationId xmlns="" xmlns:a16="http://schemas.microsoft.com/office/drawing/2014/main" id="{C47CA5C1-96E0-4F33-A1EB-D845B28F7AF1}"/>
              </a:ext>
            </a:extLst>
          </p:cNvPr>
          <p:cNvSpPr/>
          <p:nvPr/>
        </p:nvSpPr>
        <p:spPr>
          <a:xfrm>
            <a:off x="3563531" y="550380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="" xmlns:a16="http://schemas.microsoft.com/office/drawing/2014/main" id="{6B4447C8-4D33-4177-9E8A-3D412CAB7775}"/>
              </a:ext>
            </a:extLst>
          </p:cNvPr>
          <p:cNvSpPr/>
          <p:nvPr/>
        </p:nvSpPr>
        <p:spPr>
          <a:xfrm>
            <a:off x="3395700" y="5266445"/>
            <a:ext cx="432048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="" xmlns:a16="http://schemas.microsoft.com/office/drawing/2014/main" id="{2E1AFBD0-4F37-40C8-95A4-CC76B73FF06A}"/>
              </a:ext>
            </a:extLst>
          </p:cNvPr>
          <p:cNvSpPr/>
          <p:nvPr/>
        </p:nvSpPr>
        <p:spPr>
          <a:xfrm>
            <a:off x="3494813" y="4275275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="" xmlns:a16="http://schemas.microsoft.com/office/drawing/2014/main" id="{BF2EEFC4-3F1A-48DF-B89B-7D45658F429A}"/>
              </a:ext>
            </a:extLst>
          </p:cNvPr>
          <p:cNvCxnSpPr>
            <a:cxnSpLocks/>
            <a:stCxn id="4" idx="3"/>
            <a:endCxn id="61" idx="1"/>
          </p:cNvCxnSpPr>
          <p:nvPr/>
        </p:nvCxnSpPr>
        <p:spPr>
          <a:xfrm>
            <a:off x="5483932" y="5638948"/>
            <a:ext cx="1876411" cy="2118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="" xmlns:a16="http://schemas.microsoft.com/office/drawing/2014/main" id="{D7452345-49BA-4C82-AC09-594E1FC4CC03}"/>
              </a:ext>
            </a:extLst>
          </p:cNvPr>
          <p:cNvSpPr/>
          <p:nvPr/>
        </p:nvSpPr>
        <p:spPr>
          <a:xfrm>
            <a:off x="2045760" y="3395421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7988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1796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티블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형식으로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'ftour.csv',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 데이터셋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분석가설과 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 데이터셋</a:t>
            </a:r>
            <a:r>
              <a:rPr lang="en-US" altLang="ko-KR" dirty="0"/>
              <a:t>(ftour.csv)</a:t>
            </a:r>
            <a:r>
              <a:rPr lang="ko-KR" altLang="en-US" dirty="0"/>
              <a:t>파일을 </a:t>
            </a:r>
            <a:r>
              <a:rPr lang="ko-KR" altLang="en-US" dirty="0" err="1" smtClean="0"/>
              <a:t>티블</a:t>
            </a:r>
            <a:r>
              <a:rPr lang="ko-KR" altLang="en-US" dirty="0" smtClean="0"/>
              <a:t> 객체 </a:t>
            </a:r>
            <a:r>
              <a:rPr lang="ko-KR" altLang="en-US" dirty="0"/>
              <a:t>형식으로 로딩하고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간단하게 데이터  내용과 구조를 탐색함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="" xmlns:a16="http://schemas.microsoft.com/office/drawing/2014/main" id="{AA07D67D-C309-469C-83BF-45246902BB78}"/>
              </a:ext>
            </a:extLst>
          </p:cNvPr>
          <p:cNvGrpSpPr/>
          <p:nvPr/>
        </p:nvGrpSpPr>
        <p:grpSpPr>
          <a:xfrm>
            <a:off x="659484" y="5432992"/>
            <a:ext cx="792000" cy="792000"/>
            <a:chOff x="621298" y="2144493"/>
            <a:chExt cx="879393" cy="859970"/>
          </a:xfrm>
        </p:grpSpPr>
        <p:sp>
          <p:nvSpPr>
            <p:cNvPr id="25" name="Rectangle 78">
              <a:extLst>
                <a:ext uri="{FF2B5EF4-FFF2-40B4-BE49-F238E27FC236}">
                  <a16:creationId xmlns="" xmlns:a16="http://schemas.microsoft.com/office/drawing/2014/main" id="{916CAE9D-C84A-4168-AAA2-C4C1ABE0E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26" name="Rectangle 78">
              <a:extLst>
                <a:ext uri="{FF2B5EF4-FFF2-40B4-BE49-F238E27FC236}">
                  <a16:creationId xmlns="" xmlns:a16="http://schemas.microsoft.com/office/drawing/2014/main" id="{366417F8-BF55-4E84-A4C0-7DEAD739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19" name="모서리가 둥근 직사각형 33">
            <a:extLst>
              <a:ext uri="{FF2B5EF4-FFF2-40B4-BE49-F238E27FC236}">
                <a16:creationId xmlns="" xmlns:a16="http://schemas.microsoft.com/office/drawing/2014/main" id="{4CD11682-087F-443A-BA4E-2CC85296508C}"/>
              </a:ext>
            </a:extLst>
          </p:cNvPr>
          <p:cNvSpPr/>
          <p:nvPr/>
        </p:nvSpPr>
        <p:spPr bwMode="auto">
          <a:xfrm>
            <a:off x="1518901" y="5193196"/>
            <a:ext cx="3324217" cy="1271593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+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(gender)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meber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="" xmlns:a16="http://schemas.microsoft.com/office/drawing/2014/main" id="{B5A34CEF-866B-430F-95C5-5FE029B78019}"/>
              </a:ext>
            </a:extLst>
          </p:cNvPr>
          <p:cNvGrpSpPr/>
          <p:nvPr/>
        </p:nvGrpSpPr>
        <p:grpSpPr>
          <a:xfrm>
            <a:off x="4894765" y="2276475"/>
            <a:ext cx="6350355" cy="4320878"/>
            <a:chOff x="4894765" y="2176936"/>
            <a:chExt cx="6350355" cy="4521636"/>
          </a:xfrm>
        </p:grpSpPr>
        <p:pic>
          <p:nvPicPr>
            <p:cNvPr id="6" name="그림 5">
              <a:extLst>
                <a:ext uri="{FF2B5EF4-FFF2-40B4-BE49-F238E27FC236}">
                  <a16:creationId xmlns="" xmlns:a16="http://schemas.microsoft.com/office/drawing/2014/main" id="{D2801B31-E713-4753-A13A-B1D5F7E9ED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94360"/>
            <a:stretch/>
          </p:blipFill>
          <p:spPr>
            <a:xfrm>
              <a:off x="5015770" y="2176936"/>
              <a:ext cx="6229350" cy="30621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="" xmlns:a16="http://schemas.microsoft.com/office/drawing/2014/main" id="{FF6EEBDC-CA42-4F79-B0CF-AB66BE6607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305" r="78615" b="39351"/>
            <a:stretch/>
          </p:blipFill>
          <p:spPr>
            <a:xfrm>
              <a:off x="5015770" y="2528900"/>
              <a:ext cx="1332148" cy="3004739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="" xmlns:a16="http://schemas.microsoft.com/office/drawing/2014/main" id="{79D7ED08-7324-4F97-AEF7-D0FDFB9DDC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6922"/>
            <a:stretch/>
          </p:blipFill>
          <p:spPr>
            <a:xfrm>
              <a:off x="7860196" y="2528900"/>
              <a:ext cx="1257300" cy="4169672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="" xmlns:a16="http://schemas.microsoft.com/office/drawing/2014/main" id="{011DB78C-1227-448F-914C-1552549034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0392" r="78615"/>
            <a:stretch/>
          </p:blipFill>
          <p:spPr>
            <a:xfrm>
              <a:off x="6420036" y="2528900"/>
              <a:ext cx="1332148" cy="215038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="" xmlns:a16="http://schemas.microsoft.com/office/drawing/2014/main" id="{8B5B03E5-A24A-43C8-A08D-5F99654B44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790"/>
            <a:stretch/>
          </p:blipFill>
          <p:spPr>
            <a:xfrm>
              <a:off x="9192344" y="2528900"/>
              <a:ext cx="1152128" cy="245972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6" name="사각형: 둥근 모서리 15">
              <a:extLst>
                <a:ext uri="{FF2B5EF4-FFF2-40B4-BE49-F238E27FC236}">
                  <a16:creationId xmlns="" xmlns:a16="http://schemas.microsoft.com/office/drawing/2014/main" id="{F7CAA2AE-49A9-4740-A598-E21C3E0FAA66}"/>
                </a:ext>
              </a:extLst>
            </p:cNvPr>
            <p:cNvSpPr/>
            <p:nvPr/>
          </p:nvSpPr>
          <p:spPr>
            <a:xfrm>
              <a:off x="9159458" y="3362003"/>
              <a:ext cx="1221018" cy="17497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="" xmlns:a16="http://schemas.microsoft.com/office/drawing/2014/main" id="{C171EF09-5EDB-4255-8BE0-18DE02180CF2}"/>
                </a:ext>
              </a:extLst>
            </p:cNvPr>
            <p:cNvSpPr/>
            <p:nvPr/>
          </p:nvSpPr>
          <p:spPr>
            <a:xfrm>
              <a:off x="4894765" y="3228216"/>
              <a:ext cx="1499675" cy="17497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="" xmlns:a16="http://schemas.microsoft.com/office/drawing/2014/main" id="{5EE31C9E-CF9D-4533-ABE0-23C8755D5BB9}"/>
                </a:ext>
              </a:extLst>
            </p:cNvPr>
            <p:cNvSpPr/>
            <p:nvPr/>
          </p:nvSpPr>
          <p:spPr>
            <a:xfrm>
              <a:off x="4917966" y="4954448"/>
              <a:ext cx="1499675" cy="17497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="" xmlns:a16="http://schemas.microsoft.com/office/drawing/2014/main" id="{C5E36D24-1D68-4DEA-B3C5-720E872F8FA1}"/>
                </a:ext>
              </a:extLst>
            </p:cNvPr>
            <p:cNvSpPr/>
            <p:nvPr/>
          </p:nvSpPr>
          <p:spPr>
            <a:xfrm>
              <a:off x="4894765" y="2670375"/>
              <a:ext cx="1499675" cy="174978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21325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64310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 변수 탐색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성별이 결합하여</a:t>
            </a:r>
            <a:r>
              <a:rPr lang="en-US" altLang="ko-KR" dirty="0"/>
              <a:t>,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동반형태와 관광이용도요인에 속한 만족활동 변수에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영향을 미치는지 분석하기 위해 </a:t>
            </a:r>
            <a:r>
              <a:rPr lang="en-US" altLang="ko-KR" dirty="0"/>
              <a:t> </a:t>
            </a: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변수에 대해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6348028" y="2176936"/>
            <a:ext cx="45723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원본 수치형에서 문자형으로 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c(1:19)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싱가포르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태국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말레이시아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호주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캐나다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영국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독일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프랑스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러시아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필리핀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인도네시아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베트남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from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to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9EFE2A45-8CD8-45FA-A753-A57DEF1BE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08" y="2288381"/>
            <a:ext cx="2895600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B5332C40-4BA1-4EF3-914B-1288A8969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08" y="3562404"/>
            <a:ext cx="3752850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D647B661-2265-4A15-BD0D-45778A945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95" y="4578052"/>
            <a:ext cx="4819650" cy="2019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04717565-14AE-4C98-9A98-271E97C8B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308" y="2649167"/>
            <a:ext cx="3362325" cy="847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74363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문자형으로 리코딩결과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사각형: 둥근 모서리 76">
            <a:extLst>
              <a:ext uri="{FF2B5EF4-FFF2-40B4-BE49-F238E27FC236}">
                <a16:creationId xmlns="" xmlns:a16="http://schemas.microsoft.com/office/drawing/2014/main" id="{5E8BE140-C402-42E6-B11B-9AEF28850395}"/>
              </a:ext>
            </a:extLst>
          </p:cNvPr>
          <p:cNvSpPr/>
          <p:nvPr/>
        </p:nvSpPr>
        <p:spPr>
          <a:xfrm>
            <a:off x="5666370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library(janitor);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arrange(desc(n)) %&gt;% View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"increasing",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 변수 탐색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변수에 대해 리코딩을 실시하고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빈도와 비율분석 전용 패키지를 활용해  기술통계분석을 실시함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F3A7A805-D00B-4998-8889-F1D069CB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185" y="3263700"/>
            <a:ext cx="3625918" cy="33307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978E9F3B-FEA2-4B68-8F51-42BBFA335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3263700"/>
            <a:ext cx="3774256" cy="33307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94348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원본 수치형에서 문자형으로 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from = c(1, 2),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to = c('M', 'F'))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성별 변수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성별이 결합하여</a:t>
            </a:r>
            <a:r>
              <a:rPr lang="en-US" altLang="ko-KR" dirty="0"/>
              <a:t>,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동반형태와 </a:t>
            </a:r>
            <a:r>
              <a:rPr lang="ko-KR" altLang="en-US" dirty="0" smtClean="0"/>
              <a:t>관광이용도 요인에 </a:t>
            </a:r>
            <a:r>
              <a:rPr lang="ko-KR" altLang="en-US" dirty="0"/>
              <a:t>속한 만족활동 변수에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영향을 미치는지 분석하기 위해 </a:t>
            </a:r>
            <a:r>
              <a:rPr lang="en-US" altLang="ko-KR" dirty="0"/>
              <a:t> </a:t>
            </a:r>
            <a:r>
              <a:rPr lang="ko-KR" altLang="en-US" dirty="0"/>
              <a:t>성별</a:t>
            </a:r>
            <a:r>
              <a:rPr lang="en-US" altLang="ko-KR" dirty="0"/>
              <a:t>(gender) </a:t>
            </a:r>
            <a:r>
              <a:rPr lang="ko-KR" altLang="en-US" dirty="0"/>
              <a:t>변수에 대해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5614223" y="2176936"/>
            <a:ext cx="584637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문자형으로 리코딩결과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arrange(desc(n))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"increasing",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A212FE7D-C02F-4766-9070-4CFA30AB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26" y="2590332"/>
            <a:ext cx="2600325" cy="276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328E5A07-385E-4B3B-842B-482E91CCE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476" y="3429000"/>
            <a:ext cx="3609975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7FFFFAD0-3867-4671-9439-4D2098B47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352" y="2464137"/>
            <a:ext cx="2066925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A1C577CC-1817-4BD7-9E6A-59B64384C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52" y="4696640"/>
            <a:ext cx="3467100" cy="1552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3902AAFA-8E73-4DDC-9851-A4202DC75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3396" y="4329100"/>
            <a:ext cx="1927881" cy="19201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20424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76">
            <a:extLst>
              <a:ext uri="{FF2B5EF4-FFF2-40B4-BE49-F238E27FC236}">
                <a16:creationId xmlns="" xmlns:a16="http://schemas.microsoft.com/office/drawing/2014/main" id="{13C4A52A-0644-4B5F-8756-48006C5BFC83}"/>
              </a:ext>
            </a:extLst>
          </p:cNvPr>
          <p:cNvSpPr/>
          <p:nvPr/>
        </p:nvSpPr>
        <p:spPr>
          <a:xfrm>
            <a:off x="524906" y="2176936"/>
            <a:ext cx="485101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2, 3, 4, 5),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혼자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직장동료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기존 숫자항목을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리코딩하면서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순서가 뒤죽박죽됨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동반형태 변수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거주국가와 성별이 결합하여</a:t>
            </a:r>
            <a:r>
              <a:rPr lang="en-US" altLang="ko-KR" dirty="0"/>
              <a:t>,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동반형태와 </a:t>
            </a:r>
            <a:r>
              <a:rPr lang="ko-KR" altLang="en-US" dirty="0" smtClean="0"/>
              <a:t>관광이용도 요인에 </a:t>
            </a:r>
            <a:r>
              <a:rPr lang="ko-KR" altLang="en-US" dirty="0"/>
              <a:t>속한 만족활동 변수에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영향을 미치는지 분석하기 위해 </a:t>
            </a:r>
            <a:r>
              <a:rPr lang="en-US" altLang="ko-KR" dirty="0"/>
              <a:t> </a:t>
            </a:r>
            <a:r>
              <a:rPr lang="ko-KR" altLang="en-US" dirty="0"/>
              <a:t>동반형태</a:t>
            </a:r>
            <a:r>
              <a:rPr lang="en-US" altLang="ko-KR" dirty="0"/>
              <a:t>(member) </a:t>
            </a:r>
            <a:r>
              <a:rPr lang="ko-KR" altLang="en-US" dirty="0"/>
              <a:t>변수에 대해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5467379" y="2176936"/>
            <a:ext cx="649727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base::factor()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c(1, 2, 3, 4, 5),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labels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혼자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직장동료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기존 숫자항목을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문자로 리코딩해도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팩터함수를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적용해 원래순서 유지함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동반형태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78C7FCF0-FBEE-4C07-AC90-E59A42F6B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146" y="2439120"/>
            <a:ext cx="2638425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E36DBC9D-33E5-4BF5-9FD9-9472F85CB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2807010"/>
            <a:ext cx="364807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2CC370A4-C933-441C-A7DD-D04191433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3013" y="5035252"/>
            <a:ext cx="3114675" cy="1562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F2024E74-CE93-4FD3-8564-7500ADF27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6320" y="4228471"/>
            <a:ext cx="2876205" cy="23637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19CD3C12-C05D-4AE8-9925-F28FC5EF4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634" y="6061485"/>
            <a:ext cx="3724275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58E27930-786C-4646-BA77-7852E7A8B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5875" y="3460043"/>
            <a:ext cx="36766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829659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13093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만족활동 변수 탐색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관광객특성요인인 </a:t>
            </a:r>
            <a:r>
              <a:rPr lang="ko-KR" altLang="en-US" dirty="0"/>
              <a:t>거주국가와 성별이 결합하여</a:t>
            </a:r>
            <a:r>
              <a:rPr lang="en-US" altLang="ko-KR" dirty="0"/>
              <a:t>, </a:t>
            </a:r>
            <a:r>
              <a:rPr lang="ko-KR" altLang="en-US" dirty="0" smtClean="0"/>
              <a:t>관광계획 결정요인인 </a:t>
            </a:r>
            <a:r>
              <a:rPr lang="ko-KR" altLang="en-US" dirty="0"/>
              <a:t>동반형태와 </a:t>
            </a:r>
            <a:r>
              <a:rPr lang="ko-KR" altLang="en-US" dirty="0" smtClean="0"/>
              <a:t>관광이용도요인에 </a:t>
            </a:r>
            <a:r>
              <a:rPr lang="ko-KR" altLang="en-US" dirty="0"/>
              <a:t>속한 만족활동 변수에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영향을 미치는지 분석하기 위해 </a:t>
            </a:r>
            <a:r>
              <a:rPr lang="en-US" altLang="ko-KR" dirty="0"/>
              <a:t> </a:t>
            </a:r>
            <a:r>
              <a:rPr lang="ko-KR" altLang="en-US" dirty="0"/>
              <a:t>만족활동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 </a:t>
            </a:r>
            <a:r>
              <a:rPr lang="ko-KR" altLang="en-US" dirty="0"/>
              <a:t>변수에 대해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5102734" y="2176936"/>
            <a:ext cx="617784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&lt;- c(1:23)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쇼핑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식도락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온천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뷰티관광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의료관광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유흥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카지노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테마파크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직업적스포츠활동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산업시설등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미팅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회의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학술대회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박람회참가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업무수행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역사유적지방문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자연경관감상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민속행사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축제참가관람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박물관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전시관방문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시티투어버스이용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전통문화체험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from,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to)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기술통계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head(5) %&gt;% 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sort(decreasing = TRUE)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head(5)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*100, 3))) %&gt;% print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7F3A2052-1EDD-45F2-BDF4-D27FF7DBB0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990" b="90569"/>
          <a:stretch/>
        </p:blipFill>
        <p:spPr>
          <a:xfrm>
            <a:off x="642120" y="2655927"/>
            <a:ext cx="3060807" cy="2703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272620EA-A90D-4354-97ED-A4F0B6C5E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20" y="3215039"/>
            <a:ext cx="4343400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7C06F487-1CE4-4AF5-9415-72793599B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20" y="4441268"/>
            <a:ext cx="3238500" cy="409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CFF148D5-1438-4755-B272-B80C38FD4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20" y="5445224"/>
            <a:ext cx="4229100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343821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7" y="2176936"/>
            <a:ext cx="272677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기술통계분석 내용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만족활동 변수 탐색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만족활동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 </a:t>
            </a:r>
            <a:r>
              <a:rPr lang="ko-KR" altLang="en-US" dirty="0"/>
              <a:t>변수에 대해 리코딩을 실시하고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빈도와 비율분석 전용 패키지를 활용해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C5155D90-7461-428F-B18F-74019D5D4A85}"/>
              </a:ext>
            </a:extLst>
          </p:cNvPr>
          <p:cNvSpPr/>
          <p:nvPr/>
        </p:nvSpPr>
        <p:spPr>
          <a:xfrm>
            <a:off x="3431704" y="2176936"/>
            <a:ext cx="748870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janitor::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sort = TRUE) %&gt;% View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::tab1()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만족활동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="" xmlns:a16="http://schemas.microsoft.com/office/drawing/2014/main" id="{4F227C81-084E-4AA4-AC93-3363B378C9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975"/>
          <a:stretch/>
        </p:blipFill>
        <p:spPr>
          <a:xfrm>
            <a:off x="595204" y="2816932"/>
            <a:ext cx="2286000" cy="9169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="" xmlns:a16="http://schemas.microsoft.com/office/drawing/2014/main" id="{88E71807-F7D5-4268-A7F7-2655870CC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976"/>
          <a:stretch/>
        </p:blipFill>
        <p:spPr>
          <a:xfrm>
            <a:off x="595204" y="3946004"/>
            <a:ext cx="2286000" cy="9169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="" xmlns:a16="http://schemas.microsoft.com/office/drawing/2014/main" id="{BA495BA5-7DFB-4DA1-AF6A-F05DCFE839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639"/>
          <a:stretch/>
        </p:blipFill>
        <p:spPr>
          <a:xfrm>
            <a:off x="595204" y="5075076"/>
            <a:ext cx="2286000" cy="838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="" xmlns:a16="http://schemas.microsoft.com/office/drawing/2014/main" id="{E8F18768-569D-40FC-976D-7D90BA82F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864" y="3913398"/>
            <a:ext cx="3352800" cy="2647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="" xmlns:a16="http://schemas.microsoft.com/office/drawing/2014/main" id="{E82C0549-16E0-445F-B209-5E3D735B4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64" y="2348880"/>
            <a:ext cx="3223496" cy="42124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0473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61165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교차분석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xtabs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my)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gd_mb_nat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ftable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성별과 동반형태 간 분포차이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와 동반형태</a:t>
            </a:r>
            <a:r>
              <a:rPr lang="en-US" altLang="ko-KR" dirty="0"/>
              <a:t>(member)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교차분석을 실시함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0F3283F5-9FA2-476E-8C07-14E687B7A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191" y="2474588"/>
            <a:ext cx="4943475" cy="2038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6CBFC1F1-2048-442E-8A23-58CA66469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241" y="4653136"/>
            <a:ext cx="9877425" cy="1866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8615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교차분석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nat_gd_mb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xtabs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my)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nat_gd_mb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ftable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성별과 동반형태 간 분포차이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A8C8A1DB-8472-47FC-BCCC-D976D6946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0" y="3140707"/>
            <a:ext cx="4867275" cy="3448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38B8FC0B-1F72-4CFC-A2C7-B61105A4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7" y="1557338"/>
            <a:ext cx="4752975" cy="50504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1243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539107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동반형태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library(scales)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member_f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facet_wrap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성별과 동반형태 간 분포시각화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와 동반형태</a:t>
            </a:r>
            <a:r>
              <a:rPr lang="en-US" altLang="ko-KR" dirty="0"/>
              <a:t>(member)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시각화분석을 실시함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73121555-BAF7-4A50-AF82-0032E0057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235" y="2266951"/>
            <a:ext cx="7591425" cy="43902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32831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9279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만족활동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교차분석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gd_ba_nat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xtabs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my)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gd_ba_nat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ftable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성별과 만족활동 간 분포차이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와 만족활동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</a:t>
            </a:r>
            <a:r>
              <a:rPr lang="ko-KR" altLang="en-US"/>
              <a:t>의 </a:t>
            </a:r>
            <a:r>
              <a:rPr lang="ko-KR" altLang="en-US" smtClean="0"/>
              <a:t>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교차분석을 실시함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23A7675F-BDD5-45AC-B3BF-06A5DD29E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924944"/>
            <a:ext cx="8029575" cy="21621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1F41B2E7-E78C-4D0E-8BF9-D889DF8DB4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302"/>
          <a:stretch/>
        </p:blipFill>
        <p:spPr>
          <a:xfrm>
            <a:off x="947428" y="5367515"/>
            <a:ext cx="11054687" cy="11451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8788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9279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만족활동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교차분석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nat_gd_ba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xtabs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my)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nat_gd_ba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ftable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성별과 만족활동 간 분포차이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와 만족활동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ko-KR" altLang="en-US" dirty="0" smtClean="0"/>
              <a:t>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교차분석을 실시함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CA703824-2CAD-4F98-BF7E-E7C7DEB7F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0" y="2918235"/>
            <a:ext cx="4972050" cy="3457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9805F1D5-6351-4FD4-9633-26EA176F50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145"/>
          <a:stretch/>
        </p:blipFill>
        <p:spPr>
          <a:xfrm>
            <a:off x="4029026" y="4819958"/>
            <a:ext cx="6525269" cy="1695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E85AE88F-EF5B-4EDF-8571-A7312AED32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41223"/>
          <a:stretch/>
        </p:blipFill>
        <p:spPr>
          <a:xfrm>
            <a:off x="4029027" y="3073913"/>
            <a:ext cx="6516724" cy="1695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18792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539107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만족활동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다차원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library(scales)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facet_wrap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따라 성별과 만족활동 간 분포시각화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성별</a:t>
            </a:r>
            <a:r>
              <a:rPr lang="en-US" altLang="ko-KR" dirty="0"/>
              <a:t>(gender)</a:t>
            </a:r>
            <a:r>
              <a:rPr lang="ko-KR" altLang="en-US" dirty="0"/>
              <a:t>와 만족활동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</a:t>
            </a:r>
            <a:r>
              <a:rPr lang="ko-KR" altLang="en-US" dirty="0"/>
              <a:t>의 관계패턴이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따라서 차이가 나는지에 대해서 다차원 시각화분석을 실시함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07B9780D-E3CB-49BF-89C0-51A7D952E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2528900"/>
            <a:ext cx="7562850" cy="40671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54901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18398</TotalTime>
  <Words>3911</Words>
  <Application>Microsoft Office PowerPoint</Application>
  <PresentationFormat>와이드스크린</PresentationFormat>
  <Paragraphs>822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Webdings</vt:lpstr>
      <vt:lpstr>Impact</vt:lpstr>
      <vt:lpstr>Monotype Sorts</vt:lpstr>
      <vt:lpstr>아리따-돋움(TTF)-Bold</vt:lpstr>
      <vt:lpstr>D2Coding</vt:lpstr>
      <vt:lpstr>스웨거 TTF</vt:lpstr>
      <vt:lpstr>나눔바른고딕</vt:lpstr>
      <vt:lpstr>나눔스퀘어 Bold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관관객특성요인에 따른 2차원 요약집계 가설수립</vt:lpstr>
      <vt:lpstr>분석가설과 데이터셋 로딩</vt:lpstr>
      <vt:lpstr>거주국가 변수 탐색(1/2)</vt:lpstr>
      <vt:lpstr>거주국가 변수 탐색(2/2)</vt:lpstr>
      <vt:lpstr>체류기간 변수 탐색</vt:lpstr>
      <vt:lpstr>지출경비 변수 탐색</vt:lpstr>
      <vt:lpstr>전반적만족도 변수 탐색</vt:lpstr>
      <vt:lpstr>거주국가에 따른 체류기간 요약집계분석</vt:lpstr>
      <vt:lpstr>거주국가에 따른 지출경비 요약집계분석</vt:lpstr>
      <vt:lpstr>거주국가에 따른 전반적만족도 요약집계분석</vt:lpstr>
      <vt:lpstr>거주국가에 따른 2차원 요약집계 종합 </vt:lpstr>
      <vt:lpstr>PowerPoint 프레젠테이션</vt:lpstr>
      <vt:lpstr>관광객특성요인에 따른 다차원 요약집계 가설수립</vt:lpstr>
      <vt:lpstr>분석가설과 데이터셋 로딩</vt:lpstr>
      <vt:lpstr>거주국가 변수 탐색(1/2)</vt:lpstr>
      <vt:lpstr>거주국가 변수 탐색(2/2)</vt:lpstr>
      <vt:lpstr>동반형태 변수 탐색</vt:lpstr>
      <vt:lpstr>체류기간 변수 탐색</vt:lpstr>
      <vt:lpstr>지출경비 변수 탐색</vt:lpstr>
      <vt:lpstr>전반적만족도 변수 탐색</vt:lpstr>
      <vt:lpstr>거주국가에 따라 동반형태와 체류기간 간 분포차이(1/2)</vt:lpstr>
      <vt:lpstr>거주국가에 따라 동반형태와 체류기간 간 분포차이(2/2)</vt:lpstr>
      <vt:lpstr>거주국가에 따라 동반형태와 체류기간 간 분포시각화</vt:lpstr>
      <vt:lpstr>거주국가에 따라 동반형태와 지출경비 간 분포차이(1/2)</vt:lpstr>
      <vt:lpstr>거주국가에 따라 동반형태와 지출경비 간 분포차이(2/2)</vt:lpstr>
      <vt:lpstr>거주국가에 따라 동반형태와 지출경비 간 분포시각화</vt:lpstr>
      <vt:lpstr>PowerPoint 프레젠테이션</vt:lpstr>
      <vt:lpstr>관광객특성요인에 따른 다차원 교차분석 가설수립</vt:lpstr>
      <vt:lpstr>분석가설과 데이터셋 로딩</vt:lpstr>
      <vt:lpstr>거주국가 변수 탐색(1/2)</vt:lpstr>
      <vt:lpstr>거주국가 변수 탐색(2/2)</vt:lpstr>
      <vt:lpstr>성별 변수 탐색</vt:lpstr>
      <vt:lpstr>동반형태 변수 탐색</vt:lpstr>
      <vt:lpstr>만족활동 변수 탐색(1/2)</vt:lpstr>
      <vt:lpstr>만족활동 변수 탐색(2/2)</vt:lpstr>
      <vt:lpstr>거주국가에 따라 성별과 동반형태 간 분포차이(1/2)</vt:lpstr>
      <vt:lpstr>거주국가에 따라 성별과 동반형태 간 분포차이(2/2)</vt:lpstr>
      <vt:lpstr>거주국가에 따라 성별과 동반형태 간 분포시각화</vt:lpstr>
      <vt:lpstr>거주국가에 따라 성별과 만족활동 간 분포차이(1/2)</vt:lpstr>
      <vt:lpstr>거주국가에 따라 성별과 만족활동 간 분포차이(2/2)</vt:lpstr>
      <vt:lpstr>거주국가에 따라 성별과 만족활동 간 분포시각화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720</cp:revision>
  <dcterms:created xsi:type="dcterms:W3CDTF">2019-01-19T08:23:23Z</dcterms:created>
  <dcterms:modified xsi:type="dcterms:W3CDTF">2020-02-21T04:10:55Z</dcterms:modified>
</cp:coreProperties>
</file>