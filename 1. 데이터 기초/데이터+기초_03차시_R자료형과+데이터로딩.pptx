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337" r:id="rId2"/>
    <p:sldId id="338" r:id="rId3"/>
    <p:sldId id="328" r:id="rId4"/>
    <p:sldId id="287" r:id="rId5"/>
    <p:sldId id="289" r:id="rId6"/>
    <p:sldId id="310" r:id="rId7"/>
    <p:sldId id="291" r:id="rId8"/>
    <p:sldId id="292" r:id="rId9"/>
    <p:sldId id="295" r:id="rId10"/>
    <p:sldId id="296" r:id="rId11"/>
    <p:sldId id="329" r:id="rId12"/>
    <p:sldId id="307" r:id="rId13"/>
    <p:sldId id="297" r:id="rId14"/>
    <p:sldId id="298" r:id="rId15"/>
    <p:sldId id="311" r:id="rId16"/>
    <p:sldId id="313" r:id="rId17"/>
    <p:sldId id="315" r:id="rId18"/>
    <p:sldId id="314" r:id="rId19"/>
    <p:sldId id="317" r:id="rId20"/>
    <p:sldId id="330" r:id="rId21"/>
    <p:sldId id="299" r:id="rId22"/>
    <p:sldId id="321" r:id="rId23"/>
    <p:sldId id="333" r:id="rId24"/>
    <p:sldId id="331" r:id="rId25"/>
    <p:sldId id="332" r:id="rId26"/>
    <p:sldId id="334" r:id="rId27"/>
    <p:sldId id="323" r:id="rId28"/>
    <p:sldId id="335" r:id="rId29"/>
    <p:sldId id="336" r:id="rId30"/>
    <p:sldId id="300" r:id="rId31"/>
    <p:sldId id="301" r:id="rId32"/>
  </p:sldIdLst>
  <p:sldSz cx="12192000" cy="6858000"/>
  <p:notesSz cx="6858000" cy="9144000"/>
  <p:embeddedFontLst>
    <p:embeddedFont>
      <p:font typeface="맑은 고딕" panose="020B0503020000020004" pitchFamily="50" charset="-127"/>
      <p:regular r:id="rId35"/>
      <p:bold r:id="rId36"/>
    </p:embeddedFont>
    <p:embeddedFont>
      <p:font typeface="Impact" panose="020B0806030902050204" pitchFamily="34" charset="0"/>
      <p:regular r:id="rId37"/>
    </p:embeddedFont>
    <p:embeddedFont>
      <p:font typeface="나눔바른고딕" panose="020B0603020101020101" pitchFamily="50" charset="-127"/>
      <p:regular r:id="rId38"/>
      <p:bold r:id="rId39"/>
    </p:embeddedFont>
    <p:embeddedFont>
      <p:font typeface="D2Coding" panose="020B0600000101010101" charset="-127"/>
      <p:regular r:id="rId40"/>
      <p:bold r:id="rId41"/>
    </p:embeddedFont>
    <p:embeddedFont>
      <p:font typeface="나눔고딕" panose="020B0600000101010101" charset="-127"/>
      <p:regular r:id="rId42"/>
      <p:bold r:id="rId43"/>
    </p:embeddedFont>
    <p:embeddedFont>
      <p:font typeface="Webdings" panose="05030102010509060703" pitchFamily="18" charset="2"/>
      <p:regular r:id="rId44"/>
    </p:embeddedFont>
    <p:embeddedFont>
      <p:font typeface="스웨거 TTF" panose="020B0600000101010101" pitchFamily="50" charset="-127"/>
      <p:regular r:id="rId45"/>
    </p:embeddedFont>
    <p:embeddedFont>
      <p:font typeface="휴먼모음T" panose="02030504000101010101" pitchFamily="18" charset="-127"/>
      <p:regular r:id="rId46"/>
    </p:embeddedFont>
    <p:embeddedFont>
      <p:font typeface="나눔스퀘어 Bold" panose="020B0600000101010101" pitchFamily="50" charset="-127"/>
      <p:bold r:id="rId4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6" userDrawn="1">
          <p15:clr>
            <a:srgbClr val="A4A3A4"/>
          </p15:clr>
        </p15:guide>
        <p15:guide id="3" orient="horz" pos="323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8" orient="horz" pos="37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81" autoAdjust="0"/>
    <p:restoredTop sz="96525" autoAdjust="0"/>
  </p:normalViewPr>
  <p:slideViewPr>
    <p:cSldViewPr>
      <p:cViewPr varScale="1">
        <p:scale>
          <a:sx n="96" d="100"/>
          <a:sy n="96" d="100"/>
        </p:scale>
        <p:origin x="486" y="78"/>
      </p:cViewPr>
      <p:guideLst>
        <p:guide orient="horz" pos="2546"/>
        <p:guide orient="horz" pos="323"/>
        <p:guide pos="325"/>
        <p:guide orient="horz" pos="981"/>
        <p:guide orient="horz" pos="377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-6672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2D73A0D5-2175-47FB-99D2-67E58077C975}"/>
    <pc:docChg chg="undo custSel modSld">
      <pc:chgData name="Choi Jeomki" userId="f1912f8b0928b9f1" providerId="LiveId" clId="{2D73A0D5-2175-47FB-99D2-67E58077C975}" dt="2019-03-06T08:12:54.294" v="235" actId="20577"/>
      <pc:docMkLst>
        <pc:docMk/>
      </pc:docMkLst>
      <pc:sldChg chg="addSp delSp modSp">
        <pc:chgData name="Choi Jeomki" userId="f1912f8b0928b9f1" providerId="LiveId" clId="{2D73A0D5-2175-47FB-99D2-67E58077C975}" dt="2019-03-06T07:59:50.655" v="208" actId="20577"/>
        <pc:sldMkLst>
          <pc:docMk/>
          <pc:sldMk cId="1549640692" sldId="291"/>
        </pc:sldMkLst>
        <pc:spChg chg="mod">
          <ac:chgData name="Choi Jeomki" userId="f1912f8b0928b9f1" providerId="LiveId" clId="{2D73A0D5-2175-47FB-99D2-67E58077C975}" dt="2019-03-06T07:59:50.655" v="208" actId="20577"/>
          <ac:spMkLst>
            <pc:docMk/>
            <pc:sldMk cId="1549640692" sldId="291"/>
            <ac:spMk id="5" creationId="{522AC91D-413C-4816-947A-4EFF09547F4E}"/>
          </ac:spMkLst>
        </pc:spChg>
        <pc:spChg chg="mod">
          <ac:chgData name="Choi Jeomki" userId="f1912f8b0928b9f1" providerId="LiveId" clId="{2D73A0D5-2175-47FB-99D2-67E58077C975}" dt="2019-03-06T07:14:14.780" v="15" actId="14100"/>
          <ac:spMkLst>
            <pc:docMk/>
            <pc:sldMk cId="1549640692" sldId="291"/>
            <ac:spMk id="7" creationId="{F7D96B1A-C905-4A72-9766-98DC50699276}"/>
          </ac:spMkLst>
        </pc:spChg>
        <pc:picChg chg="add del mod modCrop">
          <ac:chgData name="Choi Jeomki" userId="f1912f8b0928b9f1" providerId="LiveId" clId="{2D73A0D5-2175-47FB-99D2-67E58077C975}" dt="2019-03-06T07:15:54.965" v="57" actId="552"/>
          <ac:picMkLst>
            <pc:docMk/>
            <pc:sldMk cId="1549640692" sldId="291"/>
            <ac:picMk id="4" creationId="{FF601F23-6772-4DA6-B0FB-CEC34B3C5F61}"/>
          </ac:picMkLst>
        </pc:picChg>
        <pc:picChg chg="mod">
          <ac:chgData name="Choi Jeomki" userId="f1912f8b0928b9f1" providerId="LiveId" clId="{2D73A0D5-2175-47FB-99D2-67E58077C975}" dt="2019-03-06T07:14:23.541" v="20" actId="1035"/>
          <ac:picMkLst>
            <pc:docMk/>
            <pc:sldMk cId="1549640692" sldId="291"/>
            <ac:picMk id="12" creationId="{C499C968-EF20-4824-A345-374FBCC2E339}"/>
          </ac:picMkLst>
        </pc:picChg>
        <pc:picChg chg="mod">
          <ac:chgData name="Choi Jeomki" userId="f1912f8b0928b9f1" providerId="LiveId" clId="{2D73A0D5-2175-47FB-99D2-67E58077C975}" dt="2019-03-06T07:14:23.541" v="20" actId="1035"/>
          <ac:picMkLst>
            <pc:docMk/>
            <pc:sldMk cId="1549640692" sldId="291"/>
            <ac:picMk id="13" creationId="{DA2027D8-36B8-4A07-83E5-7D8BC1009024}"/>
          </ac:picMkLst>
        </pc:picChg>
        <pc:picChg chg="del">
          <ac:chgData name="Choi Jeomki" userId="f1912f8b0928b9f1" providerId="LiveId" clId="{2D73A0D5-2175-47FB-99D2-67E58077C975}" dt="2019-03-06T07:13:38.978" v="10" actId="478"/>
          <ac:picMkLst>
            <pc:docMk/>
            <pc:sldMk cId="1549640692" sldId="291"/>
            <ac:picMk id="17" creationId="{A9E7D219-5F10-427E-9A05-4657FF427B21}"/>
          </ac:picMkLst>
        </pc:picChg>
        <pc:picChg chg="add mod modCrop">
          <ac:chgData name="Choi Jeomki" userId="f1912f8b0928b9f1" providerId="LiveId" clId="{2D73A0D5-2175-47FB-99D2-67E58077C975}" dt="2019-03-06T07:15:54.965" v="57" actId="552"/>
          <ac:picMkLst>
            <pc:docMk/>
            <pc:sldMk cId="1549640692" sldId="291"/>
            <ac:picMk id="24" creationId="{6533EC9F-BC98-4DDE-BCD0-03FE5C1E6E6F}"/>
          </ac:picMkLst>
        </pc:picChg>
        <pc:picChg chg="add mod modCrop">
          <ac:chgData name="Choi Jeomki" userId="f1912f8b0928b9f1" providerId="LiveId" clId="{2D73A0D5-2175-47FB-99D2-67E58077C975}" dt="2019-03-06T07:15:54.965" v="57" actId="552"/>
          <ac:picMkLst>
            <pc:docMk/>
            <pc:sldMk cId="1549640692" sldId="291"/>
            <ac:picMk id="25" creationId="{900B0FAF-BEB9-4DE8-A468-8A426087D08A}"/>
          </ac:picMkLst>
        </pc:picChg>
      </pc:sldChg>
      <pc:sldChg chg="modSp">
        <pc:chgData name="Choi Jeomki" userId="f1912f8b0928b9f1" providerId="LiveId" clId="{2D73A0D5-2175-47FB-99D2-67E58077C975}" dt="2019-03-06T07:21:32.756" v="139" actId="14100"/>
        <pc:sldMkLst>
          <pc:docMk/>
          <pc:sldMk cId="1729628599" sldId="292"/>
        </pc:sldMkLst>
        <pc:spChg chg="mod">
          <ac:chgData name="Choi Jeomki" userId="f1912f8b0928b9f1" providerId="LiveId" clId="{2D73A0D5-2175-47FB-99D2-67E58077C975}" dt="2019-03-06T07:20:26.401" v="91" actId="20577"/>
          <ac:spMkLst>
            <pc:docMk/>
            <pc:sldMk cId="1729628599" sldId="292"/>
            <ac:spMk id="4" creationId="{2C518627-07CE-4F5B-BCB0-E009ED11EA5C}"/>
          </ac:spMkLst>
        </pc:spChg>
        <pc:spChg chg="mod">
          <ac:chgData name="Choi Jeomki" userId="f1912f8b0928b9f1" providerId="LiveId" clId="{2D73A0D5-2175-47FB-99D2-67E58077C975}" dt="2019-03-06T07:21:32.756" v="139" actId="14100"/>
          <ac:spMkLst>
            <pc:docMk/>
            <pc:sldMk cId="1729628599" sldId="292"/>
            <ac:spMk id="11" creationId="{49807116-174B-45DF-B071-5D1AC12D15BA}"/>
          </ac:spMkLst>
        </pc:spChg>
        <pc:picChg chg="mod">
          <ac:chgData name="Choi Jeomki" userId="f1912f8b0928b9f1" providerId="LiveId" clId="{2D73A0D5-2175-47FB-99D2-67E58077C975}" dt="2019-03-06T07:20:43.893" v="111" actId="208"/>
          <ac:picMkLst>
            <pc:docMk/>
            <pc:sldMk cId="1729628599" sldId="292"/>
            <ac:picMk id="5" creationId="{A2CC4C31-8A5F-4A5B-A14C-D89F0F7CFA21}"/>
          </ac:picMkLst>
        </pc:picChg>
        <pc:picChg chg="mod">
          <ac:chgData name="Choi Jeomki" userId="f1912f8b0928b9f1" providerId="LiveId" clId="{2D73A0D5-2175-47FB-99D2-67E58077C975}" dt="2019-03-06T07:20:43.893" v="111" actId="208"/>
          <ac:picMkLst>
            <pc:docMk/>
            <pc:sldMk cId="1729628599" sldId="292"/>
            <ac:picMk id="7" creationId="{9B5247CF-4362-4744-B064-2E464D94C483}"/>
          </ac:picMkLst>
        </pc:picChg>
        <pc:picChg chg="mod">
          <ac:chgData name="Choi Jeomki" userId="f1912f8b0928b9f1" providerId="LiveId" clId="{2D73A0D5-2175-47FB-99D2-67E58077C975}" dt="2019-03-06T07:20:58.352" v="132" actId="1036"/>
          <ac:picMkLst>
            <pc:docMk/>
            <pc:sldMk cId="1729628599" sldId="292"/>
            <ac:picMk id="8" creationId="{A695B655-6EEA-4E16-A9C2-BED40EFDF0AC}"/>
          </ac:picMkLst>
        </pc:picChg>
        <pc:picChg chg="mod">
          <ac:chgData name="Choi Jeomki" userId="f1912f8b0928b9f1" providerId="LiveId" clId="{2D73A0D5-2175-47FB-99D2-67E58077C975}" dt="2019-03-06T07:20:53.828" v="118" actId="1036"/>
          <ac:picMkLst>
            <pc:docMk/>
            <pc:sldMk cId="1729628599" sldId="292"/>
            <ac:picMk id="9" creationId="{52D37604-E02B-4C7E-95AE-6480F7D7B7EE}"/>
          </ac:picMkLst>
        </pc:picChg>
        <pc:picChg chg="mod">
          <ac:chgData name="Choi Jeomki" userId="f1912f8b0928b9f1" providerId="LiveId" clId="{2D73A0D5-2175-47FB-99D2-67E58077C975}" dt="2019-03-06T07:20:50.703" v="113" actId="1036"/>
          <ac:picMkLst>
            <pc:docMk/>
            <pc:sldMk cId="1729628599" sldId="292"/>
            <ac:picMk id="10" creationId="{1FA5ACAC-3410-4E5F-B15F-0A4A9C6D03AC}"/>
          </ac:picMkLst>
        </pc:picChg>
        <pc:picChg chg="mod">
          <ac:chgData name="Choi Jeomki" userId="f1912f8b0928b9f1" providerId="LiveId" clId="{2D73A0D5-2175-47FB-99D2-67E58077C975}" dt="2019-03-06T07:21:25.532" v="137" actId="1076"/>
          <ac:picMkLst>
            <pc:docMk/>
            <pc:sldMk cId="1729628599" sldId="292"/>
            <ac:picMk id="12" creationId="{776262D2-082E-4592-9645-01F59E98A019}"/>
          </ac:picMkLst>
        </pc:picChg>
        <pc:picChg chg="mod">
          <ac:chgData name="Choi Jeomki" userId="f1912f8b0928b9f1" providerId="LiveId" clId="{2D73A0D5-2175-47FB-99D2-67E58077C975}" dt="2019-03-06T07:21:29.292" v="138" actId="1076"/>
          <ac:picMkLst>
            <pc:docMk/>
            <pc:sldMk cId="1729628599" sldId="292"/>
            <ac:picMk id="13" creationId="{5303D8FA-CF31-4996-89D6-1F86B8CDF495}"/>
          </ac:picMkLst>
        </pc:picChg>
        <pc:picChg chg="mod">
          <ac:chgData name="Choi Jeomki" userId="f1912f8b0928b9f1" providerId="LiveId" clId="{2D73A0D5-2175-47FB-99D2-67E58077C975}" dt="2019-03-06T07:21:29.292" v="138" actId="1076"/>
          <ac:picMkLst>
            <pc:docMk/>
            <pc:sldMk cId="1729628599" sldId="292"/>
            <ac:picMk id="14" creationId="{2E37BC73-E4BF-4F08-9D2D-70F2E86E0CC1}"/>
          </ac:picMkLst>
        </pc:picChg>
        <pc:picChg chg="mod">
          <ac:chgData name="Choi Jeomki" userId="f1912f8b0928b9f1" providerId="LiveId" clId="{2D73A0D5-2175-47FB-99D2-67E58077C975}" dt="2019-03-06T07:21:22.643" v="136" actId="1076"/>
          <ac:picMkLst>
            <pc:docMk/>
            <pc:sldMk cId="1729628599" sldId="292"/>
            <ac:picMk id="16" creationId="{95D2DB60-FE0F-4782-9E63-F89B2F71206D}"/>
          </ac:picMkLst>
        </pc:picChg>
      </pc:sldChg>
      <pc:sldChg chg="modSp">
        <pc:chgData name="Choi Jeomki" userId="f1912f8b0928b9f1" providerId="LiveId" clId="{2D73A0D5-2175-47FB-99D2-67E58077C975}" dt="2019-03-06T07:24:22.597" v="141" actId="552"/>
        <pc:sldMkLst>
          <pc:docMk/>
          <pc:sldMk cId="1430597611" sldId="295"/>
        </pc:sldMkLst>
        <pc:spChg chg="mod">
          <ac:chgData name="Choi Jeomki" userId="f1912f8b0928b9f1" providerId="LiveId" clId="{2D73A0D5-2175-47FB-99D2-67E58077C975}" dt="2019-03-06T07:23:32.744" v="140" actId="207"/>
          <ac:spMkLst>
            <pc:docMk/>
            <pc:sldMk cId="1430597611" sldId="295"/>
            <ac:spMk id="7" creationId="{E8DC9258-6D8D-41B6-9D88-8075BEF9E75F}"/>
          </ac:spMkLst>
        </pc:spChg>
        <pc:picChg chg="mod">
          <ac:chgData name="Choi Jeomki" userId="f1912f8b0928b9f1" providerId="LiveId" clId="{2D73A0D5-2175-47FB-99D2-67E58077C975}" dt="2019-03-06T07:24:22.597" v="141" actId="552"/>
          <ac:picMkLst>
            <pc:docMk/>
            <pc:sldMk cId="1430597611" sldId="295"/>
            <ac:picMk id="13" creationId="{7AD006F4-80DB-4E0C-B169-7DB722D5A20D}"/>
          </ac:picMkLst>
        </pc:picChg>
        <pc:picChg chg="mod">
          <ac:chgData name="Choi Jeomki" userId="f1912f8b0928b9f1" providerId="LiveId" clId="{2D73A0D5-2175-47FB-99D2-67E58077C975}" dt="2019-03-06T07:24:22.597" v="141" actId="552"/>
          <ac:picMkLst>
            <pc:docMk/>
            <pc:sldMk cId="1430597611" sldId="295"/>
            <ac:picMk id="64" creationId="{370A3229-21BC-497D-ACF3-FBB67830F042}"/>
          </ac:picMkLst>
        </pc:picChg>
        <pc:picChg chg="mod">
          <ac:chgData name="Choi Jeomki" userId="f1912f8b0928b9f1" providerId="LiveId" clId="{2D73A0D5-2175-47FB-99D2-67E58077C975}" dt="2019-03-06T07:24:22.597" v="141" actId="552"/>
          <ac:picMkLst>
            <pc:docMk/>
            <pc:sldMk cId="1430597611" sldId="295"/>
            <ac:picMk id="65" creationId="{7A0CECD2-6E5B-4723-9586-9DC7F071F5DE}"/>
          </ac:picMkLst>
        </pc:picChg>
        <pc:cxnChg chg="mod">
          <ac:chgData name="Choi Jeomki" userId="f1912f8b0928b9f1" providerId="LiveId" clId="{2D73A0D5-2175-47FB-99D2-67E58077C975}" dt="2019-03-06T07:24:22.597" v="141" actId="552"/>
          <ac:cxnSpMkLst>
            <pc:docMk/>
            <pc:sldMk cId="1430597611" sldId="295"/>
            <ac:cxnSpMk id="41" creationId="{290D1ECF-954A-4C42-B611-9EEE0FE8DEC7}"/>
          </ac:cxnSpMkLst>
        </pc:cxnChg>
      </pc:sldChg>
      <pc:sldChg chg="modSp">
        <pc:chgData name="Choi Jeomki" userId="f1912f8b0928b9f1" providerId="LiveId" clId="{2D73A0D5-2175-47FB-99D2-67E58077C975}" dt="2019-03-06T07:33:24.822" v="183" actId="20577"/>
        <pc:sldMkLst>
          <pc:docMk/>
          <pc:sldMk cId="3483478041" sldId="298"/>
        </pc:sldMkLst>
        <pc:spChg chg="mod">
          <ac:chgData name="Choi Jeomki" userId="f1912f8b0928b9f1" providerId="LiveId" clId="{2D73A0D5-2175-47FB-99D2-67E58077C975}" dt="2019-03-06T07:33:24.822" v="183" actId="20577"/>
          <ac:spMkLst>
            <pc:docMk/>
            <pc:sldMk cId="3483478041" sldId="298"/>
            <ac:spMk id="4" creationId="{3AD07290-7CA7-47F5-A049-BAC26CCBFBFF}"/>
          </ac:spMkLst>
        </pc:spChg>
      </pc:sldChg>
      <pc:sldChg chg="modSp">
        <pc:chgData name="Choi Jeomki" userId="f1912f8b0928b9f1" providerId="LiveId" clId="{2D73A0D5-2175-47FB-99D2-67E58077C975}" dt="2019-03-06T08:04:36.068" v="210" actId="20577"/>
        <pc:sldMkLst>
          <pc:docMk/>
          <pc:sldMk cId="3177038943" sldId="311"/>
        </pc:sldMkLst>
        <pc:spChg chg="mod">
          <ac:chgData name="Choi Jeomki" userId="f1912f8b0928b9f1" providerId="LiveId" clId="{2D73A0D5-2175-47FB-99D2-67E58077C975}" dt="2019-03-06T08:04:36.068" v="210" actId="20577"/>
          <ac:spMkLst>
            <pc:docMk/>
            <pc:sldMk cId="3177038943" sldId="311"/>
            <ac:spMk id="4" creationId="{3AD07290-7CA7-47F5-A049-BAC26CCBFBFF}"/>
          </ac:spMkLst>
        </pc:spChg>
      </pc:sldChg>
      <pc:sldChg chg="addSp delSp modSp">
        <pc:chgData name="Choi Jeomki" userId="f1912f8b0928b9f1" providerId="LiveId" clId="{2D73A0D5-2175-47FB-99D2-67E58077C975}" dt="2019-03-06T07:38:52.387" v="191" actId="14100"/>
        <pc:sldMkLst>
          <pc:docMk/>
          <pc:sldMk cId="1121971938" sldId="315"/>
        </pc:sldMkLst>
        <pc:picChg chg="add mod">
          <ac:chgData name="Choi Jeomki" userId="f1912f8b0928b9f1" providerId="LiveId" clId="{2D73A0D5-2175-47FB-99D2-67E58077C975}" dt="2019-03-06T07:38:52.387" v="191" actId="14100"/>
          <ac:picMkLst>
            <pc:docMk/>
            <pc:sldMk cId="1121971938" sldId="315"/>
            <ac:picMk id="5" creationId="{5163B8FF-2484-4EE0-9CEB-93814F28C558}"/>
          </ac:picMkLst>
        </pc:picChg>
        <pc:picChg chg="del">
          <ac:chgData name="Choi Jeomki" userId="f1912f8b0928b9f1" providerId="LiveId" clId="{2D73A0D5-2175-47FB-99D2-67E58077C975}" dt="2019-03-06T07:38:29.657" v="184" actId="478"/>
          <ac:picMkLst>
            <pc:docMk/>
            <pc:sldMk cId="1121971938" sldId="315"/>
            <ac:picMk id="7" creationId="{595181E2-A755-4067-9C5C-B6C2E5CA7F54}"/>
          </ac:picMkLst>
        </pc:picChg>
        <pc:picChg chg="mod">
          <ac:chgData name="Choi Jeomki" userId="f1912f8b0928b9f1" providerId="LiveId" clId="{2D73A0D5-2175-47FB-99D2-67E58077C975}" dt="2019-03-06T07:38:46.566" v="190" actId="1035"/>
          <ac:picMkLst>
            <pc:docMk/>
            <pc:sldMk cId="1121971938" sldId="315"/>
            <ac:picMk id="11" creationId="{110497F2-8C26-4D04-BD57-65E8710454FA}"/>
          </ac:picMkLst>
        </pc:picChg>
      </pc:sldChg>
      <pc:sldChg chg="modSp">
        <pc:chgData name="Choi Jeomki" userId="f1912f8b0928b9f1" providerId="LiveId" clId="{2D73A0D5-2175-47FB-99D2-67E58077C975}" dt="2019-03-06T08:07:18.679" v="212" actId="20577"/>
        <pc:sldMkLst>
          <pc:docMk/>
          <pc:sldMk cId="1732434582" sldId="321"/>
        </pc:sldMkLst>
        <pc:spChg chg="mod">
          <ac:chgData name="Choi Jeomki" userId="f1912f8b0928b9f1" providerId="LiveId" clId="{2D73A0D5-2175-47FB-99D2-67E58077C975}" dt="2019-03-06T08:07:18.679" v="212" actId="20577"/>
          <ac:spMkLst>
            <pc:docMk/>
            <pc:sldMk cId="1732434582" sldId="321"/>
            <ac:spMk id="4" creationId="{29FE4AD3-2976-45D8-9576-A7840528DE17}"/>
          </ac:spMkLst>
        </pc:spChg>
      </pc:sldChg>
      <pc:sldChg chg="modSp">
        <pc:chgData name="Choi Jeomki" userId="f1912f8b0928b9f1" providerId="LiveId" clId="{2D73A0D5-2175-47FB-99D2-67E58077C975}" dt="2019-03-06T08:10:40.825" v="223" actId="20577"/>
        <pc:sldMkLst>
          <pc:docMk/>
          <pc:sldMk cId="2516645084" sldId="323"/>
        </pc:sldMkLst>
        <pc:spChg chg="mod">
          <ac:chgData name="Choi Jeomki" userId="f1912f8b0928b9f1" providerId="LiveId" clId="{2D73A0D5-2175-47FB-99D2-67E58077C975}" dt="2019-02-22T07:47:44.801" v="4" actId="20577"/>
          <ac:spMkLst>
            <pc:docMk/>
            <pc:sldMk cId="2516645084" sldId="323"/>
            <ac:spMk id="2" creationId="{00000000-0000-0000-0000-000000000000}"/>
          </ac:spMkLst>
        </pc:spChg>
        <pc:spChg chg="mod">
          <ac:chgData name="Choi Jeomki" userId="f1912f8b0928b9f1" providerId="LiveId" clId="{2D73A0D5-2175-47FB-99D2-67E58077C975}" dt="2019-03-06T08:10:40.825" v="223" actId="20577"/>
          <ac:spMkLst>
            <pc:docMk/>
            <pc:sldMk cId="2516645084" sldId="323"/>
            <ac:spMk id="15" creationId="{239EFC56-B3A0-474D-A0FC-541E89CEFD99}"/>
          </ac:spMkLst>
        </pc:spChg>
      </pc:sldChg>
      <pc:sldChg chg="modSp">
        <pc:chgData name="Choi Jeomki" userId="f1912f8b0928b9f1" providerId="LiveId" clId="{2D73A0D5-2175-47FB-99D2-67E58077C975}" dt="2019-03-06T08:08:54.864" v="219" actId="20577"/>
        <pc:sldMkLst>
          <pc:docMk/>
          <pc:sldMk cId="411033760" sldId="331"/>
        </pc:sldMkLst>
        <pc:spChg chg="mod">
          <ac:chgData name="Choi Jeomki" userId="f1912f8b0928b9f1" providerId="LiveId" clId="{2D73A0D5-2175-47FB-99D2-67E58077C975}" dt="2019-03-06T08:08:54.864" v="219" actId="20577"/>
          <ac:spMkLst>
            <pc:docMk/>
            <pc:sldMk cId="411033760" sldId="331"/>
            <ac:spMk id="14" creationId="{74BBBBBA-44A8-4D4B-A4AF-BE94F1ACD5B5}"/>
          </ac:spMkLst>
        </pc:spChg>
      </pc:sldChg>
      <pc:sldChg chg="modSp">
        <pc:chgData name="Choi Jeomki" userId="f1912f8b0928b9f1" providerId="LiveId" clId="{2D73A0D5-2175-47FB-99D2-67E58077C975}" dt="2019-03-06T07:47:00.019" v="193" actId="20577"/>
        <pc:sldMkLst>
          <pc:docMk/>
          <pc:sldMk cId="3505942061" sldId="332"/>
        </pc:sldMkLst>
        <pc:spChg chg="mod">
          <ac:chgData name="Choi Jeomki" userId="f1912f8b0928b9f1" providerId="LiveId" clId="{2D73A0D5-2175-47FB-99D2-67E58077C975}" dt="2019-03-06T07:47:00.019" v="193" actId="20577"/>
          <ac:spMkLst>
            <pc:docMk/>
            <pc:sldMk cId="3505942061" sldId="332"/>
            <ac:spMk id="14" creationId="{74BBBBBA-44A8-4D4B-A4AF-BE94F1ACD5B5}"/>
          </ac:spMkLst>
        </pc:spChg>
      </pc:sldChg>
      <pc:sldChg chg="modSp">
        <pc:chgData name="Choi Jeomki" userId="f1912f8b0928b9f1" providerId="LiveId" clId="{2D73A0D5-2175-47FB-99D2-67E58077C975}" dt="2019-03-06T08:07:53.561" v="214" actId="20577"/>
        <pc:sldMkLst>
          <pc:docMk/>
          <pc:sldMk cId="666951206" sldId="333"/>
        </pc:sldMkLst>
        <pc:spChg chg="mod">
          <ac:chgData name="Choi Jeomki" userId="f1912f8b0928b9f1" providerId="LiveId" clId="{2D73A0D5-2175-47FB-99D2-67E58077C975}" dt="2019-03-06T08:07:53.561" v="214" actId="20577"/>
          <ac:spMkLst>
            <pc:docMk/>
            <pc:sldMk cId="666951206" sldId="333"/>
            <ac:spMk id="23" creationId="{1CCC2EE2-65A3-484B-A0C3-24929F8A9731}"/>
          </ac:spMkLst>
        </pc:spChg>
      </pc:sldChg>
      <pc:sldChg chg="modSp">
        <pc:chgData name="Choi Jeomki" userId="f1912f8b0928b9f1" providerId="LiveId" clId="{2D73A0D5-2175-47FB-99D2-67E58077C975}" dt="2019-03-06T08:10:03.045" v="221" actId="20577"/>
        <pc:sldMkLst>
          <pc:docMk/>
          <pc:sldMk cId="4279548351" sldId="334"/>
        </pc:sldMkLst>
        <pc:spChg chg="mod">
          <ac:chgData name="Choi Jeomki" userId="f1912f8b0928b9f1" providerId="LiveId" clId="{2D73A0D5-2175-47FB-99D2-67E58077C975}" dt="2019-03-06T08:10:03.045" v="221" actId="20577"/>
          <ac:spMkLst>
            <pc:docMk/>
            <pc:sldMk cId="4279548351" sldId="334"/>
            <ac:spMk id="14" creationId="{74BBBBBA-44A8-4D4B-A4AF-BE94F1ACD5B5}"/>
          </ac:spMkLst>
        </pc:spChg>
      </pc:sldChg>
      <pc:sldChg chg="addSp delSp modSp">
        <pc:chgData name="Choi Jeomki" userId="f1912f8b0928b9f1" providerId="LiveId" clId="{2D73A0D5-2175-47FB-99D2-67E58077C975}" dt="2019-03-06T08:12:33.639" v="233" actId="20577"/>
        <pc:sldMkLst>
          <pc:docMk/>
          <pc:sldMk cId="1688474345" sldId="335"/>
        </pc:sldMkLst>
        <pc:spChg chg="mod">
          <ac:chgData name="Choi Jeomki" userId="f1912f8b0928b9f1" providerId="LiveId" clId="{2D73A0D5-2175-47FB-99D2-67E58077C975}" dt="2019-02-22T07:47:48.786" v="9" actId="20577"/>
          <ac:spMkLst>
            <pc:docMk/>
            <pc:sldMk cId="1688474345" sldId="335"/>
            <ac:spMk id="2" creationId="{00000000-0000-0000-0000-000000000000}"/>
          </ac:spMkLst>
        </pc:spChg>
        <pc:spChg chg="mod">
          <ac:chgData name="Choi Jeomki" userId="f1912f8b0928b9f1" providerId="LiveId" clId="{2D73A0D5-2175-47FB-99D2-67E58077C975}" dt="2019-03-06T08:12:33.639" v="233" actId="20577"/>
          <ac:spMkLst>
            <pc:docMk/>
            <pc:sldMk cId="1688474345" sldId="335"/>
            <ac:spMk id="3" creationId="{00000000-0000-0000-0000-000000000000}"/>
          </ac:spMkLst>
        </pc:spChg>
        <pc:spChg chg="mod">
          <ac:chgData name="Choi Jeomki" userId="f1912f8b0928b9f1" providerId="LiveId" clId="{2D73A0D5-2175-47FB-99D2-67E58077C975}" dt="2019-03-06T08:12:12.781" v="225"/>
          <ac:spMkLst>
            <pc:docMk/>
            <pc:sldMk cId="1688474345" sldId="335"/>
            <ac:spMk id="21" creationId="{182AF708-6B70-4D2C-8CBD-9DABCC644D27}"/>
          </ac:spMkLst>
        </pc:spChg>
        <pc:picChg chg="add mod">
          <ac:chgData name="Choi Jeomki" userId="f1912f8b0928b9f1" providerId="LiveId" clId="{2D73A0D5-2175-47FB-99D2-67E58077C975}" dt="2019-03-06T08:12:25.362" v="232" actId="1037"/>
          <ac:picMkLst>
            <pc:docMk/>
            <pc:sldMk cId="1688474345" sldId="335"/>
            <ac:picMk id="4" creationId="{311704C3-7BB2-4CD1-B357-B2BAB373D589}"/>
          </ac:picMkLst>
        </pc:picChg>
        <pc:picChg chg="mod">
          <ac:chgData name="Choi Jeomki" userId="f1912f8b0928b9f1" providerId="LiveId" clId="{2D73A0D5-2175-47FB-99D2-67E58077C975}" dt="2019-03-06T07:51:35.026" v="196" actId="1035"/>
          <ac:picMkLst>
            <pc:docMk/>
            <pc:sldMk cId="1688474345" sldId="335"/>
            <ac:picMk id="9" creationId="{6574656B-0F1D-4BA2-B05C-A0007A08BC07}"/>
          </ac:picMkLst>
        </pc:picChg>
        <pc:picChg chg="mod">
          <ac:chgData name="Choi Jeomki" userId="f1912f8b0928b9f1" providerId="LiveId" clId="{2D73A0D5-2175-47FB-99D2-67E58077C975}" dt="2019-03-06T07:54:16.804" v="202" actId="553"/>
          <ac:picMkLst>
            <pc:docMk/>
            <pc:sldMk cId="1688474345" sldId="335"/>
            <ac:picMk id="24" creationId="{9D3D9D7D-EBB6-4F36-B3B4-FDEC6333B088}"/>
          </ac:picMkLst>
        </pc:picChg>
        <pc:picChg chg="del">
          <ac:chgData name="Choi Jeomki" userId="f1912f8b0928b9f1" providerId="LiveId" clId="{2D73A0D5-2175-47FB-99D2-67E58077C975}" dt="2019-03-06T07:54:11.553" v="200" actId="478"/>
          <ac:picMkLst>
            <pc:docMk/>
            <pc:sldMk cId="1688474345" sldId="335"/>
            <ac:picMk id="25" creationId="{4BC2D345-BA77-40E9-BFA8-8BACBA286CCA}"/>
          </ac:picMkLst>
        </pc:picChg>
      </pc:sldChg>
      <pc:sldChg chg="modSp">
        <pc:chgData name="Choi Jeomki" userId="f1912f8b0928b9f1" providerId="LiveId" clId="{2D73A0D5-2175-47FB-99D2-67E58077C975}" dt="2019-03-06T08:12:54.294" v="235" actId="20577"/>
        <pc:sldMkLst>
          <pc:docMk/>
          <pc:sldMk cId="2414920609" sldId="336"/>
        </pc:sldMkLst>
        <pc:spChg chg="mod">
          <ac:chgData name="Choi Jeomki" userId="f1912f8b0928b9f1" providerId="LiveId" clId="{2D73A0D5-2175-47FB-99D2-67E58077C975}" dt="2019-03-06T08:12:54.294" v="235" actId="20577"/>
          <ac:spMkLst>
            <pc:docMk/>
            <pc:sldMk cId="2414920609" sldId="336"/>
            <ac:spMk id="15" creationId="{239EFC56-B3A0-474D-A0FC-541E89CEFD9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xmlns="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xmlns="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3" Type="http://schemas.openxmlformats.org/officeDocument/2006/relationships/image" Target="../media/image79.png"/><Relationship Id="rId7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10" Type="http://schemas.openxmlformats.org/officeDocument/2006/relationships/image" Target="../media/image86.png"/><Relationship Id="rId4" Type="http://schemas.openxmlformats.org/officeDocument/2006/relationships/image" Target="../media/image80.png"/><Relationship Id="rId9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slideLayout" Target="../slideLayouts/slideLayout4.xml"/><Relationship Id="rId7" Type="http://schemas.openxmlformats.org/officeDocument/2006/relationships/image" Target="../media/image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94.png"/><Relationship Id="rId11" Type="http://schemas.openxmlformats.org/officeDocument/2006/relationships/image" Target="../media/image98.png"/><Relationship Id="rId5" Type="http://schemas.openxmlformats.org/officeDocument/2006/relationships/image" Target="../media/image93.png"/><Relationship Id="rId10" Type="http://schemas.openxmlformats.org/officeDocument/2006/relationships/image" Target="../media/image97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10" Type="http://schemas.openxmlformats.org/officeDocument/2006/relationships/image" Target="../media/image107.png"/><Relationship Id="rId4" Type="http://schemas.openxmlformats.org/officeDocument/2006/relationships/image" Target="../media/image101.png"/><Relationship Id="rId9" Type="http://schemas.openxmlformats.org/officeDocument/2006/relationships/image" Target="../media/image106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09.png"/><Relationship Id="rId7" Type="http://schemas.openxmlformats.org/officeDocument/2006/relationships/image" Target="../media/image6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Relationship Id="rId9" Type="http://schemas.openxmlformats.org/officeDocument/2006/relationships/image" Target="../media/image1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116.png"/><Relationship Id="rId7" Type="http://schemas.openxmlformats.org/officeDocument/2006/relationships/image" Target="../media/image119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8.png"/><Relationship Id="rId5" Type="http://schemas.openxmlformats.org/officeDocument/2006/relationships/image" Target="../media/image6.png"/><Relationship Id="rId4" Type="http://schemas.openxmlformats.org/officeDocument/2006/relationships/image" Target="../media/image117.png"/><Relationship Id="rId9" Type="http://schemas.openxmlformats.org/officeDocument/2006/relationships/image" Target="../media/image1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7" Type="http://schemas.openxmlformats.org/officeDocument/2006/relationships/image" Target="../media/image12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Relationship Id="rId6" Type="http://schemas.openxmlformats.org/officeDocument/2006/relationships/image" Target="../media/image6.png"/><Relationship Id="rId5" Type="http://schemas.openxmlformats.org/officeDocument/2006/relationships/image" Target="../media/image94.png"/><Relationship Id="rId4" Type="http://schemas.openxmlformats.org/officeDocument/2006/relationships/image" Target="../media/image12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3" Type="http://schemas.openxmlformats.org/officeDocument/2006/relationships/image" Target="../media/image94.png"/><Relationship Id="rId7" Type="http://schemas.openxmlformats.org/officeDocument/2006/relationships/image" Target="../media/image134.png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0.png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3" Type="http://schemas.openxmlformats.org/officeDocument/2006/relationships/image" Target="../media/image142.png"/><Relationship Id="rId7" Type="http://schemas.openxmlformats.org/officeDocument/2006/relationships/image" Target="../media/image146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5.png"/><Relationship Id="rId11" Type="http://schemas.openxmlformats.org/officeDocument/2006/relationships/image" Target="../media/image150.png"/><Relationship Id="rId5" Type="http://schemas.openxmlformats.org/officeDocument/2006/relationships/image" Target="../media/image144.png"/><Relationship Id="rId10" Type="http://schemas.openxmlformats.org/officeDocument/2006/relationships/image" Target="../media/image149.png"/><Relationship Id="rId4" Type="http://schemas.openxmlformats.org/officeDocument/2006/relationships/image" Target="../media/image143.png"/><Relationship Id="rId9" Type="http://schemas.openxmlformats.org/officeDocument/2006/relationships/image" Target="../media/image1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3. R</a:t>
            </a:r>
            <a:r>
              <a:rPr lang="ko-KR" altLang="en-US" sz="6600" b="1" spc="-300" dirty="0" err="1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자료형과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데이터 로딩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8239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기본자료형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익히기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R </a:t>
            </a: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복합자료형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익히기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11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로딩하기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20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07746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2160622"/>
            <a:ext cx="3326232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5" name="그룹 34"/>
          <p:cNvGrpSpPr/>
          <p:nvPr/>
        </p:nvGrpSpPr>
        <p:grpSpPr>
          <a:xfrm>
            <a:off x="4020030" y="2148345"/>
            <a:ext cx="3953168" cy="830997"/>
            <a:chOff x="1996611" y="2003068"/>
            <a:chExt cx="3953168" cy="830997"/>
          </a:xfrm>
        </p:grpSpPr>
        <p:sp>
          <p:nvSpPr>
            <p:cNvPr id="22" name="TextBox 21"/>
            <p:cNvSpPr txBox="1"/>
            <p:nvPr/>
          </p:nvSpPr>
          <p:spPr>
            <a:xfrm>
              <a:off x="2649195" y="2003068"/>
              <a:ext cx="33005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기본자료형 익히기</a:t>
              </a: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13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14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6" name="그룹 35"/>
          <p:cNvGrpSpPr/>
          <p:nvPr/>
        </p:nvGrpSpPr>
        <p:grpSpPr>
          <a:xfrm>
            <a:off x="4020030" y="3246480"/>
            <a:ext cx="3993242" cy="830997"/>
            <a:chOff x="1996611" y="3028564"/>
            <a:chExt cx="3993242" cy="83099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2649195" y="3028564"/>
              <a:ext cx="33406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복합자료형 익히기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34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로딩하기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변수의 개념과 역할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다양한 분석대상객체와 </a:t>
            </a:r>
            <a:r>
              <a:rPr lang="ko-KR" altLang="en-US" dirty="0" err="1"/>
              <a:t>데이터셋형식으로</a:t>
            </a:r>
            <a:r>
              <a:rPr lang="ko-KR" altLang="en-US" dirty="0"/>
              <a:t> </a:t>
            </a:r>
            <a:r>
              <a:rPr lang="ko-KR" altLang="en-US" dirty="0" err="1"/>
              <a:t>부터</a:t>
            </a:r>
            <a:r>
              <a:rPr lang="ko-KR" altLang="en-US" dirty="0"/>
              <a:t> 숫자</a:t>
            </a:r>
            <a:r>
              <a:rPr lang="en-US" altLang="ko-KR" dirty="0"/>
              <a:t>·</a:t>
            </a:r>
            <a:r>
              <a:rPr lang="ko-KR" altLang="en-US" dirty="0"/>
              <a:t>문자</a:t>
            </a:r>
            <a:r>
              <a:rPr lang="en-US" altLang="ko-KR" dirty="0"/>
              <a:t>·</a:t>
            </a:r>
            <a:r>
              <a:rPr lang="ko-KR" altLang="en-US" dirty="0"/>
              <a:t>논리</a:t>
            </a:r>
            <a:r>
              <a:rPr lang="en-US" altLang="ko-KR" dirty="0"/>
              <a:t>·</a:t>
            </a:r>
            <a:r>
              <a:rPr lang="ko-KR" altLang="en-US" dirty="0"/>
              <a:t>기타유형의 데이터</a:t>
            </a:r>
            <a:r>
              <a:rPr lang="en-US" altLang="ko-KR" dirty="0"/>
              <a:t>(</a:t>
            </a:r>
            <a:r>
              <a:rPr lang="ko-KR" altLang="en-US" dirty="0"/>
              <a:t>자료</a:t>
            </a:r>
            <a:r>
              <a:rPr lang="en-US" altLang="ko-KR" dirty="0"/>
              <a:t>)</a:t>
            </a:r>
            <a:r>
              <a:rPr lang="ko-KR" altLang="en-US" dirty="0"/>
              <a:t>들을 수집해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분석목적에 맞게 여러 데이터구조</a:t>
            </a:r>
            <a:r>
              <a:rPr lang="en-US" altLang="ko-KR" dirty="0"/>
              <a:t>(</a:t>
            </a:r>
            <a:r>
              <a:rPr lang="ko-KR" altLang="en-US" dirty="0"/>
              <a:t>데이터객체</a:t>
            </a:r>
            <a:r>
              <a:rPr lang="en-US" altLang="ko-KR" dirty="0"/>
              <a:t>)</a:t>
            </a:r>
            <a:r>
              <a:rPr lang="ko-KR" altLang="en-US" dirty="0"/>
              <a:t>로 만들어 변수를 통해서 분석에 활용함</a:t>
            </a:r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xmlns="" id="{92FB8403-5E7A-4593-BA85-C81160B57C6F}"/>
              </a:ext>
            </a:extLst>
          </p:cNvPr>
          <p:cNvGrpSpPr/>
          <p:nvPr/>
        </p:nvGrpSpPr>
        <p:grpSpPr>
          <a:xfrm>
            <a:off x="2855728" y="3580445"/>
            <a:ext cx="792000" cy="792000"/>
            <a:chOff x="621298" y="2144493"/>
            <a:chExt cx="879393" cy="859970"/>
          </a:xfrm>
        </p:grpSpPr>
        <p:sp>
          <p:nvSpPr>
            <p:cNvPr id="25" name="Rectangle 78">
              <a:extLst>
                <a:ext uri="{FF2B5EF4-FFF2-40B4-BE49-F238E27FC236}">
                  <a16:creationId xmlns:a16="http://schemas.microsoft.com/office/drawing/2014/main" xmlns="" id="{B1C19BDB-C8E2-4484-A97E-09AF925302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indent="-339725" algn="ctr" defTabSz="1042988" eaLnBrk="0" fontAlgn="auto" latinLnBrk="0" hangingPunct="0"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tabLst>
                  <a:tab pos="5648325" algn="l"/>
                </a:tabLst>
                <a:defRPr/>
              </a:pPr>
              <a:endParaRPr kumimoji="0" lang="en-US" altLang="ko-KR" sz="1200" kern="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26" name="Rectangle 78">
              <a:extLst>
                <a:ext uri="{FF2B5EF4-FFF2-40B4-BE49-F238E27FC236}">
                  <a16:creationId xmlns:a16="http://schemas.microsoft.com/office/drawing/2014/main" xmlns="" id="{4877F4A2-DC20-4D56-93FD-B45FEB4A4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분석대상</a:t>
              </a:r>
              <a: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객체</a:t>
              </a:r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xmlns="" id="{2E0476F6-A87B-4CF8-8404-A508D4BB985F}"/>
              </a:ext>
            </a:extLst>
          </p:cNvPr>
          <p:cNvGrpSpPr/>
          <p:nvPr/>
        </p:nvGrpSpPr>
        <p:grpSpPr>
          <a:xfrm>
            <a:off x="2855728" y="5111663"/>
            <a:ext cx="792000" cy="792000"/>
            <a:chOff x="621298" y="2144493"/>
            <a:chExt cx="879393" cy="859970"/>
          </a:xfrm>
        </p:grpSpPr>
        <p:sp>
          <p:nvSpPr>
            <p:cNvPr id="29" name="Rectangle 78">
              <a:extLst>
                <a:ext uri="{FF2B5EF4-FFF2-40B4-BE49-F238E27FC236}">
                  <a16:creationId xmlns:a16="http://schemas.microsoft.com/office/drawing/2014/main" xmlns="" id="{5A93C30E-2EE4-4CB7-B5CF-D9F943B5AC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indent="-339725" algn="ctr" defTabSz="1042988" eaLnBrk="0" fontAlgn="auto" latinLnBrk="0" hangingPunct="0"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tabLst>
                  <a:tab pos="5648325" algn="l"/>
                </a:tabLst>
                <a:defRPr/>
              </a:pPr>
              <a:endParaRPr kumimoji="0" lang="en-US" altLang="ko-KR" sz="1200" kern="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37" name="Rectangle 78">
              <a:extLst>
                <a:ext uri="{FF2B5EF4-FFF2-40B4-BE49-F238E27FC236}">
                  <a16:creationId xmlns:a16="http://schemas.microsoft.com/office/drawing/2014/main" xmlns="" id="{44AD94CF-8AB7-4CE7-9FA9-82245ED04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데이터셋</a:t>
              </a:r>
              <a: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형식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xmlns="" id="{164AF234-96C0-4A48-AA67-E6A7E6C74DB8}"/>
              </a:ext>
            </a:extLst>
          </p:cNvPr>
          <p:cNvGrpSpPr/>
          <p:nvPr/>
        </p:nvGrpSpPr>
        <p:grpSpPr>
          <a:xfrm>
            <a:off x="7412043" y="2783768"/>
            <a:ext cx="792000" cy="792000"/>
            <a:chOff x="621298" y="2144493"/>
            <a:chExt cx="879393" cy="859970"/>
          </a:xfrm>
        </p:grpSpPr>
        <p:sp>
          <p:nvSpPr>
            <p:cNvPr id="39" name="Rectangle 78">
              <a:extLst>
                <a:ext uri="{FF2B5EF4-FFF2-40B4-BE49-F238E27FC236}">
                  <a16:creationId xmlns:a16="http://schemas.microsoft.com/office/drawing/2014/main" xmlns="" id="{1498A9BA-44B5-4C85-981D-82A1914330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indent="-339725" algn="ctr" defTabSz="1042988" eaLnBrk="0" fontAlgn="auto" latinLnBrk="0" hangingPunct="0"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tabLst>
                  <a:tab pos="5648325" algn="l"/>
                </a:tabLst>
                <a:defRPr/>
              </a:pPr>
              <a:endParaRPr kumimoji="0" lang="en-US" altLang="ko-KR" sz="1200" kern="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40" name="Rectangle 78">
              <a:extLst>
                <a:ext uri="{FF2B5EF4-FFF2-40B4-BE49-F238E27FC236}">
                  <a16:creationId xmlns:a16="http://schemas.microsoft.com/office/drawing/2014/main" xmlns="" id="{9FD05D03-3473-48DB-B37D-91B7FC85EC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데이터</a:t>
              </a:r>
              <a: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유형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xmlns="" id="{66B5FC45-ED95-4C7B-8002-D99DAD13E5FA}"/>
              </a:ext>
            </a:extLst>
          </p:cNvPr>
          <p:cNvGrpSpPr/>
          <p:nvPr/>
        </p:nvGrpSpPr>
        <p:grpSpPr>
          <a:xfrm>
            <a:off x="7412043" y="4377513"/>
            <a:ext cx="792000" cy="792000"/>
            <a:chOff x="621298" y="2144493"/>
            <a:chExt cx="879393" cy="859970"/>
          </a:xfrm>
        </p:grpSpPr>
        <p:sp>
          <p:nvSpPr>
            <p:cNvPr id="42" name="Rectangle 78">
              <a:extLst>
                <a:ext uri="{FF2B5EF4-FFF2-40B4-BE49-F238E27FC236}">
                  <a16:creationId xmlns:a16="http://schemas.microsoft.com/office/drawing/2014/main" xmlns="" id="{CA5BEDA9-94F8-49EE-BD18-BFC4B05A44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indent="-339725" algn="ctr" defTabSz="1042988" eaLnBrk="0" fontAlgn="auto" latinLnBrk="0" hangingPunct="0"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tabLst>
                  <a:tab pos="5648325" algn="l"/>
                </a:tabLst>
                <a:defRPr/>
              </a:pPr>
              <a:endParaRPr kumimoji="0" lang="en-US" altLang="ko-KR" sz="1200" kern="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43" name="Rectangle 78">
              <a:extLst>
                <a:ext uri="{FF2B5EF4-FFF2-40B4-BE49-F238E27FC236}">
                  <a16:creationId xmlns:a16="http://schemas.microsoft.com/office/drawing/2014/main" xmlns="" id="{38A013E7-39AE-43C1-8AFD-3294CA3533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데이터</a:t>
              </a:r>
              <a: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구조</a:t>
              </a:r>
            </a:p>
          </p:txBody>
        </p:sp>
      </p:grpSp>
      <p:sp>
        <p:nvSpPr>
          <p:cNvPr id="48" name="사각형: 둥근 모서리 83">
            <a:extLst>
              <a:ext uri="{FF2B5EF4-FFF2-40B4-BE49-F238E27FC236}">
                <a16:creationId xmlns:a16="http://schemas.microsoft.com/office/drawing/2014/main" xmlns="" id="{933F2284-8397-4728-94E9-97BF91C04C16}"/>
              </a:ext>
            </a:extLst>
          </p:cNvPr>
          <p:cNvSpPr/>
          <p:nvPr/>
        </p:nvSpPr>
        <p:spPr>
          <a:xfrm>
            <a:off x="524905" y="2918281"/>
            <a:ext cx="1896540" cy="2094895"/>
          </a:xfrm>
          <a:prstGeom prst="roundRect">
            <a:avLst>
              <a:gd name="adj" fmla="val 9660"/>
            </a:avLst>
          </a:prstGeom>
          <a:solidFill>
            <a:srgbClr val="95D5E1">
              <a:alpha val="40000"/>
            </a:srgbClr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내외부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고객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제품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서비스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오프채널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시설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장비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시간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트렌드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지역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장소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공간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위치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날씨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자연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정책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법률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규제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제도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사각형: 둥근 모서리 83">
            <a:extLst>
              <a:ext uri="{FF2B5EF4-FFF2-40B4-BE49-F238E27FC236}">
                <a16:creationId xmlns:a16="http://schemas.microsoft.com/office/drawing/2014/main" xmlns="" id="{AA56C414-799F-481F-A010-98B0B902C79C}"/>
              </a:ext>
            </a:extLst>
          </p:cNvPr>
          <p:cNvSpPr/>
          <p:nvPr/>
        </p:nvSpPr>
        <p:spPr>
          <a:xfrm>
            <a:off x="524905" y="5145873"/>
            <a:ext cx="1896540" cy="792000"/>
          </a:xfrm>
          <a:prstGeom prst="roundRect">
            <a:avLst>
              <a:gd name="adj" fmla="val 13268"/>
            </a:avLst>
          </a:prstGeom>
          <a:solidFill>
            <a:srgbClr val="95D5E1">
              <a:alpha val="40000"/>
            </a:srgbClr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정형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반정형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비정형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9" name="오른쪽 중괄호 8">
            <a:extLst>
              <a:ext uri="{FF2B5EF4-FFF2-40B4-BE49-F238E27FC236}">
                <a16:creationId xmlns:a16="http://schemas.microsoft.com/office/drawing/2014/main" xmlns="" id="{85F2D1AC-CD90-42AE-A14C-53E6D21EC692}"/>
              </a:ext>
            </a:extLst>
          </p:cNvPr>
          <p:cNvSpPr/>
          <p:nvPr/>
        </p:nvSpPr>
        <p:spPr>
          <a:xfrm>
            <a:off x="2467169" y="3035588"/>
            <a:ext cx="252028" cy="187700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2" name="오른쪽 중괄호 51">
            <a:extLst>
              <a:ext uri="{FF2B5EF4-FFF2-40B4-BE49-F238E27FC236}">
                <a16:creationId xmlns:a16="http://schemas.microsoft.com/office/drawing/2014/main" xmlns="" id="{3B2D3FB7-17C0-467C-8927-3757C42E5472}"/>
              </a:ext>
            </a:extLst>
          </p:cNvPr>
          <p:cNvSpPr/>
          <p:nvPr/>
        </p:nvSpPr>
        <p:spPr>
          <a:xfrm>
            <a:off x="2467169" y="5195233"/>
            <a:ext cx="252028" cy="69328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xmlns="" id="{DF17B423-2689-487C-988B-1F21BE97DC40}"/>
              </a:ext>
            </a:extLst>
          </p:cNvPr>
          <p:cNvSpPr txBox="1"/>
          <p:nvPr/>
        </p:nvSpPr>
        <p:spPr>
          <a:xfrm>
            <a:off x="4474771" y="2528900"/>
            <a:ext cx="2053277" cy="469028"/>
          </a:xfrm>
          <a:prstGeom prst="rect">
            <a:avLst/>
          </a:prstGeom>
          <a:solidFill>
            <a:srgbClr val="163E94"/>
          </a:solidFill>
          <a:ln w="254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</a:t>
            </a:r>
          </a:p>
        </p:txBody>
      </p:sp>
      <p:sp>
        <p:nvSpPr>
          <p:cNvPr id="55" name="사각형: 둥근 모서리 83">
            <a:extLst>
              <a:ext uri="{FF2B5EF4-FFF2-40B4-BE49-F238E27FC236}">
                <a16:creationId xmlns:a16="http://schemas.microsoft.com/office/drawing/2014/main" xmlns="" id="{8F7083C8-1304-4AE9-925D-7F7C794075E0}"/>
              </a:ext>
            </a:extLst>
          </p:cNvPr>
          <p:cNvSpPr/>
          <p:nvPr/>
        </p:nvSpPr>
        <p:spPr>
          <a:xfrm>
            <a:off x="8663956" y="3813771"/>
            <a:ext cx="1896540" cy="1919484"/>
          </a:xfrm>
          <a:prstGeom prst="roundRect">
            <a:avLst>
              <a:gd name="adj" fmla="val 9660"/>
            </a:avLst>
          </a:prstGeom>
          <a:solidFill>
            <a:srgbClr val="95D5E1">
              <a:alpha val="40000"/>
            </a:srgbClr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스칼라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(scalar)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벡터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(vector)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팩터형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(factor)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matarix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(array)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dataframe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리스트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(list)</a:t>
            </a:r>
          </a:p>
        </p:txBody>
      </p:sp>
      <p:sp>
        <p:nvSpPr>
          <p:cNvPr id="56" name="오른쪽 중괄호 55">
            <a:extLst>
              <a:ext uri="{FF2B5EF4-FFF2-40B4-BE49-F238E27FC236}">
                <a16:creationId xmlns:a16="http://schemas.microsoft.com/office/drawing/2014/main" xmlns="" id="{83EEC723-6621-4D65-94DE-DACDE4F5CA9B}"/>
              </a:ext>
            </a:extLst>
          </p:cNvPr>
          <p:cNvSpPr/>
          <p:nvPr/>
        </p:nvSpPr>
        <p:spPr>
          <a:xfrm rot="10800000">
            <a:off x="8348147" y="3813771"/>
            <a:ext cx="252028" cy="1919484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7" name="사각형: 둥근 모서리 83">
            <a:extLst>
              <a:ext uri="{FF2B5EF4-FFF2-40B4-BE49-F238E27FC236}">
                <a16:creationId xmlns:a16="http://schemas.microsoft.com/office/drawing/2014/main" xmlns="" id="{36D4675A-E6F3-4C3F-A1AA-B2799B04AC10}"/>
              </a:ext>
            </a:extLst>
          </p:cNvPr>
          <p:cNvSpPr/>
          <p:nvPr/>
        </p:nvSpPr>
        <p:spPr>
          <a:xfrm>
            <a:off x="8663956" y="2636912"/>
            <a:ext cx="1896540" cy="1085712"/>
          </a:xfrm>
          <a:prstGeom prst="roundRect">
            <a:avLst>
              <a:gd name="adj" fmla="val 9660"/>
            </a:avLst>
          </a:prstGeom>
          <a:solidFill>
            <a:srgbClr val="95D5E1">
              <a:alpha val="40000"/>
            </a:srgbClr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숫자형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(numeric)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(character)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(logical)</a:t>
            </a:r>
          </a:p>
          <a:p>
            <a:pPr marL="265113" indent="-250825"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기타형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8" name="오른쪽 중괄호 57">
            <a:extLst>
              <a:ext uri="{FF2B5EF4-FFF2-40B4-BE49-F238E27FC236}">
                <a16:creationId xmlns:a16="http://schemas.microsoft.com/office/drawing/2014/main" xmlns="" id="{7A6E097B-0394-46F1-A117-B90D123F68E2}"/>
              </a:ext>
            </a:extLst>
          </p:cNvPr>
          <p:cNvSpPr/>
          <p:nvPr/>
        </p:nvSpPr>
        <p:spPr>
          <a:xfrm rot="10800000">
            <a:off x="8348147" y="2693375"/>
            <a:ext cx="252028" cy="972787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61" name="꺾인 연결선 27">
            <a:extLst>
              <a:ext uri="{FF2B5EF4-FFF2-40B4-BE49-F238E27FC236}">
                <a16:creationId xmlns:a16="http://schemas.microsoft.com/office/drawing/2014/main" xmlns="" id="{3665B811-FCCA-42E4-BC7A-EA7049B7F42B}"/>
              </a:ext>
            </a:extLst>
          </p:cNvPr>
          <p:cNvCxnSpPr>
            <a:cxnSpLocks/>
            <a:stCxn id="25" idx="6"/>
            <a:endCxn id="53" idx="1"/>
          </p:cNvCxnSpPr>
          <p:nvPr/>
        </p:nvCxnSpPr>
        <p:spPr>
          <a:xfrm flipV="1">
            <a:off x="3647728" y="2763414"/>
            <a:ext cx="827043" cy="1213031"/>
          </a:xfrm>
          <a:prstGeom prst="bentConnector3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27">
            <a:extLst>
              <a:ext uri="{FF2B5EF4-FFF2-40B4-BE49-F238E27FC236}">
                <a16:creationId xmlns:a16="http://schemas.microsoft.com/office/drawing/2014/main" xmlns="" id="{C0CE0A90-4280-45B4-AEEB-AB3B9386FE60}"/>
              </a:ext>
            </a:extLst>
          </p:cNvPr>
          <p:cNvCxnSpPr>
            <a:cxnSpLocks/>
            <a:stCxn id="29" idx="6"/>
            <a:endCxn id="53" idx="1"/>
          </p:cNvCxnSpPr>
          <p:nvPr/>
        </p:nvCxnSpPr>
        <p:spPr>
          <a:xfrm flipV="1">
            <a:off x="3647728" y="2763414"/>
            <a:ext cx="827043" cy="2744249"/>
          </a:xfrm>
          <a:prstGeom prst="bentConnector3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꺾인 연결선 27">
            <a:extLst>
              <a:ext uri="{FF2B5EF4-FFF2-40B4-BE49-F238E27FC236}">
                <a16:creationId xmlns:a16="http://schemas.microsoft.com/office/drawing/2014/main" xmlns="" id="{5B7D6971-3B6A-430C-A405-CD9A1749895F}"/>
              </a:ext>
            </a:extLst>
          </p:cNvPr>
          <p:cNvCxnSpPr>
            <a:cxnSpLocks/>
            <a:stCxn id="53" idx="3"/>
            <a:endCxn id="39" idx="2"/>
          </p:cNvCxnSpPr>
          <p:nvPr/>
        </p:nvCxnSpPr>
        <p:spPr>
          <a:xfrm>
            <a:off x="6528048" y="2763414"/>
            <a:ext cx="883995" cy="416354"/>
          </a:xfrm>
          <a:prstGeom prst="bentConnector3">
            <a:avLst>
              <a:gd name="adj1" fmla="val 50000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27">
            <a:extLst>
              <a:ext uri="{FF2B5EF4-FFF2-40B4-BE49-F238E27FC236}">
                <a16:creationId xmlns:a16="http://schemas.microsoft.com/office/drawing/2014/main" xmlns="" id="{C06760D3-9018-4F92-AAA1-555A371651B7}"/>
              </a:ext>
            </a:extLst>
          </p:cNvPr>
          <p:cNvCxnSpPr>
            <a:cxnSpLocks/>
            <a:stCxn id="53" idx="3"/>
            <a:endCxn id="42" idx="2"/>
          </p:cNvCxnSpPr>
          <p:nvPr/>
        </p:nvCxnSpPr>
        <p:spPr>
          <a:xfrm>
            <a:off x="6528048" y="2763414"/>
            <a:ext cx="883995" cy="2010099"/>
          </a:xfrm>
          <a:prstGeom prst="bentConnector3">
            <a:avLst>
              <a:gd name="adj1" fmla="val 50000"/>
            </a:avLst>
          </a:prstGeom>
          <a:ln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xmlns="" id="{73EFB3EF-F685-437A-9DCC-5734037320A2}"/>
              </a:ext>
            </a:extLst>
          </p:cNvPr>
          <p:cNvSpPr txBox="1"/>
          <p:nvPr/>
        </p:nvSpPr>
        <p:spPr>
          <a:xfrm>
            <a:off x="4223792" y="3068960"/>
            <a:ext cx="2559481" cy="20451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분석에 필요한 데이터 값을 갖고 있는 메모리상의 공간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변수를 통해서 필요한 데이터를 수집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탐색함</a:t>
            </a:r>
            <a:endParaRPr lang="en-US" altLang="ko-KR" sz="14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수시로 변수에 들어 있는 값을 조회하고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변경하고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활용함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xmlns="" id="{7961AFD4-E7F6-42A9-A762-D5F0A99F4B42}"/>
              </a:ext>
            </a:extLst>
          </p:cNvPr>
          <p:cNvSpPr txBox="1"/>
          <p:nvPr/>
        </p:nvSpPr>
        <p:spPr>
          <a:xfrm>
            <a:off x="532917" y="2287627"/>
            <a:ext cx="2750074" cy="59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발생시키는 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분석대상 객체들의 종류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xmlns="" id="{94C17495-B11C-4ED3-892C-DFD2C9C64E30}"/>
              </a:ext>
            </a:extLst>
          </p:cNvPr>
          <p:cNvSpPr txBox="1"/>
          <p:nvPr/>
        </p:nvSpPr>
        <p:spPr>
          <a:xfrm>
            <a:off x="549012" y="5981331"/>
            <a:ext cx="2750074" cy="59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데이터셋이 어떠한 모양으로 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형태를 구성하고 있는지를 의미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xmlns="" id="{B042477F-208B-48F1-B2DA-08A67A2A1D34}"/>
              </a:ext>
            </a:extLst>
          </p:cNvPr>
          <p:cNvSpPr txBox="1"/>
          <p:nvPr/>
        </p:nvSpPr>
        <p:spPr>
          <a:xfrm>
            <a:off x="7377842" y="5933223"/>
            <a:ext cx="3650706" cy="59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R</a:t>
            </a: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데이터를 저장하고 관리하기위한</a:t>
            </a:r>
            <a: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구조적인 객체 형태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xmlns="" id="{07837939-194D-4395-927B-FC6D10931A0F}"/>
              </a:ext>
            </a:extLst>
          </p:cNvPr>
          <p:cNvSpPr txBox="1"/>
          <p:nvPr/>
        </p:nvSpPr>
        <p:spPr>
          <a:xfrm>
            <a:off x="7377842" y="2294239"/>
            <a:ext cx="4010746" cy="34009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2"/>
              </a:buBlip>
            </a:pPr>
            <a:r>
              <a:rPr lang="ko-KR" altLang="en-US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데이터를 구체적으로 나타내기 위한 표현방법</a:t>
            </a:r>
          </a:p>
        </p:txBody>
      </p:sp>
    </p:spTree>
    <p:extLst>
      <p:ext uri="{BB962C8B-B14F-4D97-AF65-F5344CB8AC3E}">
        <p14:creationId xmlns:p14="http://schemas.microsoft.com/office/powerpoint/2010/main" val="28747838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데이터 유형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변수에 숫자형</a:t>
            </a:r>
            <a:r>
              <a:rPr lang="en-US" altLang="ko-KR" dirty="0"/>
              <a:t>·</a:t>
            </a:r>
            <a:r>
              <a:rPr lang="ko-KR" altLang="en-US" dirty="0"/>
              <a:t>문자형</a:t>
            </a:r>
            <a:r>
              <a:rPr lang="en-US" altLang="ko-KR" dirty="0"/>
              <a:t>·</a:t>
            </a:r>
            <a:r>
              <a:rPr lang="ko-KR" altLang="en-US" dirty="0"/>
              <a:t>논리형</a:t>
            </a:r>
            <a:r>
              <a:rPr lang="en-US" altLang="ko-KR" dirty="0"/>
              <a:t>·</a:t>
            </a:r>
            <a:r>
              <a:rPr lang="ko-KR" altLang="en-US" dirty="0"/>
              <a:t>기타형 데이터를 입력</a:t>
            </a:r>
            <a:r>
              <a:rPr lang="en-US" altLang="ko-KR" dirty="0"/>
              <a:t>·</a:t>
            </a:r>
            <a:r>
              <a:rPr lang="ko-KR" altLang="en-US" dirty="0"/>
              <a:t>조회</a:t>
            </a:r>
            <a:r>
              <a:rPr lang="en-US" altLang="ko-KR" dirty="0"/>
              <a:t>·</a:t>
            </a:r>
            <a:r>
              <a:rPr lang="ko-KR" altLang="en-US" dirty="0"/>
              <a:t>변경해서 목적에 맞게 사용함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xmlns="" id="{9D30C825-EF8D-401B-9FB4-5043412AE254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699956" y="2055376"/>
          <a:ext cx="5868652" cy="246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16631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55021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4816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데이터 유형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세부유형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예시</a:t>
                      </a: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5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숫자형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(numeric)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정수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(integer)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실수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(double)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33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또는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-55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38.3,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또는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-55.0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5275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문자형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(character)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문자 또는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문자열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sym typeface="Wingdings" panose="05000000000000000000" pitchFamily="2" charset="2"/>
                        </a:rPr>
                        <a:t>양쪽에 작은따옴표나 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sym typeface="Wingdings" panose="05000000000000000000" pitchFamily="2" charset="2"/>
                        </a:rPr>
                        <a:t/>
                      </a:r>
                      <a:b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sym typeface="Wingdings" panose="05000000000000000000" pitchFamily="2" charset="2"/>
                        </a:rPr>
                      </a:b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sym typeface="Wingdings" panose="05000000000000000000" pitchFamily="2" charset="2"/>
                        </a:rPr>
                        <a:t>    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sym typeface="Wingdings" panose="05000000000000000000" pitchFamily="2" charset="2"/>
                        </a:rPr>
                        <a:t>큰따옴표로 묶어주어야 함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'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홍길동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'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'James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Dean'</a:t>
                      </a:r>
                    </a:p>
                    <a:p>
                      <a:pPr latinLnBrk="1"/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'</a:t>
                      </a:r>
                      <a:r>
                        <a:rPr lang="ko-KR" altLang="en-US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언제 배송되나요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?'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51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논리형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(logical)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참과 거짓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대문자 전체명칭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약칭으로 사용해야함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TRUE </a:t>
                      </a:r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또는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T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FALSE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또는 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F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035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기타</a:t>
                      </a: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결측치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(Not Available, Missing Data)</a:t>
                      </a:r>
                    </a:p>
                    <a:p>
                      <a:pPr latinLnBrk="1"/>
                      <a:r>
                        <a:rPr lang="ko-KR" altLang="en-US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비숫자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(Not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a Number)</a:t>
                      </a:r>
                      <a:endParaRPr lang="en-US" altLang="ko-KR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latinLnBrk="1"/>
                      <a:r>
                        <a:rPr lang="ko-KR" altLang="en-US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무한대</a:t>
                      </a:r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(Infinite)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NA, </a:t>
                      </a:r>
                      <a:r>
                        <a:rPr lang="en-US" altLang="ko-KR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NaN</a:t>
                      </a:r>
                      <a:endParaRPr lang="en-US" altLang="ko-KR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pPr latinLnBrk="1"/>
                      <a:r>
                        <a:rPr lang="en-US" altLang="ko-KR" sz="1200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Inf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</a:t>
                      </a:r>
                      <a:r>
                        <a:rPr lang="ko-KR" altLang="en-US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또는 </a:t>
                      </a:r>
                      <a:r>
                        <a:rPr lang="en-US" altLang="ko-KR" sz="1200" baseline="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–Inf</a:t>
                      </a:r>
                    </a:p>
                    <a:p>
                      <a:pPr latinLnBrk="1"/>
                      <a:r>
                        <a:rPr lang="en-US" altLang="ko-KR" sz="12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0/0, 23/0</a:t>
                      </a:r>
                      <a:endParaRPr lang="ko-KR" altLang="en-US" sz="12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11326D4D-2507-4F94-9ECF-F4C566F51BAF}"/>
              </a:ext>
            </a:extLst>
          </p:cNvPr>
          <p:cNvSpPr/>
          <p:nvPr/>
        </p:nvSpPr>
        <p:spPr>
          <a:xfrm>
            <a:off x="515938" y="2060848"/>
            <a:ext cx="4463938" cy="464451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숫자형 변수 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 &lt;- 33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class(x)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문자형 변수 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user_name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'Janes Dean'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user_name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user_name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논리형 변수 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my.Var100 &lt;- TRUE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my.Var100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class(my.Var100)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 변수 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var1 &lt;- NULL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var2 &lt;- NA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var4 &lt;- Inf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var1; var2; var3; var4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class(var1); class(var2); class(var3); class(var3); 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836D1F9D-66A9-4C0D-92D1-A97133239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119" y="2312876"/>
            <a:ext cx="92392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7F6F491B-92D4-45AC-98AE-967608443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0119" y="4223556"/>
            <a:ext cx="125730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C50189BD-D543-43FF-BB7F-C51CE80B6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0119" y="4876036"/>
            <a:ext cx="3543300" cy="1438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xmlns="" id="{A2D4D0A9-3768-4305-AEBE-1F200F504460}"/>
              </a:ext>
            </a:extLst>
          </p:cNvPr>
          <p:cNvGrpSpPr/>
          <p:nvPr/>
        </p:nvGrpSpPr>
        <p:grpSpPr>
          <a:xfrm>
            <a:off x="3467081" y="3636467"/>
            <a:ext cx="2053302" cy="772511"/>
            <a:chOff x="4319859" y="4375383"/>
            <a:chExt cx="8462723" cy="521402"/>
          </a:xfrm>
        </p:grpSpPr>
        <p:sp>
          <p:nvSpPr>
            <p:cNvPr id="21" name="사각형: 둥근 모서리 83">
              <a:extLst>
                <a:ext uri="{FF2B5EF4-FFF2-40B4-BE49-F238E27FC236}">
                  <a16:creationId xmlns:a16="http://schemas.microsoft.com/office/drawing/2014/main" xmlns="" id="{EE833EFB-0F89-4222-9205-FF927327659C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A4CFA4A4-09D3-44F7-9618-CD3E47E3C132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5">
                    <a:extLst/>
                  </a:blip>
                </a:buBlip>
              </a:pP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class() 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함수</a:t>
              </a:r>
              <a:endParaRPr lang="en-US" altLang="ko-KR" sz="14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500063" lvl="1" indent="-285750">
                <a:lnSpc>
                  <a:spcPct val="120000"/>
                </a:lnSpc>
                <a:buSzPct val="130000"/>
                <a:buBlip>
                  <a:blip r:embed="rId6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데이터객체의 유형이 무엇인지 확인</a:t>
              </a:r>
              <a:endParaRPr lang="ko-KR" altLang="en-US" sz="1200" b="1" dirty="0">
                <a:solidFill>
                  <a:srgbClr val="3B4E67"/>
                </a:solidFill>
                <a:latin typeface="나눔고딕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xmlns="" id="{AB858FD1-F544-4034-883E-D00251C8A0DA}"/>
              </a:ext>
            </a:extLst>
          </p:cNvPr>
          <p:cNvGrpSpPr/>
          <p:nvPr/>
        </p:nvGrpSpPr>
        <p:grpSpPr>
          <a:xfrm>
            <a:off x="3467081" y="2232311"/>
            <a:ext cx="2053302" cy="1196689"/>
            <a:chOff x="4319859" y="4375383"/>
            <a:chExt cx="8462723" cy="521402"/>
          </a:xfrm>
        </p:grpSpPr>
        <p:sp>
          <p:nvSpPr>
            <p:cNvPr id="24" name="사각형: 둥근 모서리 83">
              <a:extLst>
                <a:ext uri="{FF2B5EF4-FFF2-40B4-BE49-F238E27FC236}">
                  <a16:creationId xmlns:a16="http://schemas.microsoft.com/office/drawing/2014/main" xmlns="" id="{8FF528E5-FA07-4F86-8578-A44C935ADD9B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xmlns="" id="{90768DBC-1545-4ED6-9D4A-32C1C350ED2B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5"/>
                </a:buBlip>
              </a:pPr>
              <a:r>
                <a:rPr lang="ko-KR" altLang="en-US" sz="14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변수명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작성방법</a:t>
              </a:r>
              <a:endParaRPr lang="en-US" altLang="ko-KR" sz="14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  <a:p>
              <a:pPr marL="500063" lvl="1" indent="-285750">
                <a:lnSpc>
                  <a:spcPct val="120000"/>
                </a:lnSpc>
                <a:buSzPct val="130000"/>
                <a:buBlip>
                  <a:blip r:embed="rId6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영문자로 시작하며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대소문자를 구별함</a:t>
              </a:r>
            </a:p>
            <a:p>
              <a:pPr marL="500063" lvl="1" indent="-285750">
                <a:lnSpc>
                  <a:spcPct val="120000"/>
                </a:lnSpc>
                <a:buSzPct val="130000"/>
                <a:buBlip>
                  <a:blip r:embed="rId6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숫자 및 점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(.), </a:t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언더바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(_)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기호 사용</a:t>
              </a:r>
              <a:endParaRPr lang="ko-KR" altLang="en-US" sz="1200" b="1" dirty="0">
                <a:solidFill>
                  <a:srgbClr val="3B4E67"/>
                </a:solidFill>
                <a:latin typeface="나눔고딕" charset="-127"/>
              </a:endParaRPr>
            </a:p>
          </p:txBody>
        </p:sp>
      </p:grpSp>
      <p:sp>
        <p:nvSpPr>
          <p:cNvPr id="26" name="사각형: 둥근 모서리 76">
            <a:extLst>
              <a:ext uri="{FF2B5EF4-FFF2-40B4-BE49-F238E27FC236}">
                <a16:creationId xmlns:a16="http://schemas.microsoft.com/office/drawing/2014/main" xmlns="" id="{F1F3A855-9830-4F32-A314-3162697996F2}"/>
              </a:ext>
            </a:extLst>
          </p:cNvPr>
          <p:cNvSpPr/>
          <p:nvPr/>
        </p:nvSpPr>
        <p:spPr>
          <a:xfrm>
            <a:off x="5736518" y="4617131"/>
            <a:ext cx="4463938" cy="167812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메모리상에 생성된 변수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ls()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C571EFEA-20DC-455F-9246-36144EBD54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26013" y="4985387"/>
            <a:ext cx="2493581" cy="1726921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xmlns="" id="{601484F4-0B35-4FA0-9F08-E7E16CD329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8327" y="5296398"/>
            <a:ext cx="2390775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xmlns="" id="{E91977C7-903F-4BF9-B1CD-91A11E32AF7F}"/>
              </a:ext>
            </a:extLst>
          </p:cNvPr>
          <p:cNvGrpSpPr/>
          <p:nvPr/>
        </p:nvGrpSpPr>
        <p:grpSpPr>
          <a:xfrm>
            <a:off x="10227309" y="4737924"/>
            <a:ext cx="1618391" cy="772511"/>
            <a:chOff x="4319859" y="4375383"/>
            <a:chExt cx="8462723" cy="521402"/>
          </a:xfrm>
        </p:grpSpPr>
        <p:sp>
          <p:nvSpPr>
            <p:cNvPr id="34" name="사각형: 둥근 모서리 83">
              <a:extLst>
                <a:ext uri="{FF2B5EF4-FFF2-40B4-BE49-F238E27FC236}">
                  <a16:creationId xmlns:a16="http://schemas.microsoft.com/office/drawing/2014/main" xmlns="" id="{1CC0441B-F9BC-4A75-A914-750D06265103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xmlns="" id="{676D6A7B-8F5A-48C7-9475-68E33562FC97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65113" indent="-250825">
                <a:spcAft>
                  <a:spcPts val="600"/>
                </a:spcAft>
                <a:buSzPct val="80000"/>
                <a:buBlip>
                  <a:blip r:embed="rId5"/>
                </a:buBlip>
              </a:pP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RStudio 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메모리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영역에 등록된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변수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객체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)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glow>
                      <a:schemeClr val="bg1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목록</a:t>
              </a:r>
              <a:endParaRPr lang="en-US" altLang="ko-KR" sz="14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2B267B4-0C6D-4700-B2DE-8D5030F8E11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20119" y="3501008"/>
            <a:ext cx="1276350" cy="6096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F39BA56C-E179-4A22-98E2-DB505AD820F5}"/>
              </a:ext>
            </a:extLst>
          </p:cNvPr>
          <p:cNvSpPr txBox="1"/>
          <p:nvPr/>
        </p:nvSpPr>
        <p:spPr>
          <a:xfrm>
            <a:off x="3131656" y="5832501"/>
            <a:ext cx="2669320" cy="276999"/>
          </a:xfrm>
          <a:prstGeom prst="rect">
            <a:avLst/>
          </a:prstGeom>
          <a:solidFill>
            <a:srgbClr val="163E94"/>
          </a:solidFill>
          <a:ln w="25400" cap="flat" cmpd="sng" algn="ctr">
            <a:noFill/>
            <a:prstDash val="solid"/>
          </a:ln>
          <a:effectLst/>
        </p:spPr>
        <p:txBody>
          <a:bodyPr wrap="none" rtlCol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1" kern="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세미콜론으로 연결해서 한번에 호출 가능</a:t>
            </a:r>
            <a:endParaRPr kumimoji="1" lang="ko-KR" altLang="en-US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49877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데이터객체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)</a:t>
            </a:r>
            <a:r>
              <a:rPr lang="ko-KR" altLang="en-US" dirty="0"/>
              <a:t> 유형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R</a:t>
            </a:r>
            <a:r>
              <a:rPr lang="ko-KR" altLang="en-US" dirty="0"/>
              <a:t>에서는 다양한 형태의 데이터객체를 가지고 있으며</a:t>
            </a:r>
            <a:r>
              <a:rPr lang="en-US" altLang="ko-KR" dirty="0"/>
              <a:t>, </a:t>
            </a:r>
            <a:r>
              <a:rPr lang="ko-KR" altLang="en-US" dirty="0"/>
              <a:t>분석목적에 맞게 선택하여 </a:t>
            </a:r>
            <a:r>
              <a:rPr lang="ko-KR" altLang="en-US" dirty="0" err="1"/>
              <a:t>사용가능함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xmlns="" id="{212D2FD4-E6AD-44B1-A0A9-634364A9047C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15938" y="2038384"/>
          <a:ext cx="10404476" cy="4667219"/>
        </p:xfrm>
        <a:graphic>
          <a:graphicData uri="http://schemas.openxmlformats.org/drawingml/2006/table">
            <a:tbl>
              <a:tblPr firstRow="1" bandRow="1"/>
              <a:tblGrid>
                <a:gridCol w="13776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50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1428">
                  <a:extLst>
                    <a:ext uri="{9D8B030D-6E8A-4147-A177-3AD203B41FA5}">
                      <a16:colId xmlns:a16="http://schemas.microsoft.com/office/drawing/2014/main" xmlns="" val="3813846219"/>
                    </a:ext>
                  </a:extLst>
                </a:gridCol>
                <a:gridCol w="52081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222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07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객체유형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요소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원소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데이터 종류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동질성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이질성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관련코드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함수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스칼라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(scalar)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중의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 가지  단수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데이터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&lt;- 3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벡터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(vector)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c(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행렬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(matrix)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matrix(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배열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(array)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array(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팩터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(factor)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factor(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2700237"/>
                  </a:ext>
                </a:extLst>
              </a:tr>
              <a:tr h="6687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데이터프레임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(data frame)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복수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 구성가능</a:t>
                      </a:r>
                      <a:endParaRPr kumimoji="0" lang="en-US" altLang="ko-KR" sz="1400" b="1" kern="0" dirty="0">
                        <a:solidFill>
                          <a:srgbClr val="3B4E67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변수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열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 err="1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컬럼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필드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별로 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</a:t>
                      </a:r>
                      <a:r>
                        <a:rPr lang="en-US" altLang="ko-KR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data.frame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9311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리스트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(list)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스칼라부터 데이터프레임까지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또한 리스트까지 포함한 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/>
                      </a:r>
                      <a:b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모든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 데이터로 구성할 수 있음</a:t>
                      </a:r>
                      <a:endParaRPr kumimoji="0" lang="en-US" altLang="ko-KR" sz="1400" b="1" kern="0" dirty="0">
                        <a:solidFill>
                          <a:srgbClr val="3B4E67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단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요소별로 단일한 데이터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으로만 구성</a:t>
                      </a:r>
                      <a:endParaRPr kumimoji="0" lang="ko-KR" altLang="en-US" sz="1400" b="1" kern="0" dirty="0">
                        <a:solidFill>
                          <a:srgbClr val="3B4E67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list(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6" name="사각형: 둥근 모서리 7">
            <a:extLst>
              <a:ext uri="{FF2B5EF4-FFF2-40B4-BE49-F238E27FC236}">
                <a16:creationId xmlns:a16="http://schemas.microsoft.com/office/drawing/2014/main" xmlns="" id="{3A9D855F-1DF4-4541-886C-1EB3C34874B0}"/>
              </a:ext>
            </a:extLst>
          </p:cNvPr>
          <p:cNvSpPr/>
          <p:nvPr/>
        </p:nvSpPr>
        <p:spPr>
          <a:xfrm>
            <a:off x="407368" y="2744924"/>
            <a:ext cx="10621180" cy="1908212"/>
          </a:xfrm>
          <a:prstGeom prst="roundRect">
            <a:avLst>
              <a:gd name="adj" fmla="val 7695"/>
            </a:avLst>
          </a:prstGeom>
          <a:noFill/>
          <a:ln w="19050">
            <a:solidFill>
              <a:srgbClr val="173F9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211730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스칼라와 벡터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스칼라는 변수에 데이터요소가 </a:t>
            </a:r>
            <a:r>
              <a:rPr lang="en-US" altLang="ko-KR" dirty="0"/>
              <a:t>1</a:t>
            </a:r>
            <a:r>
              <a:rPr lang="ko-KR" altLang="en-US" dirty="0"/>
              <a:t>개인 경우이며</a:t>
            </a:r>
            <a:r>
              <a:rPr lang="en-US" altLang="ko-KR" dirty="0"/>
              <a:t>, </a:t>
            </a:r>
            <a:r>
              <a:rPr lang="ko-KR" altLang="en-US" dirty="0"/>
              <a:t>벡터는 변수에 </a:t>
            </a:r>
            <a:r>
              <a:rPr lang="en-US" altLang="ko-KR" dirty="0"/>
              <a:t>1</a:t>
            </a:r>
            <a:r>
              <a:rPr lang="ko-KR" altLang="en-US" dirty="0"/>
              <a:t>개 이상의 요소를 </a:t>
            </a:r>
            <a:r>
              <a:rPr lang="en-US" altLang="ko-KR" dirty="0"/>
              <a:t>c( )</a:t>
            </a:r>
            <a:r>
              <a:rPr lang="ko-KR" altLang="en-US" dirty="0"/>
              <a:t>함수로 결합한 데이터를 의미함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522AC91D-413C-4816-947A-4EFF09547F4E}"/>
              </a:ext>
            </a:extLst>
          </p:cNvPr>
          <p:cNvSpPr/>
          <p:nvPr/>
        </p:nvSpPr>
        <p:spPr>
          <a:xfrm>
            <a:off x="515938" y="2060848"/>
            <a:ext cx="2915766" cy="464451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스칼라 데이터 객체의 변수정의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&lt;- 365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a1 &lt;- -28.5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a2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a3 &lt;- 'James Dean?'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a4 &lt;-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동해물과 백두산이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~ Good !!'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a5 &lt;- TRUE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a5 &lt;- NA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메모리상에 생성된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스칼라변수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class(a)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a4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class(a4)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a5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class(a5)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F7D96B1A-C905-4A72-9766-98DC50699276}"/>
              </a:ext>
            </a:extLst>
          </p:cNvPr>
          <p:cNvSpPr/>
          <p:nvPr/>
        </p:nvSpPr>
        <p:spPr>
          <a:xfrm>
            <a:off x="4412990" y="2038350"/>
            <a:ext cx="4463938" cy="466724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 데이터 객체의 변수정의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 &lt;- c(33, -5, 20:23, 12, -2:3)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b1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'JK Tim', 'John',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장그래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'G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드래곤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b2 &lt;- c(T, FALSE, FALSE, T, TRUE, F, T)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b; class(b)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b1; class(b1)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b2; class(b2)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포함된 벡터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 &lt;- c()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 &lt;- c(NA)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h2 &lt;- c(33, NA, 20:23, 12, NA)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h3 &lt;- c(NA, 'JK Tim', 'John',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장그래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h4 &lt;- c(T, FALSE, NA, NA, TRUE, F, NA)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h; class(h)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h1; class(h1)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h2; class(h2)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h3; class(h3)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h4; class(h4)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C499C968-EF20-4824-A345-374FBCC2E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9049" y="4880012"/>
            <a:ext cx="3571875" cy="1714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DA2027D8-36B8-4A07-83E5-7D8BC10090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62" y="3498912"/>
            <a:ext cx="3600450" cy="12954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4" name="그룹 13">
            <a:extLst>
              <a:ext uri="{FF2B5EF4-FFF2-40B4-BE49-F238E27FC236}">
                <a16:creationId xmlns:a16="http://schemas.microsoft.com/office/drawing/2014/main" xmlns="" id="{97187099-DEBB-4062-98EE-95E094D9A640}"/>
              </a:ext>
            </a:extLst>
          </p:cNvPr>
          <p:cNvGrpSpPr/>
          <p:nvPr/>
        </p:nvGrpSpPr>
        <p:grpSpPr>
          <a:xfrm>
            <a:off x="7932204" y="2171763"/>
            <a:ext cx="3600450" cy="537157"/>
            <a:chOff x="4319859" y="4375383"/>
            <a:chExt cx="8462723" cy="521402"/>
          </a:xfrm>
        </p:grpSpPr>
        <p:sp>
          <p:nvSpPr>
            <p:cNvPr id="15" name="사각형: 둥근 모서리 83">
              <a:extLst>
                <a:ext uri="{FF2B5EF4-FFF2-40B4-BE49-F238E27FC236}">
                  <a16:creationId xmlns:a16="http://schemas.microsoft.com/office/drawing/2014/main" xmlns="" id="{AC75C5C7-F7B8-4840-B085-4CA644E1824D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xmlns="" id="{C2B50BC0-3646-40DC-B05C-D99C61CA8EEF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c( ) 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함수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: 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동일한 유형의 복수데이터를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결합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(combine)·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연결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(concatenate)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해 줌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xmlns="" id="{326C544E-7967-4669-9827-8088F1027C6D}"/>
              </a:ext>
            </a:extLst>
          </p:cNvPr>
          <p:cNvGrpSpPr/>
          <p:nvPr/>
        </p:nvGrpSpPr>
        <p:grpSpPr>
          <a:xfrm>
            <a:off x="7939049" y="2842332"/>
            <a:ext cx="3600450" cy="537157"/>
            <a:chOff x="4319859" y="4375383"/>
            <a:chExt cx="8462723" cy="521402"/>
          </a:xfrm>
        </p:grpSpPr>
        <p:sp>
          <p:nvSpPr>
            <p:cNvPr id="19" name="사각형: 둥근 모서리 83">
              <a:extLst>
                <a:ext uri="{FF2B5EF4-FFF2-40B4-BE49-F238E27FC236}">
                  <a16:creationId xmlns:a16="http://schemas.microsoft.com/office/drawing/2014/main" xmlns="" id="{5249A18A-191B-44FC-A0F6-741EFDE497D8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xmlns="" id="{720A52D2-0949-40F6-A698-28862EDDC595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콜론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:) 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연산자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: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  <a:sym typeface="Wingdings" panose="05000000000000000000" pitchFamily="2" charset="2"/>
                </a:rPr>
                <a:t> 연속된 숫자를 자동생성해 줌</a:t>
              </a:r>
              <a:endParaRPr lang="ko-KR" altLang="en-US" sz="14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xmlns="" id="{ECD23A64-D8C5-4C1C-A0BD-6EDA1E4CF35A}"/>
              </a:ext>
            </a:extLst>
          </p:cNvPr>
          <p:cNvGrpSpPr/>
          <p:nvPr/>
        </p:nvGrpSpPr>
        <p:grpSpPr>
          <a:xfrm>
            <a:off x="2135560" y="3392996"/>
            <a:ext cx="2033041" cy="1113190"/>
            <a:chOff x="4319859" y="4375383"/>
            <a:chExt cx="8462723" cy="521402"/>
          </a:xfrm>
        </p:grpSpPr>
        <p:sp>
          <p:nvSpPr>
            <p:cNvPr id="22" name="사각형: 둥근 모서리 83">
              <a:extLst>
                <a:ext uri="{FF2B5EF4-FFF2-40B4-BE49-F238E27FC236}">
                  <a16:creationId xmlns:a16="http://schemas.microsoft.com/office/drawing/2014/main" xmlns="" id="{108C510D-C9AC-4888-AA8D-1688C1D5AAB0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xmlns="" id="{AF485392-0459-4021-B5D8-8AC1063CADBF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4"/>
                </a:buBlip>
              </a:pP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문자열객체의 양쪽에는 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작은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/</a:t>
              </a: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큰따옴표를 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모두 사용할 수 있으며</a:t>
              </a:r>
              <a: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, </a:t>
              </a:r>
              <a:br>
                <a:rPr lang="en-US" altLang="ko-KR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ko-KR" altLang="en-US" sz="14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짝이 </a:t>
              </a:r>
              <a:r>
                <a:rPr lang="ko-KR" altLang="en-US" sz="14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맞아야함</a:t>
              </a:r>
              <a:endParaRPr lang="ko-KR" altLang="en-US" sz="14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FF601F23-6772-4DA6-B0FB-CEC34B3C5F6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65989"/>
          <a:stretch/>
        </p:blipFill>
        <p:spPr>
          <a:xfrm>
            <a:off x="1492550" y="4610842"/>
            <a:ext cx="2276475" cy="5863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6533EC9F-BC98-4DDE-BCD0-03FE5C1E6E6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2355" b="33634"/>
          <a:stretch/>
        </p:blipFill>
        <p:spPr>
          <a:xfrm>
            <a:off x="1492550" y="5316064"/>
            <a:ext cx="2276475" cy="586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900B0FAF-BEB9-4DE8-A468-8A426087D08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65989"/>
          <a:stretch/>
        </p:blipFill>
        <p:spPr>
          <a:xfrm>
            <a:off x="1492550" y="6021288"/>
            <a:ext cx="2276475" cy="5863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964069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벡터 인덱싱과 연산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요소위치를 숫자로 지정하는 인덱싱</a:t>
            </a:r>
            <a:r>
              <a:rPr lang="en-US" altLang="ko-KR" dirty="0"/>
              <a:t>(indexing)</a:t>
            </a:r>
            <a:r>
              <a:rPr lang="ko-KR" altLang="en-US" dirty="0"/>
              <a:t>으로 필요요소를 추출하며</a:t>
            </a:r>
            <a:r>
              <a:rPr lang="en-US" altLang="ko-KR" dirty="0"/>
              <a:t>, </a:t>
            </a:r>
            <a:r>
              <a:rPr lang="ko-KR" altLang="en-US" dirty="0"/>
              <a:t>벡터에 사칙연산과 벡터간 결합도 가능함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C518627-07CE-4F5B-BCB0-E009ED11EA5C}"/>
              </a:ext>
            </a:extLst>
          </p:cNvPr>
          <p:cNvSpPr/>
          <p:nvPr/>
        </p:nvSpPr>
        <p:spPr>
          <a:xfrm>
            <a:off x="515938" y="1896540"/>
            <a:ext cx="4967994" cy="480882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92D050"/>
                </a:solidFill>
              </a:rPr>
              <a:t># </a:t>
            </a:r>
            <a:r>
              <a:rPr lang="ko-KR" altLang="en-US" sz="1200" b="1" dirty="0">
                <a:solidFill>
                  <a:srgbClr val="92D050"/>
                </a:solidFill>
              </a:rPr>
              <a:t>숫자벡터 </a:t>
            </a:r>
            <a:r>
              <a:rPr lang="en-US" altLang="ko-KR" sz="1200" b="1" dirty="0">
                <a:solidFill>
                  <a:srgbClr val="92D050"/>
                </a:solidFill>
              </a:rPr>
              <a:t>1</a:t>
            </a:r>
            <a:r>
              <a:rPr lang="ko-KR" altLang="en-US" sz="1200" b="1" dirty="0">
                <a:solidFill>
                  <a:srgbClr val="92D050"/>
                </a:solidFill>
              </a:rPr>
              <a:t>개 내용조회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</a:t>
            </a:r>
          </a:p>
          <a:p>
            <a:pPr>
              <a:lnSpc>
                <a:spcPct val="105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92D050"/>
                </a:solidFill>
              </a:rPr>
              <a:t># </a:t>
            </a:r>
            <a:r>
              <a:rPr lang="ko-KR" altLang="en-US" sz="1200" b="1" dirty="0">
                <a:solidFill>
                  <a:srgbClr val="92D050"/>
                </a:solidFill>
              </a:rPr>
              <a:t>벡터 데이터 중 필요한 요소선택 조회</a:t>
            </a:r>
            <a:r>
              <a:rPr lang="en-US" altLang="ko-KR" sz="1200" b="1" dirty="0">
                <a:solidFill>
                  <a:srgbClr val="92D050"/>
                </a:solidFill>
              </a:rPr>
              <a:t>·</a:t>
            </a:r>
            <a:r>
              <a:rPr lang="ko-KR" altLang="en-US" sz="1200" b="1" dirty="0">
                <a:solidFill>
                  <a:srgbClr val="92D050"/>
                </a:solidFill>
              </a:rPr>
              <a:t>출력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b[1]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b[c(2, 4)]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b[c(4, 2)] </a:t>
            </a:r>
          </a:p>
          <a:p>
            <a:pPr>
              <a:lnSpc>
                <a:spcPct val="105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92D050"/>
                </a:solidFill>
              </a:rPr>
              <a:t># </a:t>
            </a:r>
            <a:r>
              <a:rPr lang="ko-KR" altLang="en-US" sz="1200" b="1" dirty="0">
                <a:solidFill>
                  <a:srgbClr val="92D050"/>
                </a:solidFill>
              </a:rPr>
              <a:t>연속된 요소 선택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b[2:4]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b[(2:4)]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b[c(2:4)]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b[c(7, 3:7, 10)] </a:t>
            </a:r>
          </a:p>
          <a:p>
            <a:pPr>
              <a:lnSpc>
                <a:spcPct val="105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92D050"/>
                </a:solidFill>
              </a:rPr>
              <a:t># </a:t>
            </a:r>
            <a:r>
              <a:rPr lang="ko-KR" altLang="en-US" sz="1200" b="1" dirty="0">
                <a:solidFill>
                  <a:srgbClr val="92D050"/>
                </a:solidFill>
              </a:rPr>
              <a:t>마이너스</a:t>
            </a:r>
            <a:r>
              <a:rPr lang="en-US" altLang="ko-KR" sz="1200" b="1" dirty="0">
                <a:solidFill>
                  <a:srgbClr val="92D050"/>
                </a:solidFill>
              </a:rPr>
              <a:t>(-) </a:t>
            </a:r>
            <a:r>
              <a:rPr lang="ko-KR" altLang="en-US" sz="1200" b="1" dirty="0">
                <a:solidFill>
                  <a:srgbClr val="92D050"/>
                </a:solidFill>
              </a:rPr>
              <a:t>기호를 이용한 </a:t>
            </a:r>
            <a:endParaRPr lang="en-US" altLang="ko-KR" sz="1200" b="1" dirty="0">
              <a:solidFill>
                <a:srgbClr val="92D050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92D050"/>
                </a:solidFill>
              </a:rPr>
              <a:t># </a:t>
            </a:r>
            <a:r>
              <a:rPr lang="ko-KR" altLang="en-US" sz="1200" b="1" dirty="0" err="1">
                <a:solidFill>
                  <a:srgbClr val="92D050"/>
                </a:solidFill>
              </a:rPr>
              <a:t>차집합</a:t>
            </a:r>
            <a:r>
              <a:rPr lang="ko-KR" altLang="en-US" sz="1200" b="1" dirty="0">
                <a:solidFill>
                  <a:srgbClr val="92D050"/>
                </a:solidFill>
              </a:rPr>
              <a:t> 개념의 요소선택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b[-1]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b[-c(2, 4)]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b[-c(4, 2)] </a:t>
            </a:r>
          </a:p>
          <a:p>
            <a:pPr>
              <a:lnSpc>
                <a:spcPct val="105000"/>
              </a:lnSpc>
            </a:pPr>
            <a:endParaRPr lang="en-US" altLang="ko-KR" sz="1200" b="1" dirty="0">
              <a:solidFill>
                <a:schemeClr val="bg1"/>
              </a:solidFill>
            </a:endParaRP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rgbClr val="92D050"/>
                </a:solidFill>
              </a:rPr>
              <a:t># </a:t>
            </a:r>
            <a:r>
              <a:rPr lang="ko-KR" altLang="en-US" sz="1200" b="1" dirty="0">
                <a:solidFill>
                  <a:srgbClr val="92D050"/>
                </a:solidFill>
              </a:rPr>
              <a:t>연속된 요소 제외선택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b[-2:-4]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b[-(2:4)]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b[-c(2:4)] </a:t>
            </a:r>
          </a:p>
          <a:p>
            <a:pPr>
              <a:lnSpc>
                <a:spcPct val="105000"/>
              </a:lnSpc>
            </a:pPr>
            <a:r>
              <a:rPr lang="en-US" altLang="ko-KR" sz="1200" b="1" dirty="0">
                <a:solidFill>
                  <a:schemeClr val="bg1"/>
                </a:solidFill>
              </a:rPr>
              <a:t>b[-c(7, 3:7, 10)]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A2CC4C31-8A5F-4A5B-A14C-D89F0F7CF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662" y="2131485"/>
            <a:ext cx="2924175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9B5247CF-4362-4744-B064-2E464D94C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616" y="2744924"/>
            <a:ext cx="857250" cy="838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A695B655-6EEA-4E16-A9C2-BED40EFDF0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6962" y="3229533"/>
            <a:ext cx="1666875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2D37604-E02B-4C7E-95AE-6480F7D7B7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687" y="4506441"/>
            <a:ext cx="2724150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1FA5ACAC-3410-4E5F-B15F-0A4A9C6D0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0687" y="5471306"/>
            <a:ext cx="234315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1" name="사각형: 둥근 모서리 76">
            <a:extLst>
              <a:ext uri="{FF2B5EF4-FFF2-40B4-BE49-F238E27FC236}">
                <a16:creationId xmlns:a16="http://schemas.microsoft.com/office/drawing/2014/main" xmlns="" id="{49807116-174B-45DF-B071-5D1AC12D15BA}"/>
              </a:ext>
            </a:extLst>
          </p:cNvPr>
          <p:cNvSpPr/>
          <p:nvPr/>
        </p:nvSpPr>
        <p:spPr>
          <a:xfrm>
            <a:off x="5961615" y="1896540"/>
            <a:ext cx="4958798" cy="480906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숫자벡터 할당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&lt;- c(5, 2, 4)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q &lt;- c(1, 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 &lt;- c(1, 2, 3)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벡터에 사칙연산 적용하기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+ 2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- 2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* 2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 / 2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숫자벡터간 결합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 &lt;- c(p, q)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 &lt;- c(p, r, q)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문자벡터 할당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허준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이순신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강감찬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문자벡터간 결합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figure &lt;- c(n, m)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figure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776262D2-082E-4592-9645-01F59E98A0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5332" y="3111900"/>
            <a:ext cx="105727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5303D8FA-CF31-4996-89D6-1F86B8CDF4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5837" y="4401108"/>
            <a:ext cx="95250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2E37BC73-E4BF-4F08-9D2D-70F2E86E0C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5837" y="4893233"/>
            <a:ext cx="1381125" cy="276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95D2DB60-FE0F-4782-9E63-F89B2F71206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5837" y="6298804"/>
            <a:ext cx="3124200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296285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행렬 생성과 인덱싱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가로방향으로 나열되어 있는 벡터데이터를 행과 열로 구성된 행렬에 </a:t>
            </a:r>
            <a:r>
              <a:rPr lang="en-US" altLang="ko-KR" dirty="0"/>
              <a:t>2</a:t>
            </a:r>
            <a:r>
              <a:rPr lang="ko-KR" altLang="en-US" dirty="0"/>
              <a:t>차원적으로 표현할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D695D559-E332-42CB-9F7A-BF5182D5B229}"/>
              </a:ext>
            </a:extLst>
          </p:cNvPr>
          <p:cNvSpPr/>
          <p:nvPr/>
        </p:nvSpPr>
        <p:spPr>
          <a:xfrm>
            <a:off x="515938" y="1988839"/>
            <a:ext cx="3815866" cy="176220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숫자행렬 행성</a:t>
            </a:r>
          </a:p>
          <a:p>
            <a:pPr>
              <a:lnSpc>
                <a:spcPct val="105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 &lt;- matrix(data = c(92, 87, 38, NA, 99, 80), </a:t>
            </a:r>
          </a:p>
          <a:p>
            <a:pPr>
              <a:lnSpc>
                <a:spcPct val="105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nrow = 2)</a:t>
            </a:r>
          </a:p>
          <a:p>
            <a:pPr>
              <a:lnSpc>
                <a:spcPct val="105000"/>
              </a:lnSpc>
            </a:pPr>
            <a:r>
              <a:rPr kumimoji="1" lang="pt-BR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mx; class(mx)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문자행렬 생성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grade &lt;- c('A0', 'B+', 'F', NA, 'A+', 'B0')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mx2 &lt;- matrix(data = grade,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3,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byrow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mx2; class(mx2)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04296842-8681-4F38-B730-0C30F8EE7092}"/>
              </a:ext>
            </a:extLst>
          </p:cNvPr>
          <p:cNvSpPr/>
          <p:nvPr/>
        </p:nvSpPr>
        <p:spPr>
          <a:xfrm>
            <a:off x="5952264" y="2060850"/>
            <a:ext cx="4248191" cy="4635226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행과 열 이름 변경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갤럭시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c('1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'5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행렬의 특정요소를 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[1:3]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[c(1, 3:5, 8)]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행렬의 특정 행을 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[1, 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[c(1, 2), 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행렬의 특정 열을 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[, 1]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[, c('2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[, c(1:3, 5)]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 행과 열을 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[1, 2]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']</a:t>
            </a:r>
          </a:p>
        </p:txBody>
      </p:sp>
      <p:sp>
        <p:nvSpPr>
          <p:cNvPr id="7" name="사각형: 둥근 모서리 76">
            <a:extLst>
              <a:ext uri="{FF2B5EF4-FFF2-40B4-BE49-F238E27FC236}">
                <a16:creationId xmlns:a16="http://schemas.microsoft.com/office/drawing/2014/main" xmlns="" id="{E8DC9258-6D8D-41B6-9D88-8075BEF9E75F}"/>
              </a:ext>
            </a:extLst>
          </p:cNvPr>
          <p:cNvSpPr/>
          <p:nvPr/>
        </p:nvSpPr>
        <p:spPr>
          <a:xfrm>
            <a:off x="523392" y="3796469"/>
            <a:ext cx="3808371" cy="2909131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여러개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벡터데이터를 행렬로 결합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m1 &lt;- c(10, -2, 5:7)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m2 &lt;- c(2, 12:14, -5)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행을 기준으로 벡터데이터를 위아래로 결합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(m1, m2)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; 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열을 기준으로 벡터데이터를 좌우로 결합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mxc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(m1, m2)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mxc; class(mxc)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행이름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및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열이름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6F3833D-3F0B-45CB-8EAF-E04E00EC2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5133" y="2069760"/>
            <a:ext cx="1371600" cy="733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5916659E-B986-4A35-8932-4A6F8DC65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133" y="2852936"/>
            <a:ext cx="1371600" cy="7524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1066545C-933E-47ED-99AF-1E36A2104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733" y="4018198"/>
            <a:ext cx="1905000" cy="7429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504EEE27-B9A6-4B3C-BA7D-4AFBE58883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24683" y="4859635"/>
            <a:ext cx="1162050" cy="11715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39CE76E0-4C3F-4770-90BE-84E98FABC7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1358" y="6134100"/>
            <a:ext cx="1095375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7AD006F4-80DB-4E0C-B169-7DB722D5A2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0412" y="1907745"/>
            <a:ext cx="1819275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C41BD826-2CCA-48F8-A223-13431DD997E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76359" y="2855695"/>
            <a:ext cx="1304925" cy="8953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xmlns="" id="{0BA67E42-AB66-487A-B512-CB49D1AE9FC0}"/>
              </a:ext>
            </a:extLst>
          </p:cNvPr>
          <p:cNvCxnSpPr>
            <a:cxnSpLocks/>
            <a:endCxn id="8" idx="1"/>
          </p:cNvCxnSpPr>
          <p:nvPr/>
        </p:nvCxnSpPr>
        <p:spPr>
          <a:xfrm flipV="1">
            <a:off x="1631950" y="2436473"/>
            <a:ext cx="2783183" cy="26957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xmlns="" id="{95A7B5E9-556C-413F-916E-8F26C8F50344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883532" y="4389673"/>
            <a:ext cx="1998201" cy="697571"/>
          </a:xfrm>
          <a:prstGeom prst="bentConnector3">
            <a:avLst>
              <a:gd name="adj1" fmla="val 4428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xmlns="" id="{416D3781-6AE1-402C-925D-7EA2B2493BD7}"/>
              </a:ext>
            </a:extLst>
          </p:cNvPr>
          <p:cNvCxnSpPr>
            <a:cxnSpLocks/>
          </p:cNvCxnSpPr>
          <p:nvPr/>
        </p:nvCxnSpPr>
        <p:spPr>
          <a:xfrm flipV="1">
            <a:off x="1991545" y="5278631"/>
            <a:ext cx="2633138" cy="576965"/>
          </a:xfrm>
          <a:prstGeom prst="bentConnector3">
            <a:avLst>
              <a:gd name="adj1" fmla="val 75683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xmlns="" id="{F334C4E2-0981-4DB7-9F0D-25A3A6DFF37B}"/>
              </a:ext>
            </a:extLst>
          </p:cNvPr>
          <p:cNvCxnSpPr>
            <a:cxnSpLocks/>
          </p:cNvCxnSpPr>
          <p:nvPr/>
        </p:nvCxnSpPr>
        <p:spPr>
          <a:xfrm flipV="1">
            <a:off x="1631950" y="6415087"/>
            <a:ext cx="3051082" cy="11372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xmlns="" id="{A577F208-D07B-4474-9D2C-3B492A7C3C41}"/>
              </a:ext>
            </a:extLst>
          </p:cNvPr>
          <p:cNvCxnSpPr>
            <a:cxnSpLocks/>
          </p:cNvCxnSpPr>
          <p:nvPr/>
        </p:nvCxnSpPr>
        <p:spPr>
          <a:xfrm flipV="1">
            <a:off x="1739516" y="3555624"/>
            <a:ext cx="2675617" cy="14393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연결선: 꺾임 40">
            <a:extLst>
              <a:ext uri="{FF2B5EF4-FFF2-40B4-BE49-F238E27FC236}">
                <a16:creationId xmlns:a16="http://schemas.microsoft.com/office/drawing/2014/main" xmlns="" id="{290D1ECF-954A-4C42-B611-9EEE0FE8DEC7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312024" y="2460195"/>
            <a:ext cx="4248026" cy="34975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3" name="연결선: 꺾임 42">
            <a:extLst>
              <a:ext uri="{FF2B5EF4-FFF2-40B4-BE49-F238E27FC236}">
                <a16:creationId xmlns:a16="http://schemas.microsoft.com/office/drawing/2014/main" xmlns="" id="{58B4C08B-29DE-4330-92E9-43F7853BBA1D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7042354" y="3303370"/>
            <a:ext cx="1034005" cy="20651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7" name="연결선: 꺾임 46">
            <a:extLst>
              <a:ext uri="{FF2B5EF4-FFF2-40B4-BE49-F238E27FC236}">
                <a16:creationId xmlns:a16="http://schemas.microsoft.com/office/drawing/2014/main" xmlns="" id="{E9A12A29-D411-4CF2-B90C-0DC805903593}"/>
              </a:ext>
            </a:extLst>
          </p:cNvPr>
          <p:cNvCxnSpPr>
            <a:cxnSpLocks/>
          </p:cNvCxnSpPr>
          <p:nvPr/>
        </p:nvCxnSpPr>
        <p:spPr>
          <a:xfrm flipV="1">
            <a:off x="7257187" y="4005263"/>
            <a:ext cx="2393227" cy="51199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xmlns="" id="{5767A903-0901-4C9B-9519-F80C728ED7CA}"/>
              </a:ext>
            </a:extLst>
          </p:cNvPr>
          <p:cNvCxnSpPr>
            <a:cxnSpLocks/>
          </p:cNvCxnSpPr>
          <p:nvPr/>
        </p:nvCxnSpPr>
        <p:spPr>
          <a:xfrm flipV="1">
            <a:off x="7257188" y="5087244"/>
            <a:ext cx="2393226" cy="3181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3" name="연결선: 꺾임 52">
            <a:extLst>
              <a:ext uri="{FF2B5EF4-FFF2-40B4-BE49-F238E27FC236}">
                <a16:creationId xmlns:a16="http://schemas.microsoft.com/office/drawing/2014/main" xmlns="" id="{9021F267-4A36-4A63-A728-1B80687E4508}"/>
              </a:ext>
            </a:extLst>
          </p:cNvPr>
          <p:cNvCxnSpPr>
            <a:cxnSpLocks/>
          </p:cNvCxnSpPr>
          <p:nvPr/>
        </p:nvCxnSpPr>
        <p:spPr>
          <a:xfrm flipV="1">
            <a:off x="7407193" y="6415087"/>
            <a:ext cx="651292" cy="5686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64" name="그림 63">
            <a:extLst>
              <a:ext uri="{FF2B5EF4-FFF2-40B4-BE49-F238E27FC236}">
                <a16:creationId xmlns:a16="http://schemas.microsoft.com/office/drawing/2014/main" xmlns="" id="{370A3229-21BC-497D-ACF3-FBB67830F04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50412" y="2893245"/>
            <a:ext cx="1914525" cy="15906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xmlns="" id="{7A0CECD2-6E5B-4723-9586-9DC7F071F5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50412" y="4572175"/>
            <a:ext cx="1857375" cy="1733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xmlns="" id="{59574195-B3B5-40E6-AEE6-806BE0BBDE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8485" y="6054289"/>
            <a:ext cx="1514475" cy="600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05976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배열 생성과 인덱싱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가로방향으로 나열되어 있는 벡터데이터를 행렬과 레이어로 구성된 배열에 </a:t>
            </a:r>
            <a:r>
              <a:rPr lang="en-US" altLang="ko-KR" dirty="0"/>
              <a:t>3</a:t>
            </a:r>
            <a:r>
              <a:rPr lang="ko-KR" altLang="en-US" dirty="0"/>
              <a:t>차원적으로 표현할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3F348273-994F-4951-B5B2-19974FE3D14E}"/>
              </a:ext>
            </a:extLst>
          </p:cNvPr>
          <p:cNvSpPr/>
          <p:nvPr/>
        </p:nvSpPr>
        <p:spPr>
          <a:xfrm>
            <a:off x="515938" y="1881732"/>
            <a:ext cx="3635846" cy="482386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벡터데이터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raw1 &lt;- c(8, 10, 7, 16, NA, -1, 8, 4)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raw2 &lt;- c(4, NA, 8, 7, -2, 17, -3, 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raw3 &lt;- c(23, -9, NA, NA, 11, 9, 4, 12)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 &lt;- c(raw1, raw2, raw3)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raw; class(raw)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벡터데이터를 활용한 배열객체 생성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 &lt;- array(data = c(raw1, raw2, raw3),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dim = c(4, 2, 3))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out; class(out)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배열객체 행렬과 레이어 이름확인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행렬과 레이어 이름준비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mylayer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c('US', 'EU', 'AP')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갤럭시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배열객체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렬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레이어 이름 업데이트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(out) &lt;-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mylayer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out; class(out)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AB3EABEF-1C35-4C44-8A83-8E8FDD2CB3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10" y="2153718"/>
            <a:ext cx="2133600" cy="7334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0C35D06D-9B4E-431D-B963-3BB6008DAB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9085" y="2967036"/>
            <a:ext cx="1190625" cy="3752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97EFAC26-289B-4D6F-AEC2-5A5A10D08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1411" y="4761227"/>
            <a:ext cx="1104900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B2119E8E-EC2E-431A-95C1-CD67EFB05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90009" y="2967036"/>
            <a:ext cx="1362075" cy="37528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8" name="사각형: 둥근 모서리 76">
            <a:extLst>
              <a:ext uri="{FF2B5EF4-FFF2-40B4-BE49-F238E27FC236}">
                <a16:creationId xmlns:a16="http://schemas.microsoft.com/office/drawing/2014/main" xmlns="" id="{261032EA-1601-49BF-89E1-E5C8D461CDD1}"/>
              </a:ext>
            </a:extLst>
          </p:cNvPr>
          <p:cNvSpPr/>
          <p:nvPr/>
        </p:nvSpPr>
        <p:spPr>
          <a:xfrm>
            <a:off x="7104112" y="1896541"/>
            <a:ext cx="3635846" cy="354868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배열의 특정요소를 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out[1]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out[2:5]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out[c(8, 2:5, 20)]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배열의 특정 레이어를 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out[, , 1]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out[, , 'US']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out[, , c(1, 3)]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out[, , c('AP', 'EU')]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 </a:t>
            </a:r>
            <a:r>
              <a:rPr kumimoji="1" lang="ko-KR" altLang="en-US" sz="1200" b="1" dirty="0" err="1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레이어의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행과 열을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인덱싱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out[3, , 'US']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out['3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, 'US']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out[3, 1, 'US']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out[1:4,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'US']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xmlns="" id="{A25382ED-8E8F-4D2E-9228-6989F34F57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59506" y="2118708"/>
            <a:ext cx="1504950" cy="8858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xmlns="" id="{DEAD716A-E3D2-49E7-B92B-538EFEC8FA6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04112" y="5552924"/>
            <a:ext cx="1533525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0D540AF7-16ED-4D0E-8252-613FA1BFBD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64252" y="6245706"/>
            <a:ext cx="1828800" cy="438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7622BE93-6106-4E15-9451-ABE0C0FEB443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b="50141"/>
          <a:stretch/>
        </p:blipFill>
        <p:spPr>
          <a:xfrm>
            <a:off x="9113849" y="3140932"/>
            <a:ext cx="1381125" cy="8643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586875D4-3605-469A-891E-ABBADF5F085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53663" y="4076549"/>
            <a:ext cx="1333500" cy="23431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28DEEB22-A500-40BA-B91C-B15433FE0D3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0141"/>
          <a:stretch/>
        </p:blipFill>
        <p:spPr>
          <a:xfrm>
            <a:off x="10560050" y="3150595"/>
            <a:ext cx="1381125" cy="8643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xmlns="" id="{4BE60FAB-C72F-43A3-9BA3-C3093A4D3A9E}"/>
              </a:ext>
            </a:extLst>
          </p:cNvPr>
          <p:cNvCxnSpPr>
            <a:cxnSpLocks/>
          </p:cNvCxnSpPr>
          <p:nvPr/>
        </p:nvCxnSpPr>
        <p:spPr>
          <a:xfrm flipV="1">
            <a:off x="1883532" y="2436473"/>
            <a:ext cx="2531601" cy="812507"/>
          </a:xfrm>
          <a:prstGeom prst="bentConnector3">
            <a:avLst>
              <a:gd name="adj1" fmla="val 76178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xmlns="" id="{03818A1D-3D61-4832-AB2E-AD5D09348D4A}"/>
              </a:ext>
            </a:extLst>
          </p:cNvPr>
          <p:cNvCxnSpPr>
            <a:cxnSpLocks/>
          </p:cNvCxnSpPr>
          <p:nvPr/>
        </p:nvCxnSpPr>
        <p:spPr>
          <a:xfrm flipV="1">
            <a:off x="1883532" y="4076549"/>
            <a:ext cx="2335553" cy="2165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xmlns="" id="{2BE204B0-EDD4-492D-90E5-42310A60FF85}"/>
              </a:ext>
            </a:extLst>
          </p:cNvPr>
          <p:cNvCxnSpPr>
            <a:cxnSpLocks/>
          </p:cNvCxnSpPr>
          <p:nvPr/>
        </p:nvCxnSpPr>
        <p:spPr>
          <a:xfrm flipV="1">
            <a:off x="1781411" y="5445225"/>
            <a:ext cx="3708598" cy="1194765"/>
          </a:xfrm>
          <a:prstGeom prst="bentConnector3">
            <a:avLst>
              <a:gd name="adj1" fmla="val 62441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xmlns="" id="{C1CFFCCE-6863-447A-83B6-44F679EA86C3}"/>
              </a:ext>
            </a:extLst>
          </p:cNvPr>
          <p:cNvCxnSpPr>
            <a:cxnSpLocks/>
          </p:cNvCxnSpPr>
          <p:nvPr/>
        </p:nvCxnSpPr>
        <p:spPr>
          <a:xfrm>
            <a:off x="8170912" y="2436472"/>
            <a:ext cx="174852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xmlns="" id="{58C12E62-3FC4-405C-8490-B3571F7A21F0}"/>
              </a:ext>
            </a:extLst>
          </p:cNvPr>
          <p:cNvCxnSpPr>
            <a:cxnSpLocks/>
          </p:cNvCxnSpPr>
          <p:nvPr/>
        </p:nvCxnSpPr>
        <p:spPr>
          <a:xfrm>
            <a:off x="8029940" y="3264775"/>
            <a:ext cx="1081114" cy="12285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xmlns="" id="{A9DC040A-29CF-4672-9520-61EBC7DBE750}"/>
              </a:ext>
            </a:extLst>
          </p:cNvPr>
          <p:cNvCxnSpPr>
            <a:cxnSpLocks/>
          </p:cNvCxnSpPr>
          <p:nvPr/>
        </p:nvCxnSpPr>
        <p:spPr>
          <a:xfrm>
            <a:off x="8572561" y="3670883"/>
            <a:ext cx="1609505" cy="1368234"/>
          </a:xfrm>
          <a:prstGeom prst="bentConnector3">
            <a:avLst>
              <a:gd name="adj1" fmla="val 23418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8" name="연결선: 꺾임 47">
            <a:extLst>
              <a:ext uri="{FF2B5EF4-FFF2-40B4-BE49-F238E27FC236}">
                <a16:creationId xmlns:a16="http://schemas.microsoft.com/office/drawing/2014/main" xmlns="" id="{A50B6DCC-1948-4E08-BA39-63269878AD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801707" y="5376457"/>
            <a:ext cx="776186" cy="77026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xmlns="" id="{1BF6A370-3D57-4A33-A641-7C126A1EEC29}"/>
              </a:ext>
            </a:extLst>
          </p:cNvPr>
          <p:cNvCxnSpPr>
            <a:cxnSpLocks/>
            <a:endCxn id="20" idx="0"/>
          </p:cNvCxnSpPr>
          <p:nvPr/>
        </p:nvCxnSpPr>
        <p:spPr>
          <a:xfrm rot="16200000" flipH="1">
            <a:off x="7207897" y="4889945"/>
            <a:ext cx="797061" cy="52889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="" xmlns:a16="http://schemas.microsoft.com/office/drawing/2014/main" id="{F39BA56C-E179-4A22-98E2-DB505AD820F5}"/>
              </a:ext>
            </a:extLst>
          </p:cNvPr>
          <p:cNvSpPr txBox="1"/>
          <p:nvPr/>
        </p:nvSpPr>
        <p:spPr>
          <a:xfrm>
            <a:off x="2585249" y="4184822"/>
            <a:ext cx="1428596" cy="276999"/>
          </a:xfrm>
          <a:prstGeom prst="rect">
            <a:avLst/>
          </a:prstGeom>
          <a:solidFill>
            <a:srgbClr val="163E94"/>
          </a:solidFill>
          <a:ln w="25400" cap="flat" cmpd="sng" algn="ctr">
            <a:noFill/>
            <a:prstDash val="solid"/>
          </a:ln>
          <a:effectLst/>
        </p:spPr>
        <p:txBody>
          <a:bodyPr wrap="none" rtlCol="0">
            <a:sp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b="1" kern="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dim : </a:t>
            </a:r>
            <a:r>
              <a:rPr kumimoji="1" lang="ko-KR" altLang="en-US" sz="1200" b="1" kern="0" dirty="0" smtClean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배열구조 지정</a:t>
            </a:r>
            <a:endParaRPr kumimoji="1" lang="ko-KR" altLang="en-US" sz="1200" b="1" kern="0" dirty="0">
              <a:solidFill>
                <a:schemeClr val="bg1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2261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3257365"/>
            <a:ext cx="3326232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6" name="그룹 35"/>
          <p:cNvGrpSpPr/>
          <p:nvPr/>
        </p:nvGrpSpPr>
        <p:grpSpPr>
          <a:xfrm>
            <a:off x="4020030" y="3246480"/>
            <a:ext cx="3993242" cy="830997"/>
            <a:chOff x="1996611" y="3028564"/>
            <a:chExt cx="3993242" cy="830997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xmlns="" id="{A49B5C0F-8F04-4D52-943C-1750C8E88D1E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xmlns="" id="{A375AF22-7E7E-4960-93A1-14D1F741953E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26" name="오른쪽 대괄호 8">
                  <a:extLst>
                    <a:ext uri="{FF2B5EF4-FFF2-40B4-BE49-F238E27FC236}">
                      <a16:creationId xmlns:a16="http://schemas.microsoft.com/office/drawing/2014/main" xmlns="" id="{5916A89F-54F7-475C-AA0F-B296A1B29C5E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27" name="오른쪽 대괄호 8">
                  <a:extLst>
                    <a:ext uri="{FF2B5EF4-FFF2-40B4-BE49-F238E27FC236}">
                      <a16:creationId xmlns:a16="http://schemas.microsoft.com/office/drawing/2014/main" xmlns="" id="{1FB703FE-F7BD-4F07-AA7A-5864CFADA6C5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xmlns="" id="{E052EB2C-9735-49AD-B6DC-8CC33E6546ED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/>
            <p:cNvSpPr txBox="1"/>
            <p:nvPr/>
          </p:nvSpPr>
          <p:spPr>
            <a:xfrm>
              <a:off x="2649195" y="3028564"/>
              <a:ext cx="33406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복합자료형 익히기</a:t>
              </a:r>
            </a:p>
          </p:txBody>
        </p:sp>
      </p:grp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34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로딩하기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118B57E0-BBC3-4F0A-A4B1-C6DE5C864103}"/>
              </a:ext>
            </a:extLst>
          </p:cNvPr>
          <p:cNvGrpSpPr/>
          <p:nvPr/>
        </p:nvGrpSpPr>
        <p:grpSpPr>
          <a:xfrm>
            <a:off x="4020030" y="2148345"/>
            <a:ext cx="3953168" cy="830997"/>
            <a:chOff x="1996611" y="2003068"/>
            <a:chExt cx="3953168" cy="83099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0D1C8D23-8591-4167-BBEC-E006AF3827B6}"/>
                </a:ext>
              </a:extLst>
            </p:cNvPr>
            <p:cNvSpPr txBox="1"/>
            <p:nvPr/>
          </p:nvSpPr>
          <p:spPr>
            <a:xfrm>
              <a:off x="2649195" y="2003068"/>
              <a:ext cx="33005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기본자료형 익히기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7D3328FA-7C17-485D-941A-80DB2945FCB4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xmlns="" id="{D4BA066D-CA90-4E8E-BF4A-61192D9DC72F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:a16="http://schemas.microsoft.com/office/drawing/2014/main" xmlns="" id="{62BDA289-C0B7-401A-B497-423F17C17F04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:a16="http://schemas.microsoft.com/office/drawing/2014/main" xmlns="" id="{539D1069-0179-4EDE-90C9-6EA1C771C884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09873466-4B2B-4A88-A535-CD3C3952A2EE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622809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변수와 데이터객체</a:t>
            </a:r>
            <a:r>
              <a:rPr lang="en-US" altLang="ko-KR" dirty="0"/>
              <a:t>(</a:t>
            </a:r>
            <a:r>
              <a:rPr lang="ko-KR" altLang="en-US" dirty="0"/>
              <a:t>구조</a:t>
            </a:r>
            <a:r>
              <a:rPr lang="en-US" altLang="ko-KR" dirty="0"/>
              <a:t>)</a:t>
            </a:r>
            <a:r>
              <a:rPr lang="ko-KR" altLang="en-US" dirty="0"/>
              <a:t> 유형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R</a:t>
            </a:r>
            <a:r>
              <a:rPr lang="ko-KR" altLang="en-US" dirty="0"/>
              <a:t>에서는 다양한 형태의 데이터객체를 가지고 있으며</a:t>
            </a:r>
            <a:r>
              <a:rPr lang="en-US" altLang="ko-KR" dirty="0"/>
              <a:t>, </a:t>
            </a:r>
            <a:r>
              <a:rPr lang="ko-KR" altLang="en-US" dirty="0"/>
              <a:t>분석목적에 맞게 선택하여 </a:t>
            </a:r>
            <a:r>
              <a:rPr lang="ko-KR" altLang="en-US" dirty="0" err="1"/>
              <a:t>사용가능함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xmlns="" id="{212D2FD4-E6AD-44B1-A0A9-634364A90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155128"/>
              </p:ext>
            </p:extLst>
          </p:nvPr>
        </p:nvGraphicFramePr>
        <p:xfrm>
          <a:off x="515938" y="2038384"/>
          <a:ext cx="10404476" cy="4667219"/>
        </p:xfrm>
        <a:graphic>
          <a:graphicData uri="http://schemas.openxmlformats.org/drawingml/2006/table">
            <a:tbl>
              <a:tblPr firstRow="1" bandRow="1"/>
              <a:tblGrid>
                <a:gridCol w="13776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503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911428">
                  <a:extLst>
                    <a:ext uri="{9D8B030D-6E8A-4147-A177-3AD203B41FA5}">
                      <a16:colId xmlns:a16="http://schemas.microsoft.com/office/drawing/2014/main" xmlns="" val="3813846219"/>
                    </a:ext>
                  </a:extLst>
                </a:gridCol>
                <a:gridCol w="5208149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82221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70740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객체유형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 요소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/>
                      </a:r>
                      <a:b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</a:b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원소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데이터 종류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동질성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이질성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b="1" kern="1200">
                          <a:solidFill>
                            <a:schemeClr val="lt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관련코드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</a:t>
                      </a:r>
                      <a:r>
                        <a:rPr lang="ko-KR" altLang="en-US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함수</a:t>
                      </a:r>
                      <a:r>
                        <a:rPr lang="en-US" altLang="ko-KR" sz="1400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)</a:t>
                      </a:r>
                      <a:endParaRPr lang="ko-KR" altLang="en-US" sz="1400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스칼라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(scalar)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중의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한 가지  단수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 데이터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&lt;- 3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벡터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(vector)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algn="ctr"/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c(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행렬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(matrix)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matrix(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배열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(array)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3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array(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7198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팩터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(factor)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1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factor(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2282700237"/>
                  </a:ext>
                </a:extLst>
              </a:tr>
              <a:tr h="66870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데이터프레임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(data frame)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2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숫자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문자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/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논리 유형 중 </a:t>
                      </a: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복수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 구성가능</a:t>
                      </a:r>
                      <a:endParaRPr kumimoji="0" lang="en-US" altLang="ko-KR" sz="1400" b="1" kern="0" dirty="0">
                        <a:solidFill>
                          <a:srgbClr val="3B4E67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단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변수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(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열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 err="1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컬럼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필드</a:t>
                      </a:r>
                      <a:r>
                        <a:rPr kumimoji="0" lang="en-US" altLang="ko-KR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)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별로 단일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으로만 구성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</a:t>
                      </a:r>
                      <a:r>
                        <a:rPr lang="en-US" altLang="ko-KR" sz="1400" b="1" dirty="0" err="1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data.frame</a:t>
                      </a:r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931181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ko-KR" altLang="en-US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리스트</a:t>
                      </a:r>
                      <a:endParaRPr lang="en-US" altLang="ko-KR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(list)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단수</a:t>
                      </a:r>
                      <a:r>
                        <a:rPr kumimoji="0" lang="en-US" altLang="ko-KR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/</a:t>
                      </a: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복수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다차원</a:t>
                      </a: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스칼라부터 데이터프레임까지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또한 리스트까지 포함한 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/>
                      </a:r>
                      <a:b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</a:br>
                      <a:r>
                        <a:rPr kumimoji="0" lang="ko-KR" altLang="en-US" sz="1400" b="1" kern="0" dirty="0">
                          <a:solidFill>
                            <a:srgbClr val="FF0000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모든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</a:rPr>
                        <a:t>의 데이터로 구성할 수 있음</a:t>
                      </a:r>
                      <a:endParaRPr kumimoji="0" lang="en-US" altLang="ko-KR" sz="1400" b="1" kern="0" dirty="0">
                        <a:solidFill>
                          <a:srgbClr val="3B4E67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268288" marR="0" lvl="0" indent="-268288" algn="l" defTabSz="914400" rtl="0" eaLnBrk="0" fontAlgn="auto" latinLnBrk="0" hangingPunct="0">
                        <a:lnSpc>
                          <a:spcPct val="11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Webdings" pitchFamily="18" charset="2"/>
                        <a:buChar char="&lt;"/>
                        <a:tabLst/>
                        <a:defRPr/>
                      </a:pP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단</a:t>
                      </a:r>
                      <a:r>
                        <a:rPr kumimoji="0" lang="en-US" altLang="ko-KR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0" lang="ko-KR" altLang="en-US" sz="1400" b="1" kern="0" dirty="0">
                          <a:solidFill>
                            <a:srgbClr val="0000FF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요소별로 단일한 데이터 유형</a:t>
                      </a:r>
                      <a:r>
                        <a:rPr kumimoji="0" lang="ko-KR" altLang="en-US" sz="1400" b="1" kern="0" dirty="0">
                          <a:solidFill>
                            <a:srgbClr val="3B4E67"/>
                          </a:solidFill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  <a:cs typeface="+mn-cs"/>
                          <a:sym typeface="Wingdings" panose="05000000000000000000" pitchFamily="2" charset="2"/>
                        </a:rPr>
                        <a:t>으로만 구성</a:t>
                      </a:r>
                      <a:endParaRPr kumimoji="0" lang="ko-KR" altLang="en-US" sz="1400" b="1" kern="0" dirty="0">
                        <a:solidFill>
                          <a:srgbClr val="3B4E67"/>
                        </a:solidFill>
                        <a:latin typeface="나눔바른고딕" panose="020B0603020101020101" pitchFamily="50" charset="-127"/>
                        <a:ea typeface="나눔바른고딕" panose="020B0603020101020101" pitchFamily="50" charset="-127"/>
                        <a:cs typeface="+mn-cs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  <a:ea typeface="맑은 고딕"/>
                          <a:cs typeface="굴림"/>
                        </a:defRPr>
                      </a:lvl9pPr>
                    </a:lstStyle>
                    <a:p>
                      <a:r>
                        <a:rPr lang="en-US" altLang="ko-KR" sz="1400" b="1" dirty="0">
                          <a:latin typeface="나눔바른고딕" panose="020B0603020101020101" pitchFamily="50" charset="-127"/>
                          <a:ea typeface="나눔바른고딕" panose="020B0603020101020101" pitchFamily="50" charset="-127"/>
                        </a:rPr>
                        <a:t>x &lt;- list( )</a:t>
                      </a:r>
                      <a:endParaRPr lang="ko-KR" altLang="en-US" sz="1400" b="1" dirty="0">
                        <a:latin typeface="나눔바른고딕" panose="020B0603020101020101" pitchFamily="50" charset="-127"/>
                        <a:ea typeface="나눔바른고딕" panose="020B0603020101020101" pitchFamily="50" charset="-127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F81BD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6" name="사각형: 둥근 모서리 7">
            <a:extLst>
              <a:ext uri="{FF2B5EF4-FFF2-40B4-BE49-F238E27FC236}">
                <a16:creationId xmlns:a16="http://schemas.microsoft.com/office/drawing/2014/main" xmlns="" id="{3A9D855F-1DF4-4541-886C-1EB3C34874B0}"/>
              </a:ext>
            </a:extLst>
          </p:cNvPr>
          <p:cNvSpPr/>
          <p:nvPr/>
        </p:nvSpPr>
        <p:spPr>
          <a:xfrm>
            <a:off x="407368" y="4653136"/>
            <a:ext cx="10621180" cy="1980220"/>
          </a:xfrm>
          <a:prstGeom prst="roundRect">
            <a:avLst>
              <a:gd name="adj" fmla="val 7695"/>
            </a:avLst>
          </a:prstGeom>
          <a:noFill/>
          <a:ln w="19050">
            <a:solidFill>
              <a:srgbClr val="173F9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39753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데이터프레임 생성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데이터프레임은 숫자형</a:t>
            </a:r>
            <a:r>
              <a:rPr lang="en-US" altLang="ko-KR" dirty="0"/>
              <a:t>·</a:t>
            </a:r>
            <a:r>
              <a:rPr lang="ko-KR" altLang="en-US" dirty="0"/>
              <a:t>문자형</a:t>
            </a:r>
            <a:r>
              <a:rPr lang="en-US" altLang="ko-KR" dirty="0"/>
              <a:t>·</a:t>
            </a:r>
            <a:r>
              <a:rPr lang="ko-KR" altLang="en-US" dirty="0"/>
              <a:t>논리형</a:t>
            </a:r>
            <a:r>
              <a:rPr lang="en-US" altLang="ko-KR" dirty="0"/>
              <a:t>·</a:t>
            </a:r>
            <a:r>
              <a:rPr lang="ko-KR" altLang="en-US" dirty="0"/>
              <a:t>기타형 등 다양한 유형의  벡터변수들을 하나의 데이터프레임 구조 속에서 결합함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B33DD6D2-C616-40DD-88AB-11188EE2802A}"/>
              </a:ext>
            </a:extLst>
          </p:cNvPr>
          <p:cNvSpPr/>
          <p:nvPr/>
        </p:nvSpPr>
        <p:spPr>
          <a:xfrm>
            <a:off x="515938" y="2041458"/>
            <a:ext cx="5929020" cy="4664142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벡터변수 변수정의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'Jessica',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장그래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제인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최강타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 &lt;- c(1, 2, NA, 2, 1, 1)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 &lt;- c(19, 55, 23, 35, 45, NA)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grade &lt;- c('A', 'C', 'B', NA, NA, 'A')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회원등급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 &lt;- c(NA, 18.5, 23.7, 27.0, 13.5, 47.2)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총구매금액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survey &lt;- c(3, 4, 2, 5, 5, 3)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온라인쇼핑 만족도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 &lt;- c(TRUE, T, FALSE, TRUE, NA, F)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이벤트반응 결과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벡터변수를 데이터프레임으로 결합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(name, gender, job, age, grade, total, survey, result)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class(customer)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View(customer)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(customer); names(customer)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레코드명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(customer);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row.names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(customer)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B2BB057-B988-4498-A510-47BECD333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3874" y="4558743"/>
            <a:ext cx="1190625" cy="276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2" name="사각형: 둥근 모서리 83">
            <a:extLst>
              <a:ext uri="{FF2B5EF4-FFF2-40B4-BE49-F238E27FC236}">
                <a16:creationId xmlns:a16="http://schemas.microsoft.com/office/drawing/2014/main" xmlns="" id="{B6503FB2-34FD-4472-8F48-866A563BFEFC}"/>
              </a:ext>
            </a:extLst>
          </p:cNvPr>
          <p:cNvSpPr/>
          <p:nvPr/>
        </p:nvSpPr>
        <p:spPr>
          <a:xfrm>
            <a:off x="7973518" y="3501008"/>
            <a:ext cx="2947017" cy="792000"/>
          </a:xfrm>
          <a:prstGeom prst="roundRect">
            <a:avLst>
              <a:gd name="adj" fmla="val 9660"/>
            </a:avLst>
          </a:prstGeom>
          <a:solidFill>
            <a:srgbClr val="95D5E1">
              <a:alpha val="40000"/>
            </a:srgbClr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65113" indent="-250825">
              <a:spcAft>
                <a:spcPts val="600"/>
              </a:spcAft>
              <a:buSzPct val="80000"/>
              <a:buBlip>
                <a:blip r:embed="rId3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컬럼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(column),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변수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(variable)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속성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애트리뷰트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(attribute),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필드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(field),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피처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(feature)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xmlns="" id="{AC762BC7-00E2-4CAD-BB6D-8BB64D553254}"/>
              </a:ext>
            </a:extLst>
          </p:cNvPr>
          <p:cNvGrpSpPr/>
          <p:nvPr/>
        </p:nvGrpSpPr>
        <p:grpSpPr>
          <a:xfrm>
            <a:off x="6989259" y="3537100"/>
            <a:ext cx="792000" cy="792000"/>
            <a:chOff x="621298" y="2144493"/>
            <a:chExt cx="879393" cy="859970"/>
          </a:xfrm>
        </p:grpSpPr>
        <p:sp>
          <p:nvSpPr>
            <p:cNvPr id="14" name="Rectangle 78">
              <a:extLst>
                <a:ext uri="{FF2B5EF4-FFF2-40B4-BE49-F238E27FC236}">
                  <a16:creationId xmlns:a16="http://schemas.microsoft.com/office/drawing/2014/main" xmlns="" id="{A51085DF-CE82-4C03-86CB-9CC0DBD172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indent="-339725" algn="ctr" defTabSz="1042988" eaLnBrk="0" fontAlgn="auto" latinLnBrk="0" hangingPunct="0"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tabLst>
                  <a:tab pos="5648325" algn="l"/>
                </a:tabLst>
                <a:defRPr/>
              </a:pPr>
              <a:endParaRPr kumimoji="0" lang="en-US" altLang="ko-KR" sz="1200" kern="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15" name="Rectangle 78">
              <a:extLst>
                <a:ext uri="{FF2B5EF4-FFF2-40B4-BE49-F238E27FC236}">
                  <a16:creationId xmlns:a16="http://schemas.microsoft.com/office/drawing/2014/main" xmlns="" id="{E4DAACD0-F2B2-4A7F-9818-065F20DADA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세로</a:t>
              </a:r>
              <a: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요소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8EE9D7AF-149C-412D-83AC-497BE9E5D374}"/>
              </a:ext>
            </a:extLst>
          </p:cNvPr>
          <p:cNvSpPr txBox="1"/>
          <p:nvPr/>
        </p:nvSpPr>
        <p:spPr>
          <a:xfrm>
            <a:off x="6923043" y="1988499"/>
            <a:ext cx="3997493" cy="469028"/>
          </a:xfrm>
          <a:prstGeom prst="rect">
            <a:avLst/>
          </a:prstGeom>
          <a:solidFill>
            <a:srgbClr val="163E94"/>
          </a:solidFill>
          <a:ln w="25400" cap="flat" cmpd="sng" algn="ctr">
            <a:noFill/>
            <a:prstDash val="solid"/>
          </a:ln>
          <a:effectLst/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데이터프레임의 가로</a:t>
            </a:r>
            <a:r>
              <a:rPr kumimoji="1" lang="en-US" altLang="ko-KR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kern="0" dirty="0">
                <a:solidFill>
                  <a:schemeClr val="bg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세로 요소를 부르는 명칭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xmlns="" id="{937157D9-25A7-456C-AB4B-16355B605C63}"/>
              </a:ext>
            </a:extLst>
          </p:cNvPr>
          <p:cNvGrpSpPr/>
          <p:nvPr/>
        </p:nvGrpSpPr>
        <p:grpSpPr>
          <a:xfrm>
            <a:off x="6989259" y="2565248"/>
            <a:ext cx="792000" cy="792000"/>
            <a:chOff x="621298" y="2144493"/>
            <a:chExt cx="879393" cy="859970"/>
          </a:xfrm>
        </p:grpSpPr>
        <p:sp>
          <p:nvSpPr>
            <p:cNvPr id="18" name="Rectangle 78">
              <a:extLst>
                <a:ext uri="{FF2B5EF4-FFF2-40B4-BE49-F238E27FC236}">
                  <a16:creationId xmlns:a16="http://schemas.microsoft.com/office/drawing/2014/main" xmlns="" id="{117B9687-9964-4244-90F7-F4F6CA5A1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1298" y="2144493"/>
              <a:ext cx="879393" cy="859970"/>
            </a:xfrm>
            <a:prstGeom prst="ellipse">
              <a:avLst/>
            </a:prstGeom>
            <a:gradFill flip="none" rotWithShape="1">
              <a:gsLst>
                <a:gs pos="50000">
                  <a:srgbClr val="6792C5"/>
                </a:gs>
                <a:gs pos="51000">
                  <a:srgbClr val="A4BDDC"/>
                </a:gs>
              </a:gsLst>
              <a:lin ang="16200000" scaled="1"/>
              <a:tileRect/>
            </a:gradFill>
            <a:ln w="9525">
              <a:noFill/>
              <a:round/>
              <a:headEnd/>
              <a:tailEnd/>
            </a:ln>
            <a:effectLst>
              <a:outerShdw blurRad="50800" dist="38100" dir="2700000" algn="tl" rotWithShape="0">
                <a:prstClr val="black">
                  <a:alpha val="22000"/>
                </a:prstClr>
              </a:outerShdw>
            </a:effectLst>
          </p:spPr>
          <p:txBody>
            <a:bodyPr wrap="none" anchor="ctr"/>
            <a:lstStyle/>
            <a:p>
              <a:pPr marL="339725" indent="-339725" algn="ctr" defTabSz="1042988" eaLnBrk="0" fontAlgn="auto" latinLnBrk="0" hangingPunct="0">
                <a:spcBef>
                  <a:spcPts val="300"/>
                </a:spcBef>
                <a:spcAft>
                  <a:spcPts val="0"/>
                </a:spcAft>
                <a:buClr>
                  <a:srgbClr val="292929"/>
                </a:buClr>
                <a:buSzPct val="100000"/>
                <a:tabLst>
                  <a:tab pos="5648325" algn="l"/>
                </a:tabLst>
                <a:defRPr/>
              </a:pPr>
              <a:endParaRPr kumimoji="0" lang="en-US" altLang="ko-KR" sz="1200" kern="0" dirty="0">
                <a:latin typeface="나눔바른고딕" panose="020B0603020101020101" pitchFamily="50" charset="-127"/>
                <a:ea typeface="나눔바른고딕" panose="020B0603020101020101" pitchFamily="50" charset="-127"/>
                <a:sym typeface="Monotype Sorts"/>
              </a:endParaRPr>
            </a:p>
          </p:txBody>
        </p:sp>
        <p:sp>
          <p:nvSpPr>
            <p:cNvPr id="19" name="Rectangle 78">
              <a:extLst>
                <a:ext uri="{FF2B5EF4-FFF2-40B4-BE49-F238E27FC236}">
                  <a16:creationId xmlns:a16="http://schemas.microsoft.com/office/drawing/2014/main" xmlns="" id="{2016A616-A1BE-4E54-AFC2-6DBFCA5404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2424" y="2214048"/>
              <a:ext cx="737138" cy="720857"/>
            </a:xfrm>
            <a:prstGeom prst="ellipse">
              <a:avLst/>
            </a:prstGeom>
            <a:solidFill>
              <a:sysClr val="window" lastClr="FFFFFF"/>
            </a:solidFill>
            <a:ln w="9525">
              <a:solidFill>
                <a:sysClr val="window" lastClr="FFFFFF">
                  <a:lumMod val="75000"/>
                </a:sysClr>
              </a:solidFill>
              <a:miter lim="800000"/>
              <a:headEnd/>
              <a:tailEnd/>
            </a:ln>
          </p:spPr>
          <p:txBody>
            <a:bodyPr wrap="none" lIns="0" tIns="0" rIns="0" bIns="0" anchor="ctr"/>
            <a:lstStyle/>
            <a:p>
              <a:pPr algn="ctr" defTabSz="1042988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tabLst>
                  <a:tab pos="5648325" algn="l"/>
                </a:tabLst>
                <a:defRPr/>
              </a:pP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가로</a:t>
              </a:r>
              <a: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/>
              </a:r>
              <a:br>
                <a:rPr kumimoji="0" lang="en-US" altLang="ko-KR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</a:br>
              <a:r>
                <a:rPr kumimoji="0" lang="ko-KR" altLang="en-US" sz="1200" b="1" kern="0" dirty="0">
                  <a:latin typeface="나눔바른고딕" panose="020B0603020101020101" pitchFamily="50" charset="-127"/>
                  <a:ea typeface="나눔바른고딕" panose="020B0603020101020101" pitchFamily="50" charset="-127"/>
                  <a:sym typeface="Monotype Sorts"/>
                </a:rPr>
                <a:t>요소</a:t>
              </a:r>
            </a:p>
          </p:txBody>
        </p:sp>
      </p:grpSp>
      <p:sp>
        <p:nvSpPr>
          <p:cNvPr id="20" name="사각형: 둥근 모서리 83">
            <a:extLst>
              <a:ext uri="{FF2B5EF4-FFF2-40B4-BE49-F238E27FC236}">
                <a16:creationId xmlns:a16="http://schemas.microsoft.com/office/drawing/2014/main" xmlns="" id="{C73586DD-58E1-491C-B917-4279B123B5F9}"/>
              </a:ext>
            </a:extLst>
          </p:cNvPr>
          <p:cNvSpPr/>
          <p:nvPr/>
        </p:nvSpPr>
        <p:spPr>
          <a:xfrm>
            <a:off x="7973518" y="2590399"/>
            <a:ext cx="2947017" cy="792000"/>
          </a:xfrm>
          <a:prstGeom prst="roundRect">
            <a:avLst>
              <a:gd name="adj" fmla="val 9660"/>
            </a:avLst>
          </a:prstGeom>
          <a:solidFill>
            <a:srgbClr val="95D5E1">
              <a:alpha val="40000"/>
            </a:srgbClr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0" rIns="0" bIns="0" rtlCol="0" anchor="ctr"/>
          <a:lstStyle/>
          <a:p>
            <a:pPr marL="265113" indent="-250825">
              <a:spcAft>
                <a:spcPts val="600"/>
              </a:spcAft>
              <a:buSzPct val="80000"/>
              <a:buBlip>
                <a:blip r:embed="rId3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(row),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레코드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(record),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사례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케이스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(case), 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관찰치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관측치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(observation) 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C98DA245-3CF8-4637-BD27-E72C30FAF3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9676" y="4558743"/>
            <a:ext cx="36290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25DDC4D1-0D98-4F62-B5A0-D0E8866CD6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259" y="4558743"/>
            <a:ext cx="5105400" cy="1990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xmlns="" id="{4D40093A-25D1-48F9-8F96-9D3A91C87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1401" y="5916334"/>
            <a:ext cx="5067300" cy="30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xmlns="" id="{F85F05F0-7C4A-4BFF-A4B6-83795B40C8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8351" y="6345324"/>
            <a:ext cx="2800350" cy="276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30" name="사각형: 둥근 모서리 7">
            <a:extLst>
              <a:ext uri="{FF2B5EF4-FFF2-40B4-BE49-F238E27FC236}">
                <a16:creationId xmlns:a16="http://schemas.microsoft.com/office/drawing/2014/main" xmlns="" id="{8F4A5663-A265-4210-830F-72866065E14E}"/>
              </a:ext>
            </a:extLst>
          </p:cNvPr>
          <p:cNvSpPr/>
          <p:nvPr/>
        </p:nvSpPr>
        <p:spPr>
          <a:xfrm>
            <a:off x="7201522" y="5193196"/>
            <a:ext cx="298634" cy="1428353"/>
          </a:xfrm>
          <a:prstGeom prst="roundRect">
            <a:avLst>
              <a:gd name="adj" fmla="val 15044"/>
            </a:avLst>
          </a:prstGeom>
          <a:noFill/>
          <a:ln w="19050">
            <a:solidFill>
              <a:srgbClr val="173F9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7">
            <a:extLst>
              <a:ext uri="{FF2B5EF4-FFF2-40B4-BE49-F238E27FC236}">
                <a16:creationId xmlns:a16="http://schemas.microsoft.com/office/drawing/2014/main" xmlns="" id="{8FF4C7A0-CBAB-4260-9499-CFCAB96F7EEE}"/>
              </a:ext>
            </a:extLst>
          </p:cNvPr>
          <p:cNvSpPr/>
          <p:nvPr/>
        </p:nvSpPr>
        <p:spPr>
          <a:xfrm>
            <a:off x="7539863" y="4996222"/>
            <a:ext cx="4424789" cy="187722"/>
          </a:xfrm>
          <a:prstGeom prst="roundRect">
            <a:avLst>
              <a:gd name="adj" fmla="val 21226"/>
            </a:avLst>
          </a:prstGeom>
          <a:noFill/>
          <a:ln w="19050">
            <a:solidFill>
              <a:srgbClr val="173F95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xmlns="" id="{63A7516E-880E-4394-975B-BCA1002090F5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10920535" y="2986399"/>
            <a:ext cx="432049" cy="2009823"/>
          </a:xfrm>
          <a:prstGeom prst="bentConnector2">
            <a:avLst/>
          </a:prstGeom>
          <a:solidFill>
            <a:schemeClr val="bg1"/>
          </a:solidFill>
          <a:ln w="9525" cap="flat" cmpd="sng" algn="ctr">
            <a:solidFill>
              <a:srgbClr val="163E94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xmlns="" id="{E8A7D318-216C-4D9B-99EF-BB173CA02760}"/>
              </a:ext>
            </a:extLst>
          </p:cNvPr>
          <p:cNvCxnSpPr>
            <a:cxnSpLocks/>
            <a:stCxn id="14" idx="4"/>
          </p:cNvCxnSpPr>
          <p:nvPr/>
        </p:nvCxnSpPr>
        <p:spPr>
          <a:xfrm rot="5400000">
            <a:off x="6957837" y="4756522"/>
            <a:ext cx="854844" cy="12700"/>
          </a:xfrm>
          <a:prstGeom prst="bentConnector3">
            <a:avLst>
              <a:gd name="adj1" fmla="val 50000"/>
            </a:avLst>
          </a:prstGeom>
          <a:solidFill>
            <a:schemeClr val="bg1"/>
          </a:solidFill>
          <a:ln w="9525" cap="flat" cmpd="sng" algn="ctr">
            <a:solidFill>
              <a:srgbClr val="163E94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29957159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76">
            <a:extLst>
              <a:ext uri="{FF2B5EF4-FFF2-40B4-BE49-F238E27FC236}">
                <a16:creationId xmlns:a16="http://schemas.microsoft.com/office/drawing/2014/main" xmlns="" id="{FEDBEDB4-D044-4E12-96FA-95E45E81A493}"/>
              </a:ext>
            </a:extLst>
          </p:cNvPr>
          <p:cNvSpPr/>
          <p:nvPr/>
        </p:nvSpPr>
        <p:spPr>
          <a:xfrm>
            <a:off x="4224350" y="2033221"/>
            <a:ext cx="3707854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 ]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기호에 복수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customer[c('gender', 'age')]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customer[c('gender', 'job', 'age')]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 ]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기호에 복수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위치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customer[c(2, 4)]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customer[c(2, 3, 4)]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customer[c(2:4)]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customer[(2:4)]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customer[2:4]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데이터프레임 인덱싱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변수컬럼의</a:t>
            </a:r>
            <a:r>
              <a:rPr lang="ko-KR" altLang="en-US" dirty="0"/>
              <a:t> 이름이나 위치하고 있는 자리숫자를 지정하는 인덱싱을 통해서 필요한 서브데이터셋을 만들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3AD07290-7CA7-47F5-A049-BAC26CCBFBFF}"/>
              </a:ext>
            </a:extLst>
          </p:cNvPr>
          <p:cNvSpPr/>
          <p:nvPr/>
        </p:nvSpPr>
        <p:spPr>
          <a:xfrm>
            <a:off x="515937" y="2033221"/>
            <a:ext cx="3609779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달러연산자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$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기호에 단일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customer$age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인덱싱결과는 벡터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 ]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기호에 단일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customer['gender']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customer['age']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대괄호연산자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 ]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기호에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단일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위치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customer[2]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customer[4]</a:t>
            </a:r>
          </a:p>
        </p:txBody>
      </p:sp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xmlns="" id="{FB144DBA-E016-4306-886D-E176F187E12D}"/>
              </a:ext>
            </a:extLst>
          </p:cNvPr>
          <p:cNvSpPr/>
          <p:nvPr/>
        </p:nvSpPr>
        <p:spPr>
          <a:xfrm>
            <a:off x="8024298" y="2033221"/>
            <a:ext cx="3544310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마이너스 인덱싱방법을 통해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불필요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제외하고 인덱싱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customer[-2]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customer[-c(2, 4)]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customer[-2:-4]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customer[-c(2:4)]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795A86E9-1110-4877-9613-6080CF187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495" y="2348880"/>
            <a:ext cx="1504950" cy="5715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xmlns="" id="{96929F65-8D22-4D37-8BA7-F89E833C61C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000"/>
          <a:stretch/>
        </p:blipFill>
        <p:spPr>
          <a:xfrm>
            <a:off x="2655745" y="3681028"/>
            <a:ext cx="140970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xmlns="" id="{C2EB61F1-8ADD-46F0-A531-BFE9249CAF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0413"/>
          <a:stretch/>
        </p:blipFill>
        <p:spPr>
          <a:xfrm>
            <a:off x="1147411" y="3690553"/>
            <a:ext cx="14097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xmlns="" id="{76703269-6C09-416E-8428-C9F1453DDB5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9793"/>
          <a:stretch/>
        </p:blipFill>
        <p:spPr>
          <a:xfrm>
            <a:off x="2028106" y="5450278"/>
            <a:ext cx="9715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FFDA46CE-C05C-436D-880A-F5F3E1011E7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378"/>
          <a:stretch/>
        </p:blipFill>
        <p:spPr>
          <a:xfrm>
            <a:off x="3093895" y="5435302"/>
            <a:ext cx="97155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xmlns="" id="{3887EE68-FC87-4206-B6EE-EABB74BEE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4761" y="2692365"/>
            <a:ext cx="21336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xmlns="" id="{0C90360C-CEA7-46E4-B5C3-10CD4630D0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9916" y="2869493"/>
            <a:ext cx="25336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xmlns="" id="{12E613FE-28BC-4558-BCB0-3EA31C8D7842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66932"/>
          <a:stretch/>
        </p:blipFill>
        <p:spPr>
          <a:xfrm>
            <a:off x="6171034" y="4272158"/>
            <a:ext cx="1581150" cy="11370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xmlns="" id="{8C790691-D687-4B47-BD1E-26ED0C2C607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32589" b="33175"/>
          <a:stretch/>
        </p:blipFill>
        <p:spPr>
          <a:xfrm>
            <a:off x="4478846" y="5446052"/>
            <a:ext cx="1581150" cy="11772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xmlns="" id="{AE2C2617-3FEB-4A9D-A271-51D29D3E48D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66094"/>
          <a:stretch/>
        </p:blipFill>
        <p:spPr>
          <a:xfrm>
            <a:off x="6175217" y="5446052"/>
            <a:ext cx="1581150" cy="116584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45" name="그룹 44">
            <a:extLst>
              <a:ext uri="{FF2B5EF4-FFF2-40B4-BE49-F238E27FC236}">
                <a16:creationId xmlns:a16="http://schemas.microsoft.com/office/drawing/2014/main" xmlns="" id="{D938C634-A491-427C-B9AE-FC2D33780B3D}"/>
              </a:ext>
            </a:extLst>
          </p:cNvPr>
          <p:cNvGrpSpPr/>
          <p:nvPr/>
        </p:nvGrpSpPr>
        <p:grpSpPr>
          <a:xfrm>
            <a:off x="8239100" y="3356595"/>
            <a:ext cx="3162300" cy="3240757"/>
            <a:chOff x="8239100" y="3356595"/>
            <a:chExt cx="3162300" cy="3554214"/>
          </a:xfrm>
        </p:grpSpPr>
        <p:pic>
          <p:nvPicPr>
            <p:cNvPr id="41" name="그림 40">
              <a:extLst>
                <a:ext uri="{FF2B5EF4-FFF2-40B4-BE49-F238E27FC236}">
                  <a16:creationId xmlns:a16="http://schemas.microsoft.com/office/drawing/2014/main" xmlns="" id="{267FAF06-866F-4873-9536-9DE0A4B919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24525" b="49912"/>
            <a:stretch/>
          </p:blipFill>
          <p:spPr>
            <a:xfrm>
              <a:off x="8239100" y="4571596"/>
              <a:ext cx="3162300" cy="117119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xmlns="" id="{1474741D-7776-4941-B60D-B6447EAB1F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t="50053" b="25816"/>
            <a:stretch/>
          </p:blipFill>
          <p:spPr>
            <a:xfrm>
              <a:off x="8239100" y="5805264"/>
              <a:ext cx="3162300" cy="110554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xmlns="" id="{BC4348A9-C94F-4C12-94C0-21D6CFEEDE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/>
            <a:srcRect b="74844"/>
            <a:stretch/>
          </p:blipFill>
          <p:spPr>
            <a:xfrm>
              <a:off x="8239100" y="3356595"/>
              <a:ext cx="3162300" cy="11525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34834780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데이터프레임 구조와 </a:t>
            </a:r>
            <a:r>
              <a:rPr lang="ko-KR" altLang="en-US" dirty="0" err="1"/>
              <a:t>팩터형</a:t>
            </a:r>
            <a:r>
              <a:rPr lang="ko-KR" altLang="en-US" dirty="0"/>
              <a:t> 변수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변수컬럼</a:t>
            </a:r>
            <a:r>
              <a:rPr lang="ko-KR" altLang="en-US" dirty="0"/>
              <a:t> 중에서 항목의 유형을 구별하는 목적을 가진 범주형 데이터를 나타내기 위해서 </a:t>
            </a:r>
            <a:r>
              <a:rPr lang="ko-KR" altLang="en-US" dirty="0" err="1"/>
              <a:t>팩터형이라는</a:t>
            </a:r>
            <a:r>
              <a:rPr lang="ko-KR" altLang="en-US" dirty="0"/>
              <a:t> 객체유형을 사용함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3AD07290-7CA7-47F5-A049-BAC26CCBFBFF}"/>
              </a:ext>
            </a:extLst>
          </p:cNvPr>
          <p:cNvSpPr/>
          <p:nvPr/>
        </p:nvSpPr>
        <p:spPr>
          <a:xfrm>
            <a:off x="515937" y="2033221"/>
            <a:ext cx="4103899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구조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(structure)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str(customer)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생성시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팩터변수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생성옵션 사용유무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(name, gender, job, age,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grade, survey, total, result,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str(customer)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9" name="사각형: 둥근 모서리 76">
            <a:extLst>
              <a:ext uri="{FF2B5EF4-FFF2-40B4-BE49-F238E27FC236}">
                <a16:creationId xmlns:a16="http://schemas.microsoft.com/office/drawing/2014/main" xmlns="" id="{50DCBD8E-2D8F-491E-8738-886DE5135C2C}"/>
              </a:ext>
            </a:extLst>
          </p:cNvPr>
          <p:cNvSpPr/>
          <p:nvPr/>
        </p:nvSpPr>
        <p:spPr>
          <a:xfrm>
            <a:off x="5262166" y="2033220"/>
            <a:ext cx="5904533" cy="4672380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 이름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성별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(gender)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변수상태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데이터로 만들어 주는 방법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factor()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함수나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as.factor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사용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factor(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str(customer)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팩터형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다시 일반형 데이터로 만들어 주는 방법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as.character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customer$name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as.integer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customer$gender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5" name="사각형: 둥근 모서리 83">
            <a:extLst>
              <a:ext uri="{FF2B5EF4-FFF2-40B4-BE49-F238E27FC236}">
                <a16:creationId xmlns:a16="http://schemas.microsoft.com/office/drawing/2014/main" xmlns="" id="{72FF7CCD-0BAD-4580-8D06-588CFB9ACC79}"/>
              </a:ext>
            </a:extLst>
          </p:cNvPr>
          <p:cNvSpPr/>
          <p:nvPr/>
        </p:nvSpPr>
        <p:spPr>
          <a:xfrm>
            <a:off x="1235460" y="4869674"/>
            <a:ext cx="3803389" cy="395530"/>
          </a:xfrm>
          <a:prstGeom prst="roundRect">
            <a:avLst>
              <a:gd name="adj" fmla="val 12484"/>
            </a:avLst>
          </a:prstGeom>
          <a:solidFill>
            <a:srgbClr val="95D5E1"/>
          </a:solidFill>
          <a:ln w="19050">
            <a:solidFill>
              <a:srgbClr val="00206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16000" lvl="0" indent="-180000">
              <a:lnSpc>
                <a:spcPct val="120000"/>
              </a:lnSpc>
              <a:buSzPct val="80000"/>
              <a:buBlip>
                <a:blip r:embed="rId2"/>
              </a:buBlip>
            </a:pP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stringAsFactors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= FALSE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옵션으로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변수컬럼을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팩터형태가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아닌 숫자형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논리형으로 인식시킴</a:t>
            </a: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xmlns="" id="{F6CD3814-0664-496A-B211-207B9DCE5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24" y="2456892"/>
            <a:ext cx="4457700" cy="13548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xmlns="" id="{75535AFB-645E-4746-8EDD-A2F25DA29E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424" y="5323484"/>
            <a:ext cx="3705225" cy="13458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xmlns="" id="{CDE841B8-3F0A-42DE-8B93-541AB02C7C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0076" y="2278129"/>
            <a:ext cx="4219575" cy="53406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6" name="그림 55">
            <a:extLst>
              <a:ext uri="{FF2B5EF4-FFF2-40B4-BE49-F238E27FC236}">
                <a16:creationId xmlns:a16="http://schemas.microsoft.com/office/drawing/2014/main" xmlns="" id="{40856BA4-F523-4A1A-AC4F-DD1B389CB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979" y="3068627"/>
            <a:ext cx="3448050" cy="818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xmlns="" id="{961F8466-9A86-43B7-84B1-BDAA3D34A00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99423" y="4090788"/>
            <a:ext cx="4429125" cy="13618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1770389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리스트객체 생성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지금까지 스칼라</a:t>
            </a:r>
            <a:r>
              <a:rPr lang="en-US" altLang="ko-KR" dirty="0"/>
              <a:t>, </a:t>
            </a:r>
            <a:r>
              <a:rPr lang="ko-KR" altLang="en-US" dirty="0"/>
              <a:t>벡터</a:t>
            </a:r>
            <a:r>
              <a:rPr lang="en-US" altLang="ko-KR" dirty="0"/>
              <a:t>, </a:t>
            </a:r>
            <a:r>
              <a:rPr lang="ko-KR" altLang="en-US" dirty="0"/>
              <a:t>행렬</a:t>
            </a:r>
            <a:r>
              <a:rPr lang="en-US" altLang="ko-KR" dirty="0"/>
              <a:t>, </a:t>
            </a:r>
            <a:r>
              <a:rPr lang="ko-KR" altLang="en-US" dirty="0"/>
              <a:t>배열</a:t>
            </a:r>
            <a:r>
              <a:rPr lang="en-US" altLang="ko-KR" dirty="0"/>
              <a:t>, </a:t>
            </a:r>
            <a:r>
              <a:rPr lang="ko-KR" altLang="en-US" dirty="0"/>
              <a:t>데이터프레임 등 다양한 </a:t>
            </a:r>
            <a:r>
              <a:rPr lang="en-US" altLang="ko-KR" dirty="0"/>
              <a:t>R </a:t>
            </a:r>
            <a:r>
              <a:rPr lang="ko-KR" altLang="en-US" dirty="0"/>
              <a:t>자료형을 모두 결합할 수 있는 객체가 바로 리스트</a:t>
            </a:r>
            <a:r>
              <a:rPr lang="en-US" altLang="ko-KR" dirty="0"/>
              <a:t>(list)</a:t>
            </a:r>
            <a:r>
              <a:rPr lang="ko-KR" altLang="en-US" dirty="0"/>
              <a:t>임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FD79852F-0A89-45E9-869F-E4EF595E2D10}"/>
              </a:ext>
            </a:extLst>
          </p:cNvPr>
          <p:cNvSpPr/>
          <p:nvPr/>
        </p:nvSpPr>
        <p:spPr>
          <a:xfrm>
            <a:off x="515937" y="2033221"/>
            <a:ext cx="4895987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스칼라 데이터 객체의 변수정의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 &lt;- 365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 데이터 객체의 변수정의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h3 &lt;- c(NA, 'JK Tim', 'John',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장그래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 데이터 객체의 변수정의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m1 &lt;- c(10, -2, 5:7)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m2 &lt;- c(2, 12:14, -5)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rbind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(m1, m2)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벡터를 위아래로 결합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rownames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갤럭시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행이름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변경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c('1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'5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열이름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 데이터 객체의 변수정의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raw1 &lt;- c(8, 10, 7, 16, NA, -1, 8, 4)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raw2 &lt;- c(4, NA, 8, 7, -2, 17, -3, 10)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raw3 &lt;- c(23, -9, NA, NA, 11, 9, 4, 12)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 &lt;- array(data = c(raw1, raw2, raw3), dim = c(4, 2, 3))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mylayer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c('US', 'EU', 'AP')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행이름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c('1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'4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열이름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아이폰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갤럭시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 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레이어이름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(out) &lt;- list(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mycol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mylayer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배열이름 변경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out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1074D9E1-30C3-4DAF-BB82-4846866763AD}"/>
              </a:ext>
            </a:extLst>
          </p:cNvPr>
          <p:cNvSpPr/>
          <p:nvPr/>
        </p:nvSpPr>
        <p:spPr>
          <a:xfrm>
            <a:off x="5663952" y="2033221"/>
            <a:ext cx="5940660" cy="2259875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객체의 변수정의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홍길동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'Jessica',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장그래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제인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NA, '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최강타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gender &lt;- c(1, 2, NA, 2, 1, 1)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남자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여자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직장인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age &lt;- c(19, 55, 23, 35, 45, NA)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연령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grade &lt;- c('A', 'C', 'B', NA, NA, 'A')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회원등급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total &lt;- c(NA, 18.5, 23.7, 27.0, 13.5, 47.2)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총구매금액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survey &lt;- c(3, 4, 2, 5, 5, 3)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온라인쇼핑 만족도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result &lt;- c(TRUE, T, FALSE, TRUE, NA, F)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이벤트반응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(name, gender, job, age, grade, survey, total, result)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:a16="http://schemas.microsoft.com/office/drawing/2014/main" xmlns="" id="{3EA23ECD-126E-41F8-8623-1EDBA0D19846}"/>
              </a:ext>
            </a:extLst>
          </p:cNvPr>
          <p:cNvSpPr/>
          <p:nvPr/>
        </p:nvSpPr>
        <p:spPr>
          <a:xfrm>
            <a:off x="5676834" y="4581128"/>
            <a:ext cx="5940660" cy="2124472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 메모리상에 생성되어 있는 다양한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 조회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ls()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1E5A714-5B63-46C5-9A1A-DB3CCE4D2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7294" y="5049180"/>
            <a:ext cx="5133975" cy="1428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11791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ko-KR" altLang="en-US" dirty="0"/>
              <a:t>                   리스트객체 생성</a:t>
            </a:r>
            <a:r>
              <a:rPr lang="en-US" altLang="ko-KR" dirty="0"/>
              <a:t>(2/2) 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pPr algn="l"/>
            <a:r>
              <a:rPr lang="ko-KR" altLang="en-US" dirty="0"/>
              <a:t>          리스트객체는 스칼라</a:t>
            </a:r>
            <a:r>
              <a:rPr lang="en-US" altLang="ko-KR" dirty="0"/>
              <a:t>·</a:t>
            </a:r>
            <a:r>
              <a:rPr lang="ko-KR" altLang="en-US" dirty="0"/>
              <a:t>벡터</a:t>
            </a:r>
            <a:r>
              <a:rPr lang="en-US" altLang="ko-KR" dirty="0"/>
              <a:t>·</a:t>
            </a:r>
            <a:r>
              <a:rPr lang="ko-KR" altLang="en-US" dirty="0"/>
              <a:t>행렬</a:t>
            </a:r>
            <a:r>
              <a:rPr lang="en-US" altLang="ko-KR" dirty="0"/>
              <a:t>· </a:t>
            </a:r>
            <a:r>
              <a:rPr lang="ko-KR" altLang="en-US" dirty="0"/>
              <a:t>배열</a:t>
            </a:r>
            <a:r>
              <a:rPr lang="en-US" altLang="ko-KR" dirty="0"/>
              <a:t>·</a:t>
            </a:r>
            <a:r>
              <a:rPr lang="ko-KR" altLang="en-US" dirty="0"/>
              <a:t>데이터프레임과 타리스트까지 </a:t>
            </a:r>
            <a:r>
              <a:rPr lang="ko-KR" altLang="en-US" dirty="0" err="1"/>
              <a:t>결합가능함</a:t>
            </a:r>
            <a:endParaRPr lang="ko-KR" altLang="en-US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FD79852F-0A89-45E9-869F-E4EF595E2D10}"/>
              </a:ext>
            </a:extLst>
          </p:cNvPr>
          <p:cNvSpPr/>
          <p:nvPr/>
        </p:nvSpPr>
        <p:spPr>
          <a:xfrm>
            <a:off x="515937" y="2033221"/>
            <a:ext cx="5652071" cy="22958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여러 데이터 객체를 활용한 리스트 데이터 객체 정의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list(my1 = a, my2 = h3, my3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mxr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my4 = out, my5 = customer)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 이용가능한 요소항목 이름파악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 구조파악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F52BA7DE-CF0F-4C27-96CA-CA8A29E4F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333" y="2528892"/>
            <a:ext cx="109537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A79B4E9F-99DF-469A-A2BF-882FB002A9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333" y="3223070"/>
            <a:ext cx="2305050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110497F2-8C26-4D04-BD57-65E871045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91333" y="3552812"/>
            <a:ext cx="4676775" cy="3152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163B8FF-2484-4EE0-9CEB-93814F28C5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0256" y="171437"/>
            <a:ext cx="3629025" cy="65341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197193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리스트객체 인덱싱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리스트객체의 세부 리스트항목에 대해서 달러</a:t>
            </a:r>
            <a:r>
              <a:rPr lang="en-US" altLang="ko-KR" dirty="0"/>
              <a:t>$</a:t>
            </a:r>
            <a:r>
              <a:rPr lang="ko-KR" altLang="en-US" dirty="0"/>
              <a:t>기호나 대괄호</a:t>
            </a:r>
            <a:r>
              <a:rPr lang="en-US" altLang="ko-KR" dirty="0"/>
              <a:t>[ ]</a:t>
            </a:r>
            <a:r>
              <a:rPr lang="ko-KR" altLang="en-US" dirty="0"/>
              <a:t>기호를 이용해 항목이름</a:t>
            </a:r>
            <a:r>
              <a:rPr lang="en-US" altLang="ko-KR" dirty="0"/>
              <a:t>/</a:t>
            </a:r>
            <a:r>
              <a:rPr lang="ko-KR" altLang="en-US" dirty="0" err="1"/>
              <a:t>위치숫차로</a:t>
            </a:r>
            <a:r>
              <a:rPr lang="ko-KR" altLang="en-US" dirty="0"/>
              <a:t> 인덱싱함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B0CE064B-6D5F-4473-9D3F-2402CF5533DC}"/>
              </a:ext>
            </a:extLst>
          </p:cNvPr>
          <p:cNvSpPr/>
          <p:nvPr/>
        </p:nvSpPr>
        <p:spPr>
          <a:xfrm>
            <a:off x="515937" y="2033221"/>
            <a:ext cx="5652071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리스트객체에서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리스트항목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스칼라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mydata$my1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[['my1']]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[[1]]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리스트객체에서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my2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리스트항목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벡터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mydata$my2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[['my2']]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[[2]]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[[2]][3]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[[2]][c(4, 2)]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[[2]][c(2:4)]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리스트객체에서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my3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리스트항목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행렬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mydata$my3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[['my3']]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[[3]]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[[3]][3]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[[3]][1, 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[[3]][, 2]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[[3]][, c(4, 2)]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0355C3AE-FE05-4CBF-B14D-961C9E44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5952" y="2134918"/>
            <a:ext cx="1219200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9BCB63B-23B2-445F-92E9-AEDFA46E0B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602" y="3238304"/>
            <a:ext cx="2876550" cy="8124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8F887401-0F35-4B9A-BE0A-74873D99A4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9177" y="4140207"/>
            <a:ext cx="2085975" cy="8215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BA899DD-BCFB-4FD7-96DF-0FA5492655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8047" y="5044412"/>
            <a:ext cx="1847850" cy="16249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C307C531-0154-4476-9C42-0087B0848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8752" y="5044412"/>
            <a:ext cx="1676400" cy="16249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사각형: 둥근 모서리 76">
            <a:extLst>
              <a:ext uri="{FF2B5EF4-FFF2-40B4-BE49-F238E27FC236}">
                <a16:creationId xmlns:a16="http://schemas.microsoft.com/office/drawing/2014/main" xmlns="" id="{CD08CD8D-BE0E-4FD4-98E0-9C39DF9574C3}"/>
              </a:ext>
            </a:extLst>
          </p:cNvPr>
          <p:cNvSpPr/>
          <p:nvPr/>
        </p:nvSpPr>
        <p:spPr>
          <a:xfrm>
            <a:off x="6536884" y="2033221"/>
            <a:ext cx="4383530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리스트객체에서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my4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리스트항목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배열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mydata$my4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[['my4']]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[[4]]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[[4]][, , 1]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[[4]][, 2, 1]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[[4]][4, , 1]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[[4]][4, 2, 3]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A9F986A1-4B7A-4083-9F15-32245F4CCF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4713" y="2317228"/>
            <a:ext cx="1400175" cy="3467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1009B3E9-AEBF-4DCB-94C8-CE88D421F82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73953" y="3730701"/>
            <a:ext cx="1666875" cy="20478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69234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리스트객체 인덱싱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리스트객체의 세부 리스트항목에 대해서 달러</a:t>
            </a:r>
            <a:r>
              <a:rPr lang="en-US" altLang="ko-KR" dirty="0"/>
              <a:t>$</a:t>
            </a:r>
            <a:r>
              <a:rPr lang="ko-KR" altLang="en-US" dirty="0"/>
              <a:t>기호나 대괄호</a:t>
            </a:r>
            <a:r>
              <a:rPr lang="en-US" altLang="ko-KR" dirty="0"/>
              <a:t>[ ]</a:t>
            </a:r>
            <a:r>
              <a:rPr lang="ko-KR" altLang="en-US" dirty="0"/>
              <a:t>기호를 이용해 항목이름</a:t>
            </a:r>
            <a:r>
              <a:rPr lang="en-US" altLang="ko-KR" dirty="0"/>
              <a:t>/</a:t>
            </a:r>
            <a:r>
              <a:rPr lang="ko-KR" altLang="en-US" dirty="0"/>
              <a:t>위치숫자로 인덱싱함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B0CE064B-6D5F-4473-9D3F-2402CF5533DC}"/>
              </a:ext>
            </a:extLst>
          </p:cNvPr>
          <p:cNvSpPr/>
          <p:nvPr/>
        </p:nvSpPr>
        <p:spPr>
          <a:xfrm>
            <a:off x="515937" y="2033221"/>
            <a:ext cx="5652071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리스트객체에서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my5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리스트항목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mydata$my5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[['my5']]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[[5]]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[[5]][, 4]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[[5]][2, 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[[5]][2, 4]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[[5]][, c(4, 2)]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[[5]][c(2:5), ]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8EA88A7-884B-427C-80DB-90097ADB8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67" y="2355195"/>
            <a:ext cx="3667125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C0A62B87-723A-450F-80E1-4021C22C3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867" y="3719619"/>
            <a:ext cx="3476625" cy="10191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B3978747-7161-45DB-B61C-336C1D7806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6867" y="4941168"/>
            <a:ext cx="1695450" cy="1162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AB765106-EE42-4890-98E8-6DE7CBEEB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5571" y="4961461"/>
            <a:ext cx="3714750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445769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4" y="4337485"/>
            <a:ext cx="3326232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xmlns="" id="{A49B5C0F-8F04-4D52-943C-1750C8E88D1E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xmlns="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2" name="오른쪽 대괄호 8">
                <a:extLst>
                  <a:ext uri="{FF2B5EF4-FFF2-40B4-BE49-F238E27FC236}">
                    <a16:creationId xmlns:a16="http://schemas.microsoft.com/office/drawing/2014/main" xmlns="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:a16="http://schemas.microsoft.com/office/drawing/2014/main" xmlns="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xmlns="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xmlns="" id="{C02E41DF-A7D7-4963-A7C6-F4B8D3B8002F}"/>
              </a:ext>
            </a:extLst>
          </p:cNvPr>
          <p:cNvSpPr txBox="1"/>
          <p:nvPr/>
        </p:nvSpPr>
        <p:spPr>
          <a:xfrm>
            <a:off x="4672614" y="4344615"/>
            <a:ext cx="33406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데이터셋 로딩하기</a:t>
            </a:r>
          </a:p>
        </p:txBody>
      </p:sp>
      <p:grpSp>
        <p:nvGrpSpPr>
          <p:cNvPr id="34" name="그룹 33">
            <a:extLst>
              <a:ext uri="{FF2B5EF4-FFF2-40B4-BE49-F238E27FC236}">
                <a16:creationId xmlns:a16="http://schemas.microsoft.com/office/drawing/2014/main" xmlns="" id="{118B57E0-BBC3-4F0A-A4B1-C6DE5C864103}"/>
              </a:ext>
            </a:extLst>
          </p:cNvPr>
          <p:cNvGrpSpPr/>
          <p:nvPr/>
        </p:nvGrpSpPr>
        <p:grpSpPr>
          <a:xfrm>
            <a:off x="4020030" y="2148345"/>
            <a:ext cx="3953168" cy="830997"/>
            <a:chOff x="1996611" y="2003068"/>
            <a:chExt cx="3953168" cy="830997"/>
          </a:xfrm>
        </p:grpSpPr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xmlns="" id="{0D1C8D23-8591-4167-BBEC-E006AF3827B6}"/>
                </a:ext>
              </a:extLst>
            </p:cNvPr>
            <p:cNvSpPr txBox="1"/>
            <p:nvPr/>
          </p:nvSpPr>
          <p:spPr>
            <a:xfrm>
              <a:off x="2649195" y="2003068"/>
              <a:ext cx="330058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기본자료형 익히기</a:t>
              </a:r>
            </a:p>
          </p:txBody>
        </p:sp>
        <p:grpSp>
          <p:nvGrpSpPr>
            <p:cNvPr id="38" name="그룹 37">
              <a:extLst>
                <a:ext uri="{FF2B5EF4-FFF2-40B4-BE49-F238E27FC236}">
                  <a16:creationId xmlns:a16="http://schemas.microsoft.com/office/drawing/2014/main" xmlns="" id="{7D3328FA-7C17-485D-941A-80DB2945FCB4}"/>
                </a:ext>
              </a:extLst>
            </p:cNvPr>
            <p:cNvGrpSpPr/>
            <p:nvPr/>
          </p:nvGrpSpPr>
          <p:grpSpPr>
            <a:xfrm>
              <a:off x="1996611" y="2198928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xmlns="" id="{D4BA066D-CA90-4E8E-BF4A-61192D9DC72F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3" name="오른쪽 대괄호 8">
                  <a:extLst>
                    <a:ext uri="{FF2B5EF4-FFF2-40B4-BE49-F238E27FC236}">
                      <a16:creationId xmlns:a16="http://schemas.microsoft.com/office/drawing/2014/main" xmlns="" id="{62BDA289-C0B7-401A-B497-423F17C17F04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44" name="오른쪽 대괄호 8">
                  <a:extLst>
                    <a:ext uri="{FF2B5EF4-FFF2-40B4-BE49-F238E27FC236}">
                      <a16:creationId xmlns:a16="http://schemas.microsoft.com/office/drawing/2014/main" xmlns="" id="{539D1069-0179-4EDE-90C9-6EA1C771C884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xmlns="" id="{09873466-4B2B-4A88-A535-CD3C3952A2EE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1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xmlns="" id="{C8A0CA8A-18B2-4069-B657-F012BC0774B8}"/>
              </a:ext>
            </a:extLst>
          </p:cNvPr>
          <p:cNvGrpSpPr/>
          <p:nvPr/>
        </p:nvGrpSpPr>
        <p:grpSpPr>
          <a:xfrm>
            <a:off x="4020030" y="3246480"/>
            <a:ext cx="3993242" cy="830997"/>
            <a:chOff x="1996611" y="3028564"/>
            <a:chExt cx="3993242" cy="830997"/>
          </a:xfrm>
        </p:grpSpPr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xmlns="" id="{31DD0950-9D81-48E3-97D7-467D64D5A783}"/>
                </a:ext>
              </a:extLst>
            </p:cNvPr>
            <p:cNvGrpSpPr/>
            <p:nvPr/>
          </p:nvGrpSpPr>
          <p:grpSpPr>
            <a:xfrm>
              <a:off x="1996611" y="3224424"/>
              <a:ext cx="404758" cy="458789"/>
              <a:chOff x="6605244" y="2491579"/>
              <a:chExt cx="4215982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grpSp>
            <p:nvGrpSpPr>
              <p:cNvPr id="47" name="그룹 46">
                <a:extLst>
                  <a:ext uri="{FF2B5EF4-FFF2-40B4-BE49-F238E27FC236}">
                    <a16:creationId xmlns:a16="http://schemas.microsoft.com/office/drawing/2014/main" xmlns="" id="{D0EEA32C-C032-4DE3-89ED-3A709088FE82}"/>
                  </a:ext>
                </a:extLst>
              </p:cNvPr>
              <p:cNvGrpSpPr/>
              <p:nvPr/>
            </p:nvGrpSpPr>
            <p:grpSpPr>
              <a:xfrm>
                <a:off x="6673389" y="2491579"/>
                <a:ext cx="4147837" cy="623886"/>
                <a:chOff x="6673389" y="2491579"/>
                <a:chExt cx="4147837" cy="623886"/>
              </a:xfrm>
              <a:grpFill/>
            </p:grpSpPr>
            <p:sp>
              <p:nvSpPr>
                <p:cNvPr id="49" name="오른쪽 대괄호 8">
                  <a:extLst>
                    <a:ext uri="{FF2B5EF4-FFF2-40B4-BE49-F238E27FC236}">
                      <a16:creationId xmlns:a16="http://schemas.microsoft.com/office/drawing/2014/main" xmlns="" id="{20D57EEF-ACE5-4F16-8933-682DEE7A1EFF}"/>
                    </a:ext>
                  </a:extLst>
                </p:cNvPr>
                <p:cNvSpPr/>
                <p:nvPr/>
              </p:nvSpPr>
              <p:spPr>
                <a:xfrm rot="16200000">
                  <a:off x="8591336" y="573632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163E94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  <p:sp>
              <p:nvSpPr>
                <p:cNvPr id="50" name="오른쪽 대괄호 8">
                  <a:extLst>
                    <a:ext uri="{FF2B5EF4-FFF2-40B4-BE49-F238E27FC236}">
                      <a16:creationId xmlns:a16="http://schemas.microsoft.com/office/drawing/2014/main" xmlns="" id="{DF5CF7C0-B0E5-4E53-82AA-B7604B7BF2EB}"/>
                    </a:ext>
                  </a:extLst>
                </p:cNvPr>
                <p:cNvSpPr/>
                <p:nvPr/>
              </p:nvSpPr>
              <p:spPr>
                <a:xfrm rot="5400000" flipV="1">
                  <a:off x="8591336" y="885575"/>
                  <a:ext cx="311943" cy="4147837"/>
                </a:xfrm>
                <a:custGeom>
                  <a:avLst/>
                  <a:gdLst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295274 w 304799"/>
                    <a:gd name="connsiteY2" fmla="*/ 4140198 h 4140201"/>
                    <a:gd name="connsiteX3" fmla="*/ 0 w 304799"/>
                    <a:gd name="connsiteY3" fmla="*/ 4140201 h 4140201"/>
                    <a:gd name="connsiteX4" fmla="*/ 0 w 304799"/>
                    <a:gd name="connsiteY4" fmla="*/ 0 h 4140201"/>
                    <a:gd name="connsiteX0" fmla="*/ 0 w 304799"/>
                    <a:gd name="connsiteY0" fmla="*/ 0 h 4140201"/>
                    <a:gd name="connsiteX1" fmla="*/ 295274 w 304799"/>
                    <a:gd name="connsiteY1" fmla="*/ 3 h 4140201"/>
                    <a:gd name="connsiteX2" fmla="*/ 304799 w 304799"/>
                    <a:gd name="connsiteY2" fmla="*/ 3173 h 4140201"/>
                    <a:gd name="connsiteX3" fmla="*/ 295274 w 304799"/>
                    <a:gd name="connsiteY3" fmla="*/ 4140198 h 4140201"/>
                    <a:gd name="connsiteX4" fmla="*/ 0 w 304799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295274"/>
                    <a:gd name="connsiteY0" fmla="*/ 0 h 4140201"/>
                    <a:gd name="connsiteX1" fmla="*/ 295274 w 295274"/>
                    <a:gd name="connsiteY1" fmla="*/ 3 h 4140201"/>
                    <a:gd name="connsiteX2" fmla="*/ 295274 w 295274"/>
                    <a:gd name="connsiteY2" fmla="*/ 4140198 h 4140201"/>
                    <a:gd name="connsiteX3" fmla="*/ 0 w 295274"/>
                    <a:gd name="connsiteY3" fmla="*/ 4140201 h 4140201"/>
                    <a:gd name="connsiteX4" fmla="*/ 0 w 295274"/>
                    <a:gd name="connsiteY4" fmla="*/ 0 h 4140201"/>
                    <a:gd name="connsiteX0" fmla="*/ 0 w 295274"/>
                    <a:gd name="connsiteY0" fmla="*/ 0 h 4140201"/>
                    <a:gd name="connsiteX1" fmla="*/ 225424 w 295274"/>
                    <a:gd name="connsiteY1" fmla="*/ 25406 h 4140201"/>
                    <a:gd name="connsiteX2" fmla="*/ 282574 w 295274"/>
                    <a:gd name="connsiteY2" fmla="*/ 165098 h 4140201"/>
                    <a:gd name="connsiteX3" fmla="*/ 295274 w 295274"/>
                    <a:gd name="connsiteY3" fmla="*/ 4140198 h 4140201"/>
                    <a:gd name="connsiteX4" fmla="*/ 0 w 295274"/>
                    <a:gd name="connsiteY4" fmla="*/ 4140201 h 4140201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25424 w 302393"/>
                    <a:gd name="connsiteY1" fmla="*/ 25406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3169 h 4143370"/>
                    <a:gd name="connsiteX1" fmla="*/ 295274 w 302393"/>
                    <a:gd name="connsiteY1" fmla="*/ 3172 h 4143370"/>
                    <a:gd name="connsiteX2" fmla="*/ 295274 w 302393"/>
                    <a:gd name="connsiteY2" fmla="*/ 4143367 h 4143370"/>
                    <a:gd name="connsiteX3" fmla="*/ 0 w 302393"/>
                    <a:gd name="connsiteY3" fmla="*/ 4143370 h 4143370"/>
                    <a:gd name="connsiteX4" fmla="*/ 0 w 302393"/>
                    <a:gd name="connsiteY4" fmla="*/ 3169 h 4143370"/>
                    <a:gd name="connsiteX0" fmla="*/ 0 w 302393"/>
                    <a:gd name="connsiteY0" fmla="*/ 3169 h 4143370"/>
                    <a:gd name="connsiteX1" fmla="*/ 212724 w 302393"/>
                    <a:gd name="connsiteY1" fmla="*/ 0 h 4143370"/>
                    <a:gd name="connsiteX2" fmla="*/ 301624 w 302393"/>
                    <a:gd name="connsiteY2" fmla="*/ 117470 h 4143370"/>
                    <a:gd name="connsiteX3" fmla="*/ 295274 w 302393"/>
                    <a:gd name="connsiteY3" fmla="*/ 4143367 h 4143370"/>
                    <a:gd name="connsiteX4" fmla="*/ 0 w 302393"/>
                    <a:gd name="connsiteY4" fmla="*/ 4143370 h 4143370"/>
                    <a:gd name="connsiteX0" fmla="*/ 0 w 302393"/>
                    <a:gd name="connsiteY0" fmla="*/ 0 h 4140201"/>
                    <a:gd name="connsiteX1" fmla="*/ 295274 w 302393"/>
                    <a:gd name="connsiteY1" fmla="*/ 3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0 h 4140201"/>
                    <a:gd name="connsiteX1" fmla="*/ 250824 w 302393"/>
                    <a:gd name="connsiteY1" fmla="*/ 53978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33374"/>
                    <a:gd name="connsiteY0" fmla="*/ 28572 h 4168773"/>
                    <a:gd name="connsiteX1" fmla="*/ 333374 w 333374"/>
                    <a:gd name="connsiteY1" fmla="*/ 0 h 4168773"/>
                    <a:gd name="connsiteX2" fmla="*/ 295274 w 333374"/>
                    <a:gd name="connsiteY2" fmla="*/ 4168770 h 4168773"/>
                    <a:gd name="connsiteX3" fmla="*/ 0 w 333374"/>
                    <a:gd name="connsiteY3" fmla="*/ 4168773 h 4168773"/>
                    <a:gd name="connsiteX4" fmla="*/ 0 w 333374"/>
                    <a:gd name="connsiteY4" fmla="*/ 28572 h 4168773"/>
                    <a:gd name="connsiteX0" fmla="*/ 0 w 333374"/>
                    <a:gd name="connsiteY0" fmla="*/ 28572 h 4168773"/>
                    <a:gd name="connsiteX1" fmla="*/ 203199 w 333374"/>
                    <a:gd name="connsiteY1" fmla="*/ 31756 h 4168773"/>
                    <a:gd name="connsiteX2" fmla="*/ 301624 w 333374"/>
                    <a:gd name="connsiteY2" fmla="*/ 142873 h 4168773"/>
                    <a:gd name="connsiteX3" fmla="*/ 295274 w 333374"/>
                    <a:gd name="connsiteY3" fmla="*/ 4168770 h 4168773"/>
                    <a:gd name="connsiteX4" fmla="*/ 0 w 333374"/>
                    <a:gd name="connsiteY4" fmla="*/ 4168773 h 4168773"/>
                    <a:gd name="connsiteX0" fmla="*/ 0 w 302393"/>
                    <a:gd name="connsiteY0" fmla="*/ 0 h 4140201"/>
                    <a:gd name="connsiteX1" fmla="*/ 266699 w 302393"/>
                    <a:gd name="connsiteY1" fmla="*/ 34931 h 4140201"/>
                    <a:gd name="connsiteX2" fmla="*/ 295274 w 302393"/>
                    <a:gd name="connsiteY2" fmla="*/ 4140198 h 4140201"/>
                    <a:gd name="connsiteX3" fmla="*/ 0 w 302393"/>
                    <a:gd name="connsiteY3" fmla="*/ 4140201 h 4140201"/>
                    <a:gd name="connsiteX4" fmla="*/ 0 w 302393"/>
                    <a:gd name="connsiteY4" fmla="*/ 0 h 4140201"/>
                    <a:gd name="connsiteX0" fmla="*/ 0 w 302393"/>
                    <a:gd name="connsiteY0" fmla="*/ 0 h 4140201"/>
                    <a:gd name="connsiteX1" fmla="*/ 203199 w 302393"/>
                    <a:gd name="connsiteY1" fmla="*/ 3184 h 4140201"/>
                    <a:gd name="connsiteX2" fmla="*/ 301624 w 302393"/>
                    <a:gd name="connsiteY2" fmla="*/ 114301 h 4140201"/>
                    <a:gd name="connsiteX3" fmla="*/ 295274 w 302393"/>
                    <a:gd name="connsiteY3" fmla="*/ 4140198 h 4140201"/>
                    <a:gd name="connsiteX4" fmla="*/ 0 w 302393"/>
                    <a:gd name="connsiteY4" fmla="*/ 4140201 h 4140201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3 h 4145624"/>
                    <a:gd name="connsiteX1" fmla="*/ 266699 w 302393"/>
                    <a:gd name="connsiteY1" fmla="*/ 40354 h 4145624"/>
                    <a:gd name="connsiteX2" fmla="*/ 295274 w 302393"/>
                    <a:gd name="connsiteY2" fmla="*/ 4145621 h 4145624"/>
                    <a:gd name="connsiteX3" fmla="*/ 0 w 302393"/>
                    <a:gd name="connsiteY3" fmla="*/ 4145624 h 4145624"/>
                    <a:gd name="connsiteX4" fmla="*/ 0 w 302393"/>
                    <a:gd name="connsiteY4" fmla="*/ 5423 h 4145624"/>
                    <a:gd name="connsiteX0" fmla="*/ 0 w 302393"/>
                    <a:gd name="connsiteY0" fmla="*/ 5423 h 4145624"/>
                    <a:gd name="connsiteX1" fmla="*/ 203199 w 302393"/>
                    <a:gd name="connsiteY1" fmla="*/ 8607 h 4145624"/>
                    <a:gd name="connsiteX2" fmla="*/ 301624 w 302393"/>
                    <a:gd name="connsiteY2" fmla="*/ 119724 h 4145624"/>
                    <a:gd name="connsiteX3" fmla="*/ 295274 w 302393"/>
                    <a:gd name="connsiteY3" fmla="*/ 4145621 h 4145624"/>
                    <a:gd name="connsiteX4" fmla="*/ 0 w 302393"/>
                    <a:gd name="connsiteY4" fmla="*/ 4145624 h 4145624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5422 h 4145623"/>
                    <a:gd name="connsiteX1" fmla="*/ 278605 w 302393"/>
                    <a:gd name="connsiteY1" fmla="*/ 40356 h 4145623"/>
                    <a:gd name="connsiteX2" fmla="*/ 295274 w 302393"/>
                    <a:gd name="connsiteY2" fmla="*/ 4145620 h 4145623"/>
                    <a:gd name="connsiteX3" fmla="*/ 0 w 302393"/>
                    <a:gd name="connsiteY3" fmla="*/ 4145623 h 4145623"/>
                    <a:gd name="connsiteX4" fmla="*/ 0 w 302393"/>
                    <a:gd name="connsiteY4" fmla="*/ 5422 h 4145623"/>
                    <a:gd name="connsiteX0" fmla="*/ 0 w 302393"/>
                    <a:gd name="connsiteY0" fmla="*/ 5422 h 4145623"/>
                    <a:gd name="connsiteX1" fmla="*/ 203199 w 302393"/>
                    <a:gd name="connsiteY1" fmla="*/ 8606 h 4145623"/>
                    <a:gd name="connsiteX2" fmla="*/ 301624 w 302393"/>
                    <a:gd name="connsiteY2" fmla="*/ 119723 h 4145623"/>
                    <a:gd name="connsiteX3" fmla="*/ 295274 w 302393"/>
                    <a:gd name="connsiteY3" fmla="*/ 4145620 h 4145623"/>
                    <a:gd name="connsiteX4" fmla="*/ 0 w 302393"/>
                    <a:gd name="connsiteY4" fmla="*/ 4145623 h 4145623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203199 w 302393"/>
                    <a:gd name="connsiteY1" fmla="*/ 9998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81767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60336 w 302393"/>
                    <a:gd name="connsiteY1" fmla="*/ 7617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2393"/>
                    <a:gd name="connsiteY0" fmla="*/ 6814 h 4147015"/>
                    <a:gd name="connsiteX1" fmla="*/ 300036 w 302393"/>
                    <a:gd name="connsiteY1" fmla="*/ 39367 h 4147015"/>
                    <a:gd name="connsiteX2" fmla="*/ 295274 w 302393"/>
                    <a:gd name="connsiteY2" fmla="*/ 4147012 h 4147015"/>
                    <a:gd name="connsiteX3" fmla="*/ 0 w 302393"/>
                    <a:gd name="connsiteY3" fmla="*/ 4147015 h 4147015"/>
                    <a:gd name="connsiteX4" fmla="*/ 0 w 302393"/>
                    <a:gd name="connsiteY4" fmla="*/ 6814 h 4147015"/>
                    <a:gd name="connsiteX0" fmla="*/ 0 w 302393"/>
                    <a:gd name="connsiteY0" fmla="*/ 6814 h 4147015"/>
                    <a:gd name="connsiteX1" fmla="*/ 129380 w 302393"/>
                    <a:gd name="connsiteY1" fmla="*/ 5236 h 4147015"/>
                    <a:gd name="connsiteX2" fmla="*/ 301624 w 302393"/>
                    <a:gd name="connsiteY2" fmla="*/ 121115 h 4147015"/>
                    <a:gd name="connsiteX3" fmla="*/ 295274 w 302393"/>
                    <a:gd name="connsiteY3" fmla="*/ 4147012 h 4147015"/>
                    <a:gd name="connsiteX4" fmla="*/ 0 w 302393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75883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9244 w 301234"/>
                    <a:gd name="connsiteY2" fmla="*/ 15921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6862 w 301234"/>
                    <a:gd name="connsiteY2" fmla="*/ 152077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37792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29380 w 301234"/>
                    <a:gd name="connsiteY1" fmla="*/ 5236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01234"/>
                    <a:gd name="connsiteY0" fmla="*/ 6814 h 4147015"/>
                    <a:gd name="connsiteX1" fmla="*/ 300036 w 301234"/>
                    <a:gd name="connsiteY1" fmla="*/ 39367 h 4147015"/>
                    <a:gd name="connsiteX2" fmla="*/ 295274 w 301234"/>
                    <a:gd name="connsiteY2" fmla="*/ 4147012 h 4147015"/>
                    <a:gd name="connsiteX3" fmla="*/ 0 w 301234"/>
                    <a:gd name="connsiteY3" fmla="*/ 4147015 h 4147015"/>
                    <a:gd name="connsiteX4" fmla="*/ 0 w 301234"/>
                    <a:gd name="connsiteY4" fmla="*/ 6814 h 4147015"/>
                    <a:gd name="connsiteX0" fmla="*/ 0 w 301234"/>
                    <a:gd name="connsiteY0" fmla="*/ 6814 h 4147015"/>
                    <a:gd name="connsiteX1" fmla="*/ 143667 w 301234"/>
                    <a:gd name="connsiteY1" fmla="*/ 5239 h 4147015"/>
                    <a:gd name="connsiteX2" fmla="*/ 294481 w 301234"/>
                    <a:gd name="connsiteY2" fmla="*/ 149701 h 4147015"/>
                    <a:gd name="connsiteX3" fmla="*/ 295274 w 301234"/>
                    <a:gd name="connsiteY3" fmla="*/ 4147012 h 4147015"/>
                    <a:gd name="connsiteX4" fmla="*/ 0 w 301234"/>
                    <a:gd name="connsiteY4" fmla="*/ 4147015 h 4147015"/>
                    <a:gd name="connsiteX0" fmla="*/ 0 w 319665"/>
                    <a:gd name="connsiteY0" fmla="*/ 6814 h 4443373"/>
                    <a:gd name="connsiteX1" fmla="*/ 300036 w 319665"/>
                    <a:gd name="connsiteY1" fmla="*/ 39367 h 4443373"/>
                    <a:gd name="connsiteX2" fmla="*/ 295274 w 319665"/>
                    <a:gd name="connsiteY2" fmla="*/ 4147012 h 4443373"/>
                    <a:gd name="connsiteX3" fmla="*/ 0 w 319665"/>
                    <a:gd name="connsiteY3" fmla="*/ 4147015 h 4443373"/>
                    <a:gd name="connsiteX4" fmla="*/ 0 w 319665"/>
                    <a:gd name="connsiteY4" fmla="*/ 6814 h 4443373"/>
                    <a:gd name="connsiteX0" fmla="*/ 0 w 319665"/>
                    <a:gd name="connsiteY0" fmla="*/ 6814 h 4443373"/>
                    <a:gd name="connsiteX1" fmla="*/ 143667 w 319665"/>
                    <a:gd name="connsiteY1" fmla="*/ 5239 h 4443373"/>
                    <a:gd name="connsiteX2" fmla="*/ 294481 w 319665"/>
                    <a:gd name="connsiteY2" fmla="*/ 149701 h 4443373"/>
                    <a:gd name="connsiteX3" fmla="*/ 295274 w 319665"/>
                    <a:gd name="connsiteY3" fmla="*/ 4147012 h 4443373"/>
                    <a:gd name="connsiteX4" fmla="*/ 298449 w 319665"/>
                    <a:gd name="connsiteY4" fmla="*/ 4147806 h 4443373"/>
                    <a:gd name="connsiteX5" fmla="*/ 0 w 319665"/>
                    <a:gd name="connsiteY5" fmla="*/ 4147015 h 4443373"/>
                    <a:gd name="connsiteX0" fmla="*/ 0 w 301234"/>
                    <a:gd name="connsiteY0" fmla="*/ 6814 h 4445867"/>
                    <a:gd name="connsiteX1" fmla="*/ 300036 w 301234"/>
                    <a:gd name="connsiteY1" fmla="*/ 39367 h 4445867"/>
                    <a:gd name="connsiteX2" fmla="*/ 295274 w 301234"/>
                    <a:gd name="connsiteY2" fmla="*/ 4147012 h 4445867"/>
                    <a:gd name="connsiteX3" fmla="*/ 0 w 301234"/>
                    <a:gd name="connsiteY3" fmla="*/ 4147015 h 4445867"/>
                    <a:gd name="connsiteX4" fmla="*/ 0 w 301234"/>
                    <a:gd name="connsiteY4" fmla="*/ 6814 h 4445867"/>
                    <a:gd name="connsiteX0" fmla="*/ 0 w 301234"/>
                    <a:gd name="connsiteY0" fmla="*/ 6814 h 4445867"/>
                    <a:gd name="connsiteX1" fmla="*/ 143667 w 301234"/>
                    <a:gd name="connsiteY1" fmla="*/ 5239 h 4445867"/>
                    <a:gd name="connsiteX2" fmla="*/ 294481 w 301234"/>
                    <a:gd name="connsiteY2" fmla="*/ 149701 h 4445867"/>
                    <a:gd name="connsiteX3" fmla="*/ 295274 w 301234"/>
                    <a:gd name="connsiteY3" fmla="*/ 4147012 h 4445867"/>
                    <a:gd name="connsiteX4" fmla="*/ 174624 w 301234"/>
                    <a:gd name="connsiteY4" fmla="*/ 4157331 h 4445867"/>
                    <a:gd name="connsiteX5" fmla="*/ 0 w 301234"/>
                    <a:gd name="connsiteY5" fmla="*/ 4147015 h 4445867"/>
                    <a:gd name="connsiteX0" fmla="*/ 0 w 301234"/>
                    <a:gd name="connsiteY0" fmla="*/ 6814 h 4423575"/>
                    <a:gd name="connsiteX1" fmla="*/ 300036 w 301234"/>
                    <a:gd name="connsiteY1" fmla="*/ 39367 h 4423575"/>
                    <a:gd name="connsiteX2" fmla="*/ 295274 w 301234"/>
                    <a:gd name="connsiteY2" fmla="*/ 4147012 h 4423575"/>
                    <a:gd name="connsiteX3" fmla="*/ 0 w 301234"/>
                    <a:gd name="connsiteY3" fmla="*/ 4147015 h 4423575"/>
                    <a:gd name="connsiteX4" fmla="*/ 0 w 301234"/>
                    <a:gd name="connsiteY4" fmla="*/ 6814 h 4423575"/>
                    <a:gd name="connsiteX0" fmla="*/ 0 w 301234"/>
                    <a:gd name="connsiteY0" fmla="*/ 6814 h 4423575"/>
                    <a:gd name="connsiteX1" fmla="*/ 143667 w 301234"/>
                    <a:gd name="connsiteY1" fmla="*/ 5239 h 4423575"/>
                    <a:gd name="connsiteX2" fmla="*/ 294481 w 301234"/>
                    <a:gd name="connsiteY2" fmla="*/ 149701 h 4423575"/>
                    <a:gd name="connsiteX3" fmla="*/ 295274 w 301234"/>
                    <a:gd name="connsiteY3" fmla="*/ 4147012 h 4423575"/>
                    <a:gd name="connsiteX4" fmla="*/ 174624 w 301234"/>
                    <a:gd name="connsiteY4" fmla="*/ 4157331 h 4423575"/>
                    <a:gd name="connsiteX5" fmla="*/ 0 w 301234"/>
                    <a:gd name="connsiteY5" fmla="*/ 4147015 h 4423575"/>
                    <a:gd name="connsiteX0" fmla="*/ 0 w 301234"/>
                    <a:gd name="connsiteY0" fmla="*/ 6814 h 4450214"/>
                    <a:gd name="connsiteX1" fmla="*/ 300036 w 301234"/>
                    <a:gd name="connsiteY1" fmla="*/ 39367 h 4450214"/>
                    <a:gd name="connsiteX2" fmla="*/ 295274 w 301234"/>
                    <a:gd name="connsiteY2" fmla="*/ 4147012 h 4450214"/>
                    <a:gd name="connsiteX3" fmla="*/ 0 w 301234"/>
                    <a:gd name="connsiteY3" fmla="*/ 4147015 h 4450214"/>
                    <a:gd name="connsiteX4" fmla="*/ 0 w 301234"/>
                    <a:gd name="connsiteY4" fmla="*/ 6814 h 4450214"/>
                    <a:gd name="connsiteX0" fmla="*/ 0 w 301234"/>
                    <a:gd name="connsiteY0" fmla="*/ 6814 h 4450214"/>
                    <a:gd name="connsiteX1" fmla="*/ 143667 w 301234"/>
                    <a:gd name="connsiteY1" fmla="*/ 5239 h 4450214"/>
                    <a:gd name="connsiteX2" fmla="*/ 294481 w 301234"/>
                    <a:gd name="connsiteY2" fmla="*/ 149701 h 4450214"/>
                    <a:gd name="connsiteX3" fmla="*/ 295274 w 301234"/>
                    <a:gd name="connsiteY3" fmla="*/ 4147012 h 4450214"/>
                    <a:gd name="connsiteX4" fmla="*/ 174624 w 301234"/>
                    <a:gd name="connsiteY4" fmla="*/ 4157331 h 4450214"/>
                    <a:gd name="connsiteX5" fmla="*/ 0 w 301234"/>
                    <a:gd name="connsiteY5" fmla="*/ 4147015 h 4450214"/>
                    <a:gd name="connsiteX0" fmla="*/ 0 w 301234"/>
                    <a:gd name="connsiteY0" fmla="*/ 6814 h 4206390"/>
                    <a:gd name="connsiteX1" fmla="*/ 300036 w 301234"/>
                    <a:gd name="connsiteY1" fmla="*/ 39367 h 4206390"/>
                    <a:gd name="connsiteX2" fmla="*/ 295274 w 301234"/>
                    <a:gd name="connsiteY2" fmla="*/ 4147012 h 4206390"/>
                    <a:gd name="connsiteX3" fmla="*/ 0 w 301234"/>
                    <a:gd name="connsiteY3" fmla="*/ 4147015 h 4206390"/>
                    <a:gd name="connsiteX4" fmla="*/ 0 w 301234"/>
                    <a:gd name="connsiteY4" fmla="*/ 6814 h 4206390"/>
                    <a:gd name="connsiteX0" fmla="*/ 0 w 301234"/>
                    <a:gd name="connsiteY0" fmla="*/ 6814 h 4206390"/>
                    <a:gd name="connsiteX1" fmla="*/ 143667 w 301234"/>
                    <a:gd name="connsiteY1" fmla="*/ 5239 h 4206390"/>
                    <a:gd name="connsiteX2" fmla="*/ 294481 w 301234"/>
                    <a:gd name="connsiteY2" fmla="*/ 149701 h 4206390"/>
                    <a:gd name="connsiteX3" fmla="*/ 295274 w 301234"/>
                    <a:gd name="connsiteY3" fmla="*/ 3727912 h 4206390"/>
                    <a:gd name="connsiteX4" fmla="*/ 174624 w 301234"/>
                    <a:gd name="connsiteY4" fmla="*/ 4157331 h 4206390"/>
                    <a:gd name="connsiteX5" fmla="*/ 0 w 301234"/>
                    <a:gd name="connsiteY5" fmla="*/ 4147015 h 4206390"/>
                    <a:gd name="connsiteX0" fmla="*/ 0 w 301234"/>
                    <a:gd name="connsiteY0" fmla="*/ 6814 h 4161881"/>
                    <a:gd name="connsiteX1" fmla="*/ 300036 w 301234"/>
                    <a:gd name="connsiteY1" fmla="*/ 39367 h 4161881"/>
                    <a:gd name="connsiteX2" fmla="*/ 295274 w 301234"/>
                    <a:gd name="connsiteY2" fmla="*/ 4147012 h 4161881"/>
                    <a:gd name="connsiteX3" fmla="*/ 0 w 301234"/>
                    <a:gd name="connsiteY3" fmla="*/ 4147015 h 4161881"/>
                    <a:gd name="connsiteX4" fmla="*/ 0 w 301234"/>
                    <a:gd name="connsiteY4" fmla="*/ 6814 h 4161881"/>
                    <a:gd name="connsiteX0" fmla="*/ 0 w 301234"/>
                    <a:gd name="connsiteY0" fmla="*/ 6814 h 4161881"/>
                    <a:gd name="connsiteX1" fmla="*/ 143667 w 301234"/>
                    <a:gd name="connsiteY1" fmla="*/ 5239 h 4161881"/>
                    <a:gd name="connsiteX2" fmla="*/ 294481 w 301234"/>
                    <a:gd name="connsiteY2" fmla="*/ 149701 h 4161881"/>
                    <a:gd name="connsiteX3" fmla="*/ 295274 w 301234"/>
                    <a:gd name="connsiteY3" fmla="*/ 3499312 h 4161881"/>
                    <a:gd name="connsiteX4" fmla="*/ 174624 w 301234"/>
                    <a:gd name="connsiteY4" fmla="*/ 4157331 h 4161881"/>
                    <a:gd name="connsiteX5" fmla="*/ 0 w 301234"/>
                    <a:gd name="connsiteY5" fmla="*/ 4147015 h 4161881"/>
                    <a:gd name="connsiteX0" fmla="*/ 0 w 301234"/>
                    <a:gd name="connsiteY0" fmla="*/ 6814 h 4159894"/>
                    <a:gd name="connsiteX1" fmla="*/ 300036 w 301234"/>
                    <a:gd name="connsiteY1" fmla="*/ 39367 h 4159894"/>
                    <a:gd name="connsiteX2" fmla="*/ 295274 w 301234"/>
                    <a:gd name="connsiteY2" fmla="*/ 4147012 h 4159894"/>
                    <a:gd name="connsiteX3" fmla="*/ 0 w 301234"/>
                    <a:gd name="connsiteY3" fmla="*/ 4147015 h 4159894"/>
                    <a:gd name="connsiteX4" fmla="*/ 0 w 301234"/>
                    <a:gd name="connsiteY4" fmla="*/ 6814 h 4159894"/>
                    <a:gd name="connsiteX0" fmla="*/ 0 w 301234"/>
                    <a:gd name="connsiteY0" fmla="*/ 6814 h 4159894"/>
                    <a:gd name="connsiteX1" fmla="*/ 143667 w 301234"/>
                    <a:gd name="connsiteY1" fmla="*/ 5239 h 4159894"/>
                    <a:gd name="connsiteX2" fmla="*/ 294481 w 301234"/>
                    <a:gd name="connsiteY2" fmla="*/ 149701 h 4159894"/>
                    <a:gd name="connsiteX3" fmla="*/ 295274 w 301234"/>
                    <a:gd name="connsiteY3" fmla="*/ 3437403 h 4159894"/>
                    <a:gd name="connsiteX4" fmla="*/ 174624 w 301234"/>
                    <a:gd name="connsiteY4" fmla="*/ 4157331 h 4159894"/>
                    <a:gd name="connsiteX5" fmla="*/ 0 w 301234"/>
                    <a:gd name="connsiteY5" fmla="*/ 4147015 h 4159894"/>
                    <a:gd name="connsiteX0" fmla="*/ 0 w 301101"/>
                    <a:gd name="connsiteY0" fmla="*/ 6814 h 4159894"/>
                    <a:gd name="connsiteX1" fmla="*/ 300036 w 301101"/>
                    <a:gd name="connsiteY1" fmla="*/ 39367 h 4159894"/>
                    <a:gd name="connsiteX2" fmla="*/ 292893 w 301101"/>
                    <a:gd name="connsiteY2" fmla="*/ 3977943 h 4159894"/>
                    <a:gd name="connsiteX3" fmla="*/ 0 w 301101"/>
                    <a:gd name="connsiteY3" fmla="*/ 4147015 h 4159894"/>
                    <a:gd name="connsiteX4" fmla="*/ 0 w 301101"/>
                    <a:gd name="connsiteY4" fmla="*/ 6814 h 4159894"/>
                    <a:gd name="connsiteX0" fmla="*/ 0 w 301101"/>
                    <a:gd name="connsiteY0" fmla="*/ 6814 h 4159894"/>
                    <a:gd name="connsiteX1" fmla="*/ 143667 w 301101"/>
                    <a:gd name="connsiteY1" fmla="*/ 5239 h 4159894"/>
                    <a:gd name="connsiteX2" fmla="*/ 294481 w 301101"/>
                    <a:gd name="connsiteY2" fmla="*/ 149701 h 4159894"/>
                    <a:gd name="connsiteX3" fmla="*/ 295274 w 301101"/>
                    <a:gd name="connsiteY3" fmla="*/ 3437403 h 4159894"/>
                    <a:gd name="connsiteX4" fmla="*/ 174624 w 301101"/>
                    <a:gd name="connsiteY4" fmla="*/ 4157331 h 4159894"/>
                    <a:gd name="connsiteX5" fmla="*/ 0 w 301101"/>
                    <a:gd name="connsiteY5" fmla="*/ 4147015 h 4159894"/>
                    <a:gd name="connsiteX0" fmla="*/ 0 w 301101"/>
                    <a:gd name="connsiteY0" fmla="*/ 6814 h 4161255"/>
                    <a:gd name="connsiteX1" fmla="*/ 300036 w 301101"/>
                    <a:gd name="connsiteY1" fmla="*/ 39367 h 4161255"/>
                    <a:gd name="connsiteX2" fmla="*/ 292893 w 301101"/>
                    <a:gd name="connsiteY2" fmla="*/ 3977943 h 4161255"/>
                    <a:gd name="connsiteX3" fmla="*/ 0 w 301101"/>
                    <a:gd name="connsiteY3" fmla="*/ 4147015 h 4161255"/>
                    <a:gd name="connsiteX4" fmla="*/ 0 w 301101"/>
                    <a:gd name="connsiteY4" fmla="*/ 6814 h 4161255"/>
                    <a:gd name="connsiteX0" fmla="*/ 0 w 301101"/>
                    <a:gd name="connsiteY0" fmla="*/ 6814 h 4161255"/>
                    <a:gd name="connsiteX1" fmla="*/ 143667 w 301101"/>
                    <a:gd name="connsiteY1" fmla="*/ 5239 h 4161255"/>
                    <a:gd name="connsiteX2" fmla="*/ 294481 w 301101"/>
                    <a:gd name="connsiteY2" fmla="*/ 149701 h 4161255"/>
                    <a:gd name="connsiteX3" fmla="*/ 300036 w 301101"/>
                    <a:gd name="connsiteY3" fmla="*/ 3485031 h 4161255"/>
                    <a:gd name="connsiteX4" fmla="*/ 174624 w 301101"/>
                    <a:gd name="connsiteY4" fmla="*/ 4157331 h 4161255"/>
                    <a:gd name="connsiteX5" fmla="*/ 0 w 301101"/>
                    <a:gd name="connsiteY5" fmla="*/ 4147015 h 4161255"/>
                    <a:gd name="connsiteX0" fmla="*/ 0 w 304806"/>
                    <a:gd name="connsiteY0" fmla="*/ 6814 h 4161999"/>
                    <a:gd name="connsiteX1" fmla="*/ 300036 w 304806"/>
                    <a:gd name="connsiteY1" fmla="*/ 39367 h 4161999"/>
                    <a:gd name="connsiteX2" fmla="*/ 292893 w 304806"/>
                    <a:gd name="connsiteY2" fmla="*/ 3977943 h 4161999"/>
                    <a:gd name="connsiteX3" fmla="*/ 0 w 304806"/>
                    <a:gd name="connsiteY3" fmla="*/ 4147015 h 4161999"/>
                    <a:gd name="connsiteX4" fmla="*/ 0 w 304806"/>
                    <a:gd name="connsiteY4" fmla="*/ 6814 h 4161999"/>
                    <a:gd name="connsiteX0" fmla="*/ 0 w 304806"/>
                    <a:gd name="connsiteY0" fmla="*/ 6814 h 4161999"/>
                    <a:gd name="connsiteX1" fmla="*/ 143667 w 304806"/>
                    <a:gd name="connsiteY1" fmla="*/ 5239 h 4161999"/>
                    <a:gd name="connsiteX2" fmla="*/ 294481 w 304806"/>
                    <a:gd name="connsiteY2" fmla="*/ 149701 h 4161999"/>
                    <a:gd name="connsiteX3" fmla="*/ 304799 w 304806"/>
                    <a:gd name="connsiteY3" fmla="*/ 3501699 h 4161999"/>
                    <a:gd name="connsiteX4" fmla="*/ 174624 w 304806"/>
                    <a:gd name="connsiteY4" fmla="*/ 4157331 h 4161999"/>
                    <a:gd name="connsiteX5" fmla="*/ 0 w 304806"/>
                    <a:gd name="connsiteY5" fmla="*/ 4147015 h 4161999"/>
                    <a:gd name="connsiteX0" fmla="*/ 0 w 305028"/>
                    <a:gd name="connsiteY0" fmla="*/ 6814 h 4147015"/>
                    <a:gd name="connsiteX1" fmla="*/ 300036 w 305028"/>
                    <a:gd name="connsiteY1" fmla="*/ 39367 h 4147015"/>
                    <a:gd name="connsiteX2" fmla="*/ 292893 w 305028"/>
                    <a:gd name="connsiteY2" fmla="*/ 3977943 h 4147015"/>
                    <a:gd name="connsiteX3" fmla="*/ 0 w 305028"/>
                    <a:gd name="connsiteY3" fmla="*/ 4147015 h 4147015"/>
                    <a:gd name="connsiteX4" fmla="*/ 0 w 305028"/>
                    <a:gd name="connsiteY4" fmla="*/ 6814 h 4147015"/>
                    <a:gd name="connsiteX0" fmla="*/ 0 w 305028"/>
                    <a:gd name="connsiteY0" fmla="*/ 6814 h 4147015"/>
                    <a:gd name="connsiteX1" fmla="*/ 143667 w 305028"/>
                    <a:gd name="connsiteY1" fmla="*/ 5239 h 4147015"/>
                    <a:gd name="connsiteX2" fmla="*/ 294481 w 305028"/>
                    <a:gd name="connsiteY2" fmla="*/ 149701 h 4147015"/>
                    <a:gd name="connsiteX3" fmla="*/ 304799 w 305028"/>
                    <a:gd name="connsiteY3" fmla="*/ 3501699 h 4147015"/>
                    <a:gd name="connsiteX4" fmla="*/ 224633 w 305028"/>
                    <a:gd name="connsiteY4" fmla="*/ 4133522 h 4147015"/>
                    <a:gd name="connsiteX5" fmla="*/ 0 w 305028"/>
                    <a:gd name="connsiteY5" fmla="*/ 4147015 h 4147015"/>
                    <a:gd name="connsiteX0" fmla="*/ 0 w 304802"/>
                    <a:gd name="connsiteY0" fmla="*/ 6814 h 4168808"/>
                    <a:gd name="connsiteX1" fmla="*/ 300036 w 304802"/>
                    <a:gd name="connsiteY1" fmla="*/ 39367 h 4168808"/>
                    <a:gd name="connsiteX2" fmla="*/ 292893 w 304802"/>
                    <a:gd name="connsiteY2" fmla="*/ 3977943 h 4168808"/>
                    <a:gd name="connsiteX3" fmla="*/ 0 w 304802"/>
                    <a:gd name="connsiteY3" fmla="*/ 4147015 h 4168808"/>
                    <a:gd name="connsiteX4" fmla="*/ 0 w 304802"/>
                    <a:gd name="connsiteY4" fmla="*/ 6814 h 4168808"/>
                    <a:gd name="connsiteX0" fmla="*/ 0 w 304802"/>
                    <a:gd name="connsiteY0" fmla="*/ 6814 h 4168808"/>
                    <a:gd name="connsiteX1" fmla="*/ 143667 w 304802"/>
                    <a:gd name="connsiteY1" fmla="*/ 5239 h 4168808"/>
                    <a:gd name="connsiteX2" fmla="*/ 294481 w 304802"/>
                    <a:gd name="connsiteY2" fmla="*/ 149701 h 4168808"/>
                    <a:gd name="connsiteX3" fmla="*/ 304799 w 304802"/>
                    <a:gd name="connsiteY3" fmla="*/ 3501699 h 4168808"/>
                    <a:gd name="connsiteX4" fmla="*/ 119861 w 304802"/>
                    <a:gd name="connsiteY4" fmla="*/ 4164481 h 4168808"/>
                    <a:gd name="connsiteX5" fmla="*/ 0 w 304802"/>
                    <a:gd name="connsiteY5" fmla="*/ 4147015 h 4168808"/>
                    <a:gd name="connsiteX0" fmla="*/ 0 w 304802"/>
                    <a:gd name="connsiteY0" fmla="*/ 6814 h 4152993"/>
                    <a:gd name="connsiteX1" fmla="*/ 300036 w 304802"/>
                    <a:gd name="connsiteY1" fmla="*/ 39367 h 4152993"/>
                    <a:gd name="connsiteX2" fmla="*/ 292893 w 304802"/>
                    <a:gd name="connsiteY2" fmla="*/ 3977943 h 4152993"/>
                    <a:gd name="connsiteX3" fmla="*/ 0 w 304802"/>
                    <a:gd name="connsiteY3" fmla="*/ 4147015 h 4152993"/>
                    <a:gd name="connsiteX4" fmla="*/ 0 w 304802"/>
                    <a:gd name="connsiteY4" fmla="*/ 6814 h 4152993"/>
                    <a:gd name="connsiteX0" fmla="*/ 0 w 304802"/>
                    <a:gd name="connsiteY0" fmla="*/ 6814 h 4152993"/>
                    <a:gd name="connsiteX1" fmla="*/ 143667 w 304802"/>
                    <a:gd name="connsiteY1" fmla="*/ 5239 h 4152993"/>
                    <a:gd name="connsiteX2" fmla="*/ 294481 w 304802"/>
                    <a:gd name="connsiteY2" fmla="*/ 149701 h 4152993"/>
                    <a:gd name="connsiteX3" fmla="*/ 304799 w 304802"/>
                    <a:gd name="connsiteY3" fmla="*/ 3501699 h 4152993"/>
                    <a:gd name="connsiteX4" fmla="*/ 119861 w 304802"/>
                    <a:gd name="connsiteY4" fmla="*/ 4147812 h 4152993"/>
                    <a:gd name="connsiteX5" fmla="*/ 0 w 304802"/>
                    <a:gd name="connsiteY5" fmla="*/ 4147015 h 4152993"/>
                    <a:gd name="connsiteX0" fmla="*/ 0 w 304802"/>
                    <a:gd name="connsiteY0" fmla="*/ 6814 h 4147812"/>
                    <a:gd name="connsiteX1" fmla="*/ 300036 w 304802"/>
                    <a:gd name="connsiteY1" fmla="*/ 39367 h 4147812"/>
                    <a:gd name="connsiteX2" fmla="*/ 292893 w 304802"/>
                    <a:gd name="connsiteY2" fmla="*/ 3977943 h 4147812"/>
                    <a:gd name="connsiteX3" fmla="*/ 0 w 304802"/>
                    <a:gd name="connsiteY3" fmla="*/ 4147015 h 4147812"/>
                    <a:gd name="connsiteX4" fmla="*/ 0 w 304802"/>
                    <a:gd name="connsiteY4" fmla="*/ 6814 h 4147812"/>
                    <a:gd name="connsiteX0" fmla="*/ 0 w 304802"/>
                    <a:gd name="connsiteY0" fmla="*/ 6814 h 4147812"/>
                    <a:gd name="connsiteX1" fmla="*/ 143667 w 304802"/>
                    <a:gd name="connsiteY1" fmla="*/ 5239 h 4147812"/>
                    <a:gd name="connsiteX2" fmla="*/ 294481 w 304802"/>
                    <a:gd name="connsiteY2" fmla="*/ 149701 h 4147812"/>
                    <a:gd name="connsiteX3" fmla="*/ 304799 w 304802"/>
                    <a:gd name="connsiteY3" fmla="*/ 3501699 h 4147812"/>
                    <a:gd name="connsiteX4" fmla="*/ 119861 w 304802"/>
                    <a:gd name="connsiteY4" fmla="*/ 4147812 h 4147812"/>
                    <a:gd name="connsiteX5" fmla="*/ 0 w 304802"/>
                    <a:gd name="connsiteY5" fmla="*/ 4147015 h 4147812"/>
                    <a:gd name="connsiteX0" fmla="*/ 0 w 321359"/>
                    <a:gd name="connsiteY0" fmla="*/ 6814 h 4147812"/>
                    <a:gd name="connsiteX1" fmla="*/ 300036 w 321359"/>
                    <a:gd name="connsiteY1" fmla="*/ 39367 h 4147812"/>
                    <a:gd name="connsiteX2" fmla="*/ 292893 w 321359"/>
                    <a:gd name="connsiteY2" fmla="*/ 3977943 h 4147812"/>
                    <a:gd name="connsiteX3" fmla="*/ 0 w 321359"/>
                    <a:gd name="connsiteY3" fmla="*/ 4147015 h 4147812"/>
                    <a:gd name="connsiteX4" fmla="*/ 0 w 321359"/>
                    <a:gd name="connsiteY4" fmla="*/ 6814 h 4147812"/>
                    <a:gd name="connsiteX0" fmla="*/ 0 w 321359"/>
                    <a:gd name="connsiteY0" fmla="*/ 6814 h 4147812"/>
                    <a:gd name="connsiteX1" fmla="*/ 143667 w 321359"/>
                    <a:gd name="connsiteY1" fmla="*/ 5239 h 4147812"/>
                    <a:gd name="connsiteX2" fmla="*/ 294481 w 321359"/>
                    <a:gd name="connsiteY2" fmla="*/ 149701 h 4147812"/>
                    <a:gd name="connsiteX3" fmla="*/ 304799 w 321359"/>
                    <a:gd name="connsiteY3" fmla="*/ 3501699 h 4147812"/>
                    <a:gd name="connsiteX4" fmla="*/ 307974 w 321359"/>
                    <a:gd name="connsiteY4" fmla="*/ 3512012 h 4147812"/>
                    <a:gd name="connsiteX5" fmla="*/ 119861 w 321359"/>
                    <a:gd name="connsiteY5" fmla="*/ 4147812 h 4147812"/>
                    <a:gd name="connsiteX6" fmla="*/ 0 w 321359"/>
                    <a:gd name="connsiteY6" fmla="*/ 4147015 h 4147812"/>
                    <a:gd name="connsiteX0" fmla="*/ 0 w 325044"/>
                    <a:gd name="connsiteY0" fmla="*/ 6814 h 4147812"/>
                    <a:gd name="connsiteX1" fmla="*/ 300036 w 325044"/>
                    <a:gd name="connsiteY1" fmla="*/ 39367 h 4147812"/>
                    <a:gd name="connsiteX2" fmla="*/ 292893 w 325044"/>
                    <a:gd name="connsiteY2" fmla="*/ 3977943 h 4147812"/>
                    <a:gd name="connsiteX3" fmla="*/ 0 w 325044"/>
                    <a:gd name="connsiteY3" fmla="*/ 4147015 h 4147812"/>
                    <a:gd name="connsiteX4" fmla="*/ 0 w 325044"/>
                    <a:gd name="connsiteY4" fmla="*/ 6814 h 4147812"/>
                    <a:gd name="connsiteX0" fmla="*/ 0 w 325044"/>
                    <a:gd name="connsiteY0" fmla="*/ 6814 h 4147812"/>
                    <a:gd name="connsiteX1" fmla="*/ 143667 w 325044"/>
                    <a:gd name="connsiteY1" fmla="*/ 5239 h 4147812"/>
                    <a:gd name="connsiteX2" fmla="*/ 294481 w 325044"/>
                    <a:gd name="connsiteY2" fmla="*/ 149701 h 4147812"/>
                    <a:gd name="connsiteX3" fmla="*/ 304799 w 325044"/>
                    <a:gd name="connsiteY3" fmla="*/ 3501699 h 4147812"/>
                    <a:gd name="connsiteX4" fmla="*/ 312737 w 325044"/>
                    <a:gd name="connsiteY4" fmla="*/ 3828722 h 4147812"/>
                    <a:gd name="connsiteX5" fmla="*/ 119861 w 325044"/>
                    <a:gd name="connsiteY5" fmla="*/ 4147812 h 4147812"/>
                    <a:gd name="connsiteX6" fmla="*/ 0 w 325044"/>
                    <a:gd name="connsiteY6" fmla="*/ 4147015 h 4147812"/>
                    <a:gd name="connsiteX0" fmla="*/ 0 w 308264"/>
                    <a:gd name="connsiteY0" fmla="*/ 6814 h 4147812"/>
                    <a:gd name="connsiteX1" fmla="*/ 300036 w 308264"/>
                    <a:gd name="connsiteY1" fmla="*/ 39367 h 4147812"/>
                    <a:gd name="connsiteX2" fmla="*/ 292893 w 308264"/>
                    <a:gd name="connsiteY2" fmla="*/ 3977943 h 4147812"/>
                    <a:gd name="connsiteX3" fmla="*/ 0 w 308264"/>
                    <a:gd name="connsiteY3" fmla="*/ 4147015 h 4147812"/>
                    <a:gd name="connsiteX4" fmla="*/ 0 w 308264"/>
                    <a:gd name="connsiteY4" fmla="*/ 6814 h 4147812"/>
                    <a:gd name="connsiteX0" fmla="*/ 0 w 308264"/>
                    <a:gd name="connsiteY0" fmla="*/ 6814 h 4147812"/>
                    <a:gd name="connsiteX1" fmla="*/ 143667 w 308264"/>
                    <a:gd name="connsiteY1" fmla="*/ 5239 h 4147812"/>
                    <a:gd name="connsiteX2" fmla="*/ 294481 w 308264"/>
                    <a:gd name="connsiteY2" fmla="*/ 149701 h 4147812"/>
                    <a:gd name="connsiteX3" fmla="*/ 304799 w 308264"/>
                    <a:gd name="connsiteY3" fmla="*/ 3501699 h 4147812"/>
                    <a:gd name="connsiteX4" fmla="*/ 286543 w 308264"/>
                    <a:gd name="connsiteY4" fmla="*/ 4012078 h 4147812"/>
                    <a:gd name="connsiteX5" fmla="*/ 119861 w 308264"/>
                    <a:gd name="connsiteY5" fmla="*/ 4147812 h 4147812"/>
                    <a:gd name="connsiteX6" fmla="*/ 0 w 308264"/>
                    <a:gd name="connsiteY6" fmla="*/ 4147015 h 4147812"/>
                    <a:gd name="connsiteX0" fmla="*/ 0 w 307389"/>
                    <a:gd name="connsiteY0" fmla="*/ 6814 h 4147812"/>
                    <a:gd name="connsiteX1" fmla="*/ 300036 w 307389"/>
                    <a:gd name="connsiteY1" fmla="*/ 39367 h 4147812"/>
                    <a:gd name="connsiteX2" fmla="*/ 292893 w 307389"/>
                    <a:gd name="connsiteY2" fmla="*/ 3977943 h 4147812"/>
                    <a:gd name="connsiteX3" fmla="*/ 0 w 307389"/>
                    <a:gd name="connsiteY3" fmla="*/ 4147015 h 4147812"/>
                    <a:gd name="connsiteX4" fmla="*/ 0 w 307389"/>
                    <a:gd name="connsiteY4" fmla="*/ 6814 h 4147812"/>
                    <a:gd name="connsiteX0" fmla="*/ 0 w 307389"/>
                    <a:gd name="connsiteY0" fmla="*/ 6814 h 4147812"/>
                    <a:gd name="connsiteX1" fmla="*/ 143667 w 307389"/>
                    <a:gd name="connsiteY1" fmla="*/ 5239 h 4147812"/>
                    <a:gd name="connsiteX2" fmla="*/ 294481 w 307389"/>
                    <a:gd name="connsiteY2" fmla="*/ 149701 h 4147812"/>
                    <a:gd name="connsiteX3" fmla="*/ 304799 w 307389"/>
                    <a:gd name="connsiteY3" fmla="*/ 3501699 h 4147812"/>
                    <a:gd name="connsiteX4" fmla="*/ 284162 w 307389"/>
                    <a:gd name="connsiteY4" fmla="*/ 4069228 h 4147812"/>
                    <a:gd name="connsiteX5" fmla="*/ 119861 w 307389"/>
                    <a:gd name="connsiteY5" fmla="*/ 4147812 h 4147812"/>
                    <a:gd name="connsiteX6" fmla="*/ 0 w 307389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07390"/>
                    <a:gd name="connsiteY0" fmla="*/ 6814 h 4147812"/>
                    <a:gd name="connsiteX1" fmla="*/ 300036 w 307390"/>
                    <a:gd name="connsiteY1" fmla="*/ 39367 h 4147812"/>
                    <a:gd name="connsiteX2" fmla="*/ 292893 w 307390"/>
                    <a:gd name="connsiteY2" fmla="*/ 3977943 h 4147812"/>
                    <a:gd name="connsiteX3" fmla="*/ 0 w 307390"/>
                    <a:gd name="connsiteY3" fmla="*/ 4147015 h 4147812"/>
                    <a:gd name="connsiteX4" fmla="*/ 0 w 307390"/>
                    <a:gd name="connsiteY4" fmla="*/ 6814 h 4147812"/>
                    <a:gd name="connsiteX0" fmla="*/ 0 w 307390"/>
                    <a:gd name="connsiteY0" fmla="*/ 6814 h 4147812"/>
                    <a:gd name="connsiteX1" fmla="*/ 143667 w 307390"/>
                    <a:gd name="connsiteY1" fmla="*/ 5239 h 4147812"/>
                    <a:gd name="connsiteX2" fmla="*/ 294481 w 307390"/>
                    <a:gd name="connsiteY2" fmla="*/ 149701 h 4147812"/>
                    <a:gd name="connsiteX3" fmla="*/ 304799 w 307390"/>
                    <a:gd name="connsiteY3" fmla="*/ 3501699 h 4147812"/>
                    <a:gd name="connsiteX4" fmla="*/ 284165 w 307390"/>
                    <a:gd name="connsiteY4" fmla="*/ 4035894 h 4147812"/>
                    <a:gd name="connsiteX5" fmla="*/ 119861 w 307390"/>
                    <a:gd name="connsiteY5" fmla="*/ 4147812 h 4147812"/>
                    <a:gd name="connsiteX6" fmla="*/ 0 w 307390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4165 w 311943"/>
                    <a:gd name="connsiteY4" fmla="*/ 403589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21365"/>
                    <a:gd name="connsiteY0" fmla="*/ 6814 h 4147812"/>
                    <a:gd name="connsiteX1" fmla="*/ 300036 w 321365"/>
                    <a:gd name="connsiteY1" fmla="*/ 39367 h 4147812"/>
                    <a:gd name="connsiteX2" fmla="*/ 311943 w 321365"/>
                    <a:gd name="connsiteY2" fmla="*/ 4075574 h 4147812"/>
                    <a:gd name="connsiteX3" fmla="*/ 0 w 321365"/>
                    <a:gd name="connsiteY3" fmla="*/ 4147015 h 4147812"/>
                    <a:gd name="connsiteX4" fmla="*/ 0 w 321365"/>
                    <a:gd name="connsiteY4" fmla="*/ 6814 h 4147812"/>
                    <a:gd name="connsiteX0" fmla="*/ 0 w 321365"/>
                    <a:gd name="connsiteY0" fmla="*/ 6814 h 4147812"/>
                    <a:gd name="connsiteX1" fmla="*/ 143667 w 321365"/>
                    <a:gd name="connsiteY1" fmla="*/ 5239 h 4147812"/>
                    <a:gd name="connsiteX2" fmla="*/ 294481 w 321365"/>
                    <a:gd name="connsiteY2" fmla="*/ 149701 h 4147812"/>
                    <a:gd name="connsiteX3" fmla="*/ 304799 w 321365"/>
                    <a:gd name="connsiteY3" fmla="*/ 3501699 h 4147812"/>
                    <a:gd name="connsiteX4" fmla="*/ 307981 w 321365"/>
                    <a:gd name="connsiteY4" fmla="*/ 3971603 h 4147812"/>
                    <a:gd name="connsiteX5" fmla="*/ 119861 w 321365"/>
                    <a:gd name="connsiteY5" fmla="*/ 4147812 h 4147812"/>
                    <a:gd name="connsiteX6" fmla="*/ 0 w 321365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88934 w 311943"/>
                    <a:gd name="connsiteY4" fmla="*/ 3981131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25 w 311943"/>
                    <a:gd name="connsiteY4" fmla="*/ 39811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298465 w 311943"/>
                    <a:gd name="connsiteY4" fmla="*/ 3985900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4"/>
                    <a:gd name="connsiteX1" fmla="*/ 300036 w 311943"/>
                    <a:gd name="connsiteY1" fmla="*/ 39367 h 4148004"/>
                    <a:gd name="connsiteX2" fmla="*/ 311943 w 311943"/>
                    <a:gd name="connsiteY2" fmla="*/ 4075574 h 4148004"/>
                    <a:gd name="connsiteX3" fmla="*/ 0 w 311943"/>
                    <a:gd name="connsiteY3" fmla="*/ 4147015 h 4148004"/>
                    <a:gd name="connsiteX4" fmla="*/ 0 w 311943"/>
                    <a:gd name="connsiteY4" fmla="*/ 6814 h 4148004"/>
                    <a:gd name="connsiteX0" fmla="*/ 0 w 311943"/>
                    <a:gd name="connsiteY0" fmla="*/ 6814 h 4148004"/>
                    <a:gd name="connsiteX1" fmla="*/ 143667 w 311943"/>
                    <a:gd name="connsiteY1" fmla="*/ 5239 h 4148004"/>
                    <a:gd name="connsiteX2" fmla="*/ 294481 w 311943"/>
                    <a:gd name="connsiteY2" fmla="*/ 149701 h 4148004"/>
                    <a:gd name="connsiteX3" fmla="*/ 304799 w 311943"/>
                    <a:gd name="connsiteY3" fmla="*/ 3501699 h 4148004"/>
                    <a:gd name="connsiteX4" fmla="*/ 303231 w 311943"/>
                    <a:gd name="connsiteY4" fmla="*/ 3969234 h 4148004"/>
                    <a:gd name="connsiteX5" fmla="*/ 119861 w 311943"/>
                    <a:gd name="connsiteY5" fmla="*/ 4147812 h 4148004"/>
                    <a:gd name="connsiteX6" fmla="*/ 0 w 311943"/>
                    <a:gd name="connsiteY6" fmla="*/ 4147015 h 4148004"/>
                    <a:gd name="connsiteX0" fmla="*/ 0 w 311943"/>
                    <a:gd name="connsiteY0" fmla="*/ 6814 h 4147812"/>
                    <a:gd name="connsiteX1" fmla="*/ 300036 w 311943"/>
                    <a:gd name="connsiteY1" fmla="*/ 39367 h 4147812"/>
                    <a:gd name="connsiteX2" fmla="*/ 311943 w 311943"/>
                    <a:gd name="connsiteY2" fmla="*/ 4075574 h 4147812"/>
                    <a:gd name="connsiteX3" fmla="*/ 0 w 311943"/>
                    <a:gd name="connsiteY3" fmla="*/ 4147015 h 4147812"/>
                    <a:gd name="connsiteX4" fmla="*/ 0 w 311943"/>
                    <a:gd name="connsiteY4" fmla="*/ 6814 h 4147812"/>
                    <a:gd name="connsiteX0" fmla="*/ 0 w 311943"/>
                    <a:gd name="connsiteY0" fmla="*/ 6814 h 4147812"/>
                    <a:gd name="connsiteX1" fmla="*/ 143667 w 311943"/>
                    <a:gd name="connsiteY1" fmla="*/ 5239 h 4147812"/>
                    <a:gd name="connsiteX2" fmla="*/ 294481 w 311943"/>
                    <a:gd name="connsiteY2" fmla="*/ 149701 h 4147812"/>
                    <a:gd name="connsiteX3" fmla="*/ 304799 w 311943"/>
                    <a:gd name="connsiteY3" fmla="*/ 3501699 h 4147812"/>
                    <a:gd name="connsiteX4" fmla="*/ 303231 w 311943"/>
                    <a:gd name="connsiteY4" fmla="*/ 3969234 h 4147812"/>
                    <a:gd name="connsiteX5" fmla="*/ 119861 w 311943"/>
                    <a:gd name="connsiteY5" fmla="*/ 4147812 h 4147812"/>
                    <a:gd name="connsiteX6" fmla="*/ 0 w 311943"/>
                    <a:gd name="connsiteY6" fmla="*/ 4147015 h 4147812"/>
                    <a:gd name="connsiteX0" fmla="*/ 0 w 311943"/>
                    <a:gd name="connsiteY0" fmla="*/ 6814 h 4148006"/>
                    <a:gd name="connsiteX1" fmla="*/ 300036 w 311943"/>
                    <a:gd name="connsiteY1" fmla="*/ 39367 h 4148006"/>
                    <a:gd name="connsiteX2" fmla="*/ 311943 w 311943"/>
                    <a:gd name="connsiteY2" fmla="*/ 4075574 h 4148006"/>
                    <a:gd name="connsiteX3" fmla="*/ 0 w 311943"/>
                    <a:gd name="connsiteY3" fmla="*/ 4147015 h 4148006"/>
                    <a:gd name="connsiteX4" fmla="*/ 0 w 311943"/>
                    <a:gd name="connsiteY4" fmla="*/ 6814 h 4148006"/>
                    <a:gd name="connsiteX0" fmla="*/ 0 w 311943"/>
                    <a:gd name="connsiteY0" fmla="*/ 6814 h 4148006"/>
                    <a:gd name="connsiteX1" fmla="*/ 143667 w 311943"/>
                    <a:gd name="connsiteY1" fmla="*/ 5239 h 4148006"/>
                    <a:gd name="connsiteX2" fmla="*/ 294481 w 311943"/>
                    <a:gd name="connsiteY2" fmla="*/ 149701 h 4148006"/>
                    <a:gd name="connsiteX3" fmla="*/ 304799 w 311943"/>
                    <a:gd name="connsiteY3" fmla="*/ 3501699 h 4148006"/>
                    <a:gd name="connsiteX4" fmla="*/ 303231 w 311943"/>
                    <a:gd name="connsiteY4" fmla="*/ 3969234 h 4148006"/>
                    <a:gd name="connsiteX5" fmla="*/ 119861 w 311943"/>
                    <a:gd name="connsiteY5" fmla="*/ 4147812 h 4148006"/>
                    <a:gd name="connsiteX6" fmla="*/ 0 w 311943"/>
                    <a:gd name="connsiteY6" fmla="*/ 4147015 h 4148006"/>
                    <a:gd name="connsiteX0" fmla="*/ 0 w 311943"/>
                    <a:gd name="connsiteY0" fmla="*/ 6814 h 4151047"/>
                    <a:gd name="connsiteX1" fmla="*/ 300036 w 311943"/>
                    <a:gd name="connsiteY1" fmla="*/ 39367 h 4151047"/>
                    <a:gd name="connsiteX2" fmla="*/ 311943 w 311943"/>
                    <a:gd name="connsiteY2" fmla="*/ 4075574 h 4151047"/>
                    <a:gd name="connsiteX3" fmla="*/ 0 w 311943"/>
                    <a:gd name="connsiteY3" fmla="*/ 4147015 h 4151047"/>
                    <a:gd name="connsiteX4" fmla="*/ 0 w 311943"/>
                    <a:gd name="connsiteY4" fmla="*/ 6814 h 4151047"/>
                    <a:gd name="connsiteX0" fmla="*/ 0 w 311943"/>
                    <a:gd name="connsiteY0" fmla="*/ 6814 h 4151047"/>
                    <a:gd name="connsiteX1" fmla="*/ 143667 w 311943"/>
                    <a:gd name="connsiteY1" fmla="*/ 5239 h 4151047"/>
                    <a:gd name="connsiteX2" fmla="*/ 294481 w 311943"/>
                    <a:gd name="connsiteY2" fmla="*/ 149701 h 4151047"/>
                    <a:gd name="connsiteX3" fmla="*/ 304799 w 311943"/>
                    <a:gd name="connsiteY3" fmla="*/ 3501699 h 4151047"/>
                    <a:gd name="connsiteX4" fmla="*/ 303231 w 311943"/>
                    <a:gd name="connsiteY4" fmla="*/ 3969234 h 4151047"/>
                    <a:gd name="connsiteX5" fmla="*/ 119861 w 311943"/>
                    <a:gd name="connsiteY5" fmla="*/ 4147812 h 4151047"/>
                    <a:gd name="connsiteX6" fmla="*/ 0 w 311943"/>
                    <a:gd name="connsiteY6" fmla="*/ 4147015 h 4151047"/>
                    <a:gd name="connsiteX0" fmla="*/ 0 w 311943"/>
                    <a:gd name="connsiteY0" fmla="*/ 6814 h 4150689"/>
                    <a:gd name="connsiteX1" fmla="*/ 300036 w 311943"/>
                    <a:gd name="connsiteY1" fmla="*/ 39367 h 4150689"/>
                    <a:gd name="connsiteX2" fmla="*/ 311943 w 311943"/>
                    <a:gd name="connsiteY2" fmla="*/ 4075574 h 4150689"/>
                    <a:gd name="connsiteX3" fmla="*/ 0 w 311943"/>
                    <a:gd name="connsiteY3" fmla="*/ 4147015 h 4150689"/>
                    <a:gd name="connsiteX4" fmla="*/ 0 w 311943"/>
                    <a:gd name="connsiteY4" fmla="*/ 6814 h 4150689"/>
                    <a:gd name="connsiteX0" fmla="*/ 0 w 311943"/>
                    <a:gd name="connsiteY0" fmla="*/ 6814 h 4150689"/>
                    <a:gd name="connsiteX1" fmla="*/ 143667 w 311943"/>
                    <a:gd name="connsiteY1" fmla="*/ 5239 h 4150689"/>
                    <a:gd name="connsiteX2" fmla="*/ 294481 w 311943"/>
                    <a:gd name="connsiteY2" fmla="*/ 149701 h 4150689"/>
                    <a:gd name="connsiteX3" fmla="*/ 304799 w 311943"/>
                    <a:gd name="connsiteY3" fmla="*/ 3501699 h 4150689"/>
                    <a:gd name="connsiteX4" fmla="*/ 303231 w 311943"/>
                    <a:gd name="connsiteY4" fmla="*/ 3969234 h 4150689"/>
                    <a:gd name="connsiteX5" fmla="*/ 119861 w 311943"/>
                    <a:gd name="connsiteY5" fmla="*/ 4147812 h 4150689"/>
                    <a:gd name="connsiteX6" fmla="*/ 0 w 311943"/>
                    <a:gd name="connsiteY6" fmla="*/ 4147015 h 4150689"/>
                    <a:gd name="connsiteX0" fmla="*/ 0 w 311943"/>
                    <a:gd name="connsiteY0" fmla="*/ 6814 h 4152246"/>
                    <a:gd name="connsiteX1" fmla="*/ 300036 w 311943"/>
                    <a:gd name="connsiteY1" fmla="*/ 39367 h 4152246"/>
                    <a:gd name="connsiteX2" fmla="*/ 311943 w 311943"/>
                    <a:gd name="connsiteY2" fmla="*/ 4075574 h 4152246"/>
                    <a:gd name="connsiteX3" fmla="*/ 0 w 311943"/>
                    <a:gd name="connsiteY3" fmla="*/ 4147015 h 4152246"/>
                    <a:gd name="connsiteX4" fmla="*/ 0 w 311943"/>
                    <a:gd name="connsiteY4" fmla="*/ 6814 h 4152246"/>
                    <a:gd name="connsiteX0" fmla="*/ 0 w 311943"/>
                    <a:gd name="connsiteY0" fmla="*/ 6814 h 4152246"/>
                    <a:gd name="connsiteX1" fmla="*/ 143667 w 311943"/>
                    <a:gd name="connsiteY1" fmla="*/ 5239 h 4152246"/>
                    <a:gd name="connsiteX2" fmla="*/ 294481 w 311943"/>
                    <a:gd name="connsiteY2" fmla="*/ 149701 h 4152246"/>
                    <a:gd name="connsiteX3" fmla="*/ 304799 w 311943"/>
                    <a:gd name="connsiteY3" fmla="*/ 3501699 h 4152246"/>
                    <a:gd name="connsiteX4" fmla="*/ 303231 w 311943"/>
                    <a:gd name="connsiteY4" fmla="*/ 3969234 h 4152246"/>
                    <a:gd name="connsiteX5" fmla="*/ 119861 w 311943"/>
                    <a:gd name="connsiteY5" fmla="*/ 4147812 h 4152246"/>
                    <a:gd name="connsiteX6" fmla="*/ 0 w 311943"/>
                    <a:gd name="connsiteY6" fmla="*/ 4147015 h 4152246"/>
                    <a:gd name="connsiteX0" fmla="*/ 0 w 311943"/>
                    <a:gd name="connsiteY0" fmla="*/ 6814 h 4170811"/>
                    <a:gd name="connsiteX1" fmla="*/ 300036 w 311943"/>
                    <a:gd name="connsiteY1" fmla="*/ 39367 h 4170811"/>
                    <a:gd name="connsiteX2" fmla="*/ 311943 w 311943"/>
                    <a:gd name="connsiteY2" fmla="*/ 4075574 h 4170811"/>
                    <a:gd name="connsiteX3" fmla="*/ 0 w 311943"/>
                    <a:gd name="connsiteY3" fmla="*/ 4147015 h 4170811"/>
                    <a:gd name="connsiteX4" fmla="*/ 0 w 311943"/>
                    <a:gd name="connsiteY4" fmla="*/ 6814 h 4170811"/>
                    <a:gd name="connsiteX0" fmla="*/ 0 w 311943"/>
                    <a:gd name="connsiteY0" fmla="*/ 6814 h 4170811"/>
                    <a:gd name="connsiteX1" fmla="*/ 143667 w 311943"/>
                    <a:gd name="connsiteY1" fmla="*/ 5239 h 4170811"/>
                    <a:gd name="connsiteX2" fmla="*/ 294481 w 311943"/>
                    <a:gd name="connsiteY2" fmla="*/ 149701 h 4170811"/>
                    <a:gd name="connsiteX3" fmla="*/ 304799 w 311943"/>
                    <a:gd name="connsiteY3" fmla="*/ 3501699 h 4170811"/>
                    <a:gd name="connsiteX4" fmla="*/ 296091 w 311943"/>
                    <a:gd name="connsiteY4" fmla="*/ 4024006 h 4170811"/>
                    <a:gd name="connsiteX5" fmla="*/ 119861 w 311943"/>
                    <a:gd name="connsiteY5" fmla="*/ 4147812 h 4170811"/>
                    <a:gd name="connsiteX6" fmla="*/ 0 w 311943"/>
                    <a:gd name="connsiteY6" fmla="*/ 4147015 h 4170811"/>
                    <a:gd name="connsiteX0" fmla="*/ 0 w 311943"/>
                    <a:gd name="connsiteY0" fmla="*/ 6814 h 4148991"/>
                    <a:gd name="connsiteX1" fmla="*/ 300036 w 311943"/>
                    <a:gd name="connsiteY1" fmla="*/ 39367 h 4148991"/>
                    <a:gd name="connsiteX2" fmla="*/ 311943 w 311943"/>
                    <a:gd name="connsiteY2" fmla="*/ 4075574 h 4148991"/>
                    <a:gd name="connsiteX3" fmla="*/ 0 w 311943"/>
                    <a:gd name="connsiteY3" fmla="*/ 4147015 h 4148991"/>
                    <a:gd name="connsiteX4" fmla="*/ 0 w 311943"/>
                    <a:gd name="connsiteY4" fmla="*/ 6814 h 4148991"/>
                    <a:gd name="connsiteX0" fmla="*/ 0 w 311943"/>
                    <a:gd name="connsiteY0" fmla="*/ 6814 h 4148991"/>
                    <a:gd name="connsiteX1" fmla="*/ 143667 w 311943"/>
                    <a:gd name="connsiteY1" fmla="*/ 5239 h 4148991"/>
                    <a:gd name="connsiteX2" fmla="*/ 294481 w 311943"/>
                    <a:gd name="connsiteY2" fmla="*/ 149701 h 4148991"/>
                    <a:gd name="connsiteX3" fmla="*/ 304799 w 311943"/>
                    <a:gd name="connsiteY3" fmla="*/ 3501699 h 4148991"/>
                    <a:gd name="connsiteX4" fmla="*/ 296091 w 311943"/>
                    <a:gd name="connsiteY4" fmla="*/ 4024006 h 4148991"/>
                    <a:gd name="connsiteX5" fmla="*/ 119861 w 311943"/>
                    <a:gd name="connsiteY5" fmla="*/ 4147812 h 4148991"/>
                    <a:gd name="connsiteX6" fmla="*/ 0 w 311943"/>
                    <a:gd name="connsiteY6" fmla="*/ 4147015 h 4148991"/>
                    <a:gd name="connsiteX0" fmla="*/ 0 w 311943"/>
                    <a:gd name="connsiteY0" fmla="*/ 6814 h 4147862"/>
                    <a:gd name="connsiteX1" fmla="*/ 300036 w 311943"/>
                    <a:gd name="connsiteY1" fmla="*/ 39367 h 4147862"/>
                    <a:gd name="connsiteX2" fmla="*/ 311943 w 311943"/>
                    <a:gd name="connsiteY2" fmla="*/ 4075574 h 4147862"/>
                    <a:gd name="connsiteX3" fmla="*/ 0 w 311943"/>
                    <a:gd name="connsiteY3" fmla="*/ 4147015 h 4147862"/>
                    <a:gd name="connsiteX4" fmla="*/ 0 w 311943"/>
                    <a:gd name="connsiteY4" fmla="*/ 6814 h 4147862"/>
                    <a:gd name="connsiteX0" fmla="*/ 0 w 311943"/>
                    <a:gd name="connsiteY0" fmla="*/ 6814 h 4147862"/>
                    <a:gd name="connsiteX1" fmla="*/ 143667 w 311943"/>
                    <a:gd name="connsiteY1" fmla="*/ 5239 h 4147862"/>
                    <a:gd name="connsiteX2" fmla="*/ 294481 w 311943"/>
                    <a:gd name="connsiteY2" fmla="*/ 149701 h 4147862"/>
                    <a:gd name="connsiteX3" fmla="*/ 304799 w 311943"/>
                    <a:gd name="connsiteY3" fmla="*/ 3501699 h 4147862"/>
                    <a:gd name="connsiteX4" fmla="*/ 288947 w 311943"/>
                    <a:gd name="connsiteY4" fmla="*/ 3983525 h 4147862"/>
                    <a:gd name="connsiteX5" fmla="*/ 119861 w 311943"/>
                    <a:gd name="connsiteY5" fmla="*/ 4147812 h 4147862"/>
                    <a:gd name="connsiteX6" fmla="*/ 0 w 311943"/>
                    <a:gd name="connsiteY6" fmla="*/ 4147015 h 414786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296094 w 311943"/>
                    <a:gd name="connsiteY4" fmla="*/ 3988290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59 w 311943"/>
                    <a:gd name="connsiteY4" fmla="*/ 3988293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7851"/>
                    <a:gd name="connsiteX1" fmla="*/ 300036 w 311943"/>
                    <a:gd name="connsiteY1" fmla="*/ 39367 h 4147851"/>
                    <a:gd name="connsiteX2" fmla="*/ 311943 w 311943"/>
                    <a:gd name="connsiteY2" fmla="*/ 4075574 h 4147851"/>
                    <a:gd name="connsiteX3" fmla="*/ 0 w 311943"/>
                    <a:gd name="connsiteY3" fmla="*/ 4147015 h 4147851"/>
                    <a:gd name="connsiteX4" fmla="*/ 0 w 311943"/>
                    <a:gd name="connsiteY4" fmla="*/ 6814 h 4147851"/>
                    <a:gd name="connsiteX0" fmla="*/ 0 w 311943"/>
                    <a:gd name="connsiteY0" fmla="*/ 6814 h 4147851"/>
                    <a:gd name="connsiteX1" fmla="*/ 143667 w 311943"/>
                    <a:gd name="connsiteY1" fmla="*/ 5239 h 4147851"/>
                    <a:gd name="connsiteX2" fmla="*/ 294481 w 311943"/>
                    <a:gd name="connsiteY2" fmla="*/ 149701 h 4147851"/>
                    <a:gd name="connsiteX3" fmla="*/ 304799 w 311943"/>
                    <a:gd name="connsiteY3" fmla="*/ 3501699 h 4147851"/>
                    <a:gd name="connsiteX4" fmla="*/ 303243 w 311943"/>
                    <a:gd name="connsiteY4" fmla="*/ 3976389 h 4147851"/>
                    <a:gd name="connsiteX5" fmla="*/ 119861 w 311943"/>
                    <a:gd name="connsiteY5" fmla="*/ 4147812 h 4147851"/>
                    <a:gd name="connsiteX6" fmla="*/ 0 w 311943"/>
                    <a:gd name="connsiteY6" fmla="*/ 4147015 h 4147851"/>
                    <a:gd name="connsiteX0" fmla="*/ 0 w 311943"/>
                    <a:gd name="connsiteY0" fmla="*/ 6814 h 4147872"/>
                    <a:gd name="connsiteX1" fmla="*/ 300036 w 311943"/>
                    <a:gd name="connsiteY1" fmla="*/ 39367 h 4147872"/>
                    <a:gd name="connsiteX2" fmla="*/ 311943 w 311943"/>
                    <a:gd name="connsiteY2" fmla="*/ 4075574 h 4147872"/>
                    <a:gd name="connsiteX3" fmla="*/ 0 w 311943"/>
                    <a:gd name="connsiteY3" fmla="*/ 4147015 h 4147872"/>
                    <a:gd name="connsiteX4" fmla="*/ 0 w 311943"/>
                    <a:gd name="connsiteY4" fmla="*/ 6814 h 4147872"/>
                    <a:gd name="connsiteX0" fmla="*/ 0 w 311943"/>
                    <a:gd name="connsiteY0" fmla="*/ 6814 h 4147872"/>
                    <a:gd name="connsiteX1" fmla="*/ 143667 w 311943"/>
                    <a:gd name="connsiteY1" fmla="*/ 5239 h 4147872"/>
                    <a:gd name="connsiteX2" fmla="*/ 294481 w 311943"/>
                    <a:gd name="connsiteY2" fmla="*/ 149701 h 4147872"/>
                    <a:gd name="connsiteX3" fmla="*/ 304799 w 311943"/>
                    <a:gd name="connsiteY3" fmla="*/ 3501699 h 4147872"/>
                    <a:gd name="connsiteX4" fmla="*/ 300862 w 311943"/>
                    <a:gd name="connsiteY4" fmla="*/ 3988296 h 4147872"/>
                    <a:gd name="connsiteX5" fmla="*/ 119861 w 311943"/>
                    <a:gd name="connsiteY5" fmla="*/ 4147812 h 4147872"/>
                    <a:gd name="connsiteX6" fmla="*/ 0 w 311943"/>
                    <a:gd name="connsiteY6" fmla="*/ 4147015 h 4147872"/>
                    <a:gd name="connsiteX0" fmla="*/ 0 w 311943"/>
                    <a:gd name="connsiteY0" fmla="*/ 6814 h 4148938"/>
                    <a:gd name="connsiteX1" fmla="*/ 300036 w 311943"/>
                    <a:gd name="connsiteY1" fmla="*/ 39367 h 4148938"/>
                    <a:gd name="connsiteX2" fmla="*/ 311943 w 311943"/>
                    <a:gd name="connsiteY2" fmla="*/ 4075574 h 4148938"/>
                    <a:gd name="connsiteX3" fmla="*/ 0 w 311943"/>
                    <a:gd name="connsiteY3" fmla="*/ 4147015 h 4148938"/>
                    <a:gd name="connsiteX4" fmla="*/ 0 w 311943"/>
                    <a:gd name="connsiteY4" fmla="*/ 6814 h 4148938"/>
                    <a:gd name="connsiteX0" fmla="*/ 0 w 311943"/>
                    <a:gd name="connsiteY0" fmla="*/ 6814 h 4148938"/>
                    <a:gd name="connsiteX1" fmla="*/ 143667 w 311943"/>
                    <a:gd name="connsiteY1" fmla="*/ 5239 h 4148938"/>
                    <a:gd name="connsiteX2" fmla="*/ 294481 w 311943"/>
                    <a:gd name="connsiteY2" fmla="*/ 149701 h 4148938"/>
                    <a:gd name="connsiteX3" fmla="*/ 304799 w 311943"/>
                    <a:gd name="connsiteY3" fmla="*/ 3501699 h 4148938"/>
                    <a:gd name="connsiteX4" fmla="*/ 300862 w 311943"/>
                    <a:gd name="connsiteY4" fmla="*/ 3988296 h 4148938"/>
                    <a:gd name="connsiteX5" fmla="*/ 119861 w 311943"/>
                    <a:gd name="connsiteY5" fmla="*/ 4147812 h 4148938"/>
                    <a:gd name="connsiteX6" fmla="*/ 0 w 311943"/>
                    <a:gd name="connsiteY6" fmla="*/ 4147015 h 4148938"/>
                    <a:gd name="connsiteX0" fmla="*/ 0 w 311943"/>
                    <a:gd name="connsiteY0" fmla="*/ 6814 h 4150317"/>
                    <a:gd name="connsiteX1" fmla="*/ 300036 w 311943"/>
                    <a:gd name="connsiteY1" fmla="*/ 39367 h 4150317"/>
                    <a:gd name="connsiteX2" fmla="*/ 311943 w 311943"/>
                    <a:gd name="connsiteY2" fmla="*/ 4075574 h 4150317"/>
                    <a:gd name="connsiteX3" fmla="*/ 0 w 311943"/>
                    <a:gd name="connsiteY3" fmla="*/ 4147015 h 4150317"/>
                    <a:gd name="connsiteX4" fmla="*/ 0 w 311943"/>
                    <a:gd name="connsiteY4" fmla="*/ 6814 h 4150317"/>
                    <a:gd name="connsiteX0" fmla="*/ 0 w 311943"/>
                    <a:gd name="connsiteY0" fmla="*/ 6814 h 4150317"/>
                    <a:gd name="connsiteX1" fmla="*/ 143667 w 311943"/>
                    <a:gd name="connsiteY1" fmla="*/ 5239 h 4150317"/>
                    <a:gd name="connsiteX2" fmla="*/ 294481 w 311943"/>
                    <a:gd name="connsiteY2" fmla="*/ 149701 h 4150317"/>
                    <a:gd name="connsiteX3" fmla="*/ 304799 w 311943"/>
                    <a:gd name="connsiteY3" fmla="*/ 3501699 h 4150317"/>
                    <a:gd name="connsiteX4" fmla="*/ 300862 w 311943"/>
                    <a:gd name="connsiteY4" fmla="*/ 3988296 h 4150317"/>
                    <a:gd name="connsiteX5" fmla="*/ 119861 w 311943"/>
                    <a:gd name="connsiteY5" fmla="*/ 4147812 h 4150317"/>
                    <a:gd name="connsiteX6" fmla="*/ 0 w 311943"/>
                    <a:gd name="connsiteY6" fmla="*/ 4147015 h 4150317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6"/>
                    <a:gd name="connsiteX1" fmla="*/ 300036 w 311943"/>
                    <a:gd name="connsiteY1" fmla="*/ 39367 h 4147836"/>
                    <a:gd name="connsiteX2" fmla="*/ 311943 w 311943"/>
                    <a:gd name="connsiteY2" fmla="*/ 4075574 h 4147836"/>
                    <a:gd name="connsiteX3" fmla="*/ 0 w 311943"/>
                    <a:gd name="connsiteY3" fmla="*/ 4147015 h 4147836"/>
                    <a:gd name="connsiteX4" fmla="*/ 0 w 311943"/>
                    <a:gd name="connsiteY4" fmla="*/ 6814 h 4147836"/>
                    <a:gd name="connsiteX0" fmla="*/ 0 w 311943"/>
                    <a:gd name="connsiteY0" fmla="*/ 6814 h 4147836"/>
                    <a:gd name="connsiteX1" fmla="*/ 143667 w 311943"/>
                    <a:gd name="connsiteY1" fmla="*/ 5239 h 4147836"/>
                    <a:gd name="connsiteX2" fmla="*/ 294481 w 311943"/>
                    <a:gd name="connsiteY2" fmla="*/ 149701 h 4147836"/>
                    <a:gd name="connsiteX3" fmla="*/ 304799 w 311943"/>
                    <a:gd name="connsiteY3" fmla="*/ 3501699 h 4147836"/>
                    <a:gd name="connsiteX4" fmla="*/ 303243 w 311943"/>
                    <a:gd name="connsiteY4" fmla="*/ 3904952 h 4147836"/>
                    <a:gd name="connsiteX5" fmla="*/ 119861 w 311943"/>
                    <a:gd name="connsiteY5" fmla="*/ 4147812 h 4147836"/>
                    <a:gd name="connsiteX6" fmla="*/ 0 w 311943"/>
                    <a:gd name="connsiteY6" fmla="*/ 4147015 h 4147836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3243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  <a:gd name="connsiteX0" fmla="*/ 0 w 311943"/>
                    <a:gd name="connsiteY0" fmla="*/ 6814 h 4147837"/>
                    <a:gd name="connsiteX1" fmla="*/ 300036 w 311943"/>
                    <a:gd name="connsiteY1" fmla="*/ 39367 h 4147837"/>
                    <a:gd name="connsiteX2" fmla="*/ 311943 w 311943"/>
                    <a:gd name="connsiteY2" fmla="*/ 4075574 h 4147837"/>
                    <a:gd name="connsiteX3" fmla="*/ 0 w 311943"/>
                    <a:gd name="connsiteY3" fmla="*/ 4147015 h 4147837"/>
                    <a:gd name="connsiteX4" fmla="*/ 0 w 311943"/>
                    <a:gd name="connsiteY4" fmla="*/ 6814 h 4147837"/>
                    <a:gd name="connsiteX0" fmla="*/ 0 w 311943"/>
                    <a:gd name="connsiteY0" fmla="*/ 6814 h 4147837"/>
                    <a:gd name="connsiteX1" fmla="*/ 143667 w 311943"/>
                    <a:gd name="connsiteY1" fmla="*/ 5239 h 4147837"/>
                    <a:gd name="connsiteX2" fmla="*/ 294481 w 311943"/>
                    <a:gd name="connsiteY2" fmla="*/ 149701 h 4147837"/>
                    <a:gd name="connsiteX3" fmla="*/ 304799 w 311943"/>
                    <a:gd name="connsiteY3" fmla="*/ 3501699 h 4147837"/>
                    <a:gd name="connsiteX4" fmla="*/ 305624 w 311943"/>
                    <a:gd name="connsiteY4" fmla="*/ 3904952 h 4147837"/>
                    <a:gd name="connsiteX5" fmla="*/ 119861 w 311943"/>
                    <a:gd name="connsiteY5" fmla="*/ 4147812 h 4147837"/>
                    <a:gd name="connsiteX6" fmla="*/ 0 w 311943"/>
                    <a:gd name="connsiteY6" fmla="*/ 4147015 h 41478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311943" h="4147837" stroke="0" extrusionOk="0">
                      <a:moveTo>
                        <a:pt x="0" y="6814"/>
                      </a:moveTo>
                      <a:cubicBezTo>
                        <a:pt x="88900" y="18458"/>
                        <a:pt x="220661" y="-32602"/>
                        <a:pt x="300036" y="39367"/>
                      </a:cubicBezTo>
                      <a:cubicBezTo>
                        <a:pt x="305592" y="1407788"/>
                        <a:pt x="306387" y="2707153"/>
                        <a:pt x="311943" y="4075574"/>
                      </a:cubicBezTo>
                      <a:cubicBezTo>
                        <a:pt x="311943" y="4075576"/>
                        <a:pt x="163075" y="4147015"/>
                        <a:pt x="0" y="4147015"/>
                      </a:cubicBezTo>
                      <a:lnTo>
                        <a:pt x="0" y="6814"/>
                      </a:lnTo>
                      <a:close/>
                    </a:path>
                    <a:path w="311943" h="4147837" fill="none">
                      <a:moveTo>
                        <a:pt x="0" y="6814"/>
                      </a:moveTo>
                      <a:lnTo>
                        <a:pt x="143667" y="5239"/>
                      </a:lnTo>
                      <a:cubicBezTo>
                        <a:pt x="202670" y="4180"/>
                        <a:pt x="287867" y="57923"/>
                        <a:pt x="294481" y="149701"/>
                      </a:cubicBezTo>
                      <a:cubicBezTo>
                        <a:pt x="298714" y="1474734"/>
                        <a:pt x="300566" y="2176666"/>
                        <a:pt x="304799" y="3501699"/>
                      </a:cubicBezTo>
                      <a:cubicBezTo>
                        <a:pt x="307048" y="4062084"/>
                        <a:pt x="303109" y="3792516"/>
                        <a:pt x="305624" y="3904952"/>
                      </a:cubicBezTo>
                      <a:cubicBezTo>
                        <a:pt x="303399" y="4098386"/>
                        <a:pt x="211684" y="4149147"/>
                        <a:pt x="119861" y="4147812"/>
                      </a:cubicBezTo>
                      <a:lnTo>
                        <a:pt x="0" y="4147015"/>
                      </a:lnTo>
                    </a:path>
                  </a:pathLst>
                </a:custGeom>
                <a:grpFill/>
                <a:ln w="38100">
                  <a:solidFill>
                    <a:srgbClr val="36AAD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endParaRPr lang="ko-KR" altLang="en-US" sz="1600" spc="-300">
                    <a:latin typeface="나눔바른고딕" panose="020B0603020101020101" pitchFamily="50" charset="-127"/>
                    <a:ea typeface="나눔바른고딕" panose="020B0603020101020101" pitchFamily="50" charset="-127"/>
                  </a:endParaRP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xmlns="" id="{79A70323-5B35-48C6-9BB9-F8077C26B33C}"/>
                  </a:ext>
                </a:extLst>
              </p:cNvPr>
              <p:cNvSpPr txBox="1"/>
              <p:nvPr/>
            </p:nvSpPr>
            <p:spPr>
              <a:xfrm>
                <a:off x="6605244" y="2539137"/>
                <a:ext cx="4063626" cy="502238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US" altLang="ko-KR" b="1" spc="-300" dirty="0">
                    <a:ln w="25400" cap="flat">
                      <a:noFill/>
                      <a:miter lim="800000"/>
                    </a:ln>
                    <a:solidFill>
                      <a:srgbClr val="173F95"/>
                    </a:solidFill>
                    <a:latin typeface="나눔바른고딕" panose="020B0603020101020101" pitchFamily="50" charset="-127"/>
                    <a:ea typeface="나눔바른고딕" panose="020B0603020101020101" pitchFamily="50" charset="-127"/>
                  </a:rPr>
                  <a:t>2</a:t>
                </a:r>
                <a:endParaRPr lang="ko-KR" altLang="en-US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xmlns="" id="{480E3B80-4E60-4F8C-8410-CEA9DA3B2211}"/>
                </a:ext>
              </a:extLst>
            </p:cNvPr>
            <p:cNvSpPr txBox="1"/>
            <p:nvPr/>
          </p:nvSpPr>
          <p:spPr>
            <a:xfrm>
              <a:off x="2649195" y="3028564"/>
              <a:ext cx="334065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R </a:t>
              </a:r>
              <a:r>
                <a:rPr lang="ko-KR" altLang="en-US" sz="4800" b="1" spc="-190" dirty="0">
                  <a:ln w="25400" cap="flat">
                    <a:solidFill>
                      <a:schemeClr val="bg1"/>
                    </a:solidFill>
                    <a:miter lim="800000"/>
                  </a:ln>
                  <a:solidFill>
                    <a:srgbClr val="173F95"/>
                  </a:solidFill>
                  <a:effectLst>
                    <a:glow>
                      <a:schemeClr val="bg1"/>
                    </a:glow>
                  </a:effectLst>
                  <a:latin typeface="스웨거 TTF" panose="020B0600000101010101" pitchFamily="50" charset="-127"/>
                  <a:ea typeface="스웨거 TTF" panose="020B0600000101010101" pitchFamily="50" charset="-127"/>
                </a:rPr>
                <a:t>복합자료형 익히기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59963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 </a:t>
            </a:r>
            <a:r>
              <a:rPr lang="ko-KR" altLang="en-US" dirty="0"/>
              <a:t>기본</a:t>
            </a:r>
            <a:r>
              <a:rPr lang="en-US" altLang="ko-KR" dirty="0"/>
              <a:t>(base) </a:t>
            </a:r>
            <a:r>
              <a:rPr lang="ko-KR" altLang="en-US" dirty="0"/>
              <a:t>패키지 샘플데이터셋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기본패키지에 포함된 내장 샘플데이터셋을 </a:t>
            </a:r>
            <a:r>
              <a:rPr lang="ko-KR" altLang="en-US" dirty="0" err="1"/>
              <a:t>로딩하고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코딩북</a:t>
            </a:r>
            <a:r>
              <a:rPr lang="en-US" altLang="ko-KR" dirty="0"/>
              <a:t>(coding book) </a:t>
            </a:r>
            <a:r>
              <a:rPr lang="ko-KR" altLang="en-US" dirty="0"/>
              <a:t>도움말을 확인해 분석에 활용 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7566803-98DF-4B54-B333-DADBBDA33E61}"/>
              </a:ext>
            </a:extLst>
          </p:cNvPr>
          <p:cNvSpPr/>
          <p:nvPr/>
        </p:nvSpPr>
        <p:spPr>
          <a:xfrm>
            <a:off x="515937" y="2030388"/>
            <a:ext cx="3492501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 메모리에 로딩된 패키지 목록 확인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search()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R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내장 데이터셋 패키지에 대한 도움말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help(package = datasets)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library(help = datasets)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9B014583-9E69-4B1B-88A9-C6F684AE1845}"/>
              </a:ext>
            </a:extLst>
          </p:cNvPr>
          <p:cNvSpPr/>
          <p:nvPr/>
        </p:nvSpPr>
        <p:spPr>
          <a:xfrm>
            <a:off x="4161387" y="2030388"/>
            <a:ext cx="6867162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datasets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샘플데이터셋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붓꽃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품종특성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data(iris)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airquality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뉴욕시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대기질측정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airquality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mtcars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자동차 연비평가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mtcars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airquality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샘플데이터셋에 대한 도움말 확인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airquality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FE8DF440-D669-4A7C-A904-1603C68BB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85" y="2452846"/>
            <a:ext cx="3168352" cy="61206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6EE4CAE2-6189-4B70-BA05-AADC99549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85" y="3823320"/>
            <a:ext cx="2180818" cy="16269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9E5AD98C-C0B5-4442-87CE-5FF32E326B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85" y="5551204"/>
            <a:ext cx="3168352" cy="108520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FABD3DF5-1B62-4DD8-A384-2886DB46B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2422" y="2254351"/>
            <a:ext cx="4381500" cy="6116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488EED25-5884-4ADF-A1B9-177ACB5EE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2647" y="2927996"/>
            <a:ext cx="2581275" cy="6116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xmlns="" id="{D8A3C940-70B9-4649-8ACF-472D26018F9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6172" y="3609020"/>
            <a:ext cx="4857750" cy="61162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60B79F41-E232-4A94-9794-15C4511A791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12224" y="5345343"/>
            <a:ext cx="2699125" cy="11765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F90380A5-2ED6-4DBE-BDF7-174F260A98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58073" y="4800227"/>
            <a:ext cx="2939221" cy="10204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12EC274B-3D1B-48DF-88E0-C6DC7838C2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21578" y="5349453"/>
            <a:ext cx="1933426" cy="12525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675215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사각형: 둥근 모서리 76">
            <a:extLst>
              <a:ext uri="{FF2B5EF4-FFF2-40B4-BE49-F238E27FC236}">
                <a16:creationId xmlns:a16="http://schemas.microsoft.com/office/drawing/2014/main" xmlns="" id="{8BBF6961-62EC-490C-80C7-B3E923EFF4FB}"/>
              </a:ext>
            </a:extLst>
          </p:cNvPr>
          <p:cNvSpPr/>
          <p:nvPr/>
        </p:nvSpPr>
        <p:spPr>
          <a:xfrm>
            <a:off x="5203329" y="2030388"/>
            <a:ext cx="5348824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패키지에 들어 있는 예제데이터셋 목록조회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data(package = 'ggplot2')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ggplot2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패키지에 있는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mpg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예제데이터셋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data(mpg, package = 'ggplot2')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mpg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mpg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샘플데이터셋에 대한 도움말 확인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help(mpg)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 </a:t>
            </a:r>
            <a:r>
              <a:rPr lang="ko-KR" altLang="en-US" dirty="0"/>
              <a:t>기여</a:t>
            </a:r>
            <a:r>
              <a:rPr lang="en-US" altLang="ko-KR" dirty="0"/>
              <a:t>(contributed) </a:t>
            </a:r>
            <a:r>
              <a:rPr lang="ko-KR" altLang="en-US" dirty="0"/>
              <a:t>패키지 샘플데이터셋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기여패키지에 포함된 내장 샘플데이터셋을 </a:t>
            </a:r>
            <a:r>
              <a:rPr lang="ko-KR" altLang="en-US" dirty="0" err="1"/>
              <a:t>로딩하고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코딩북</a:t>
            </a:r>
            <a:r>
              <a:rPr lang="en-US" altLang="ko-KR" dirty="0"/>
              <a:t>(coding book) </a:t>
            </a:r>
            <a:r>
              <a:rPr lang="ko-KR" altLang="en-US" dirty="0"/>
              <a:t>도움말을 확인해 분석에 활용 할 수 있음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29FE4AD3-2976-45D8-9576-A7840528DE17}"/>
              </a:ext>
            </a:extLst>
          </p:cNvPr>
          <p:cNvSpPr/>
          <p:nvPr/>
        </p:nvSpPr>
        <p:spPr>
          <a:xfrm>
            <a:off x="515937" y="2030388"/>
            <a:ext cx="4031891" cy="467237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필요한 패키지 다운로드 및 설치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('ggplot2')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패키지기능 메모리로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library(ggplot2)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 도움말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help(package = ggplot2)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library(help = ggplot2)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5DD8B822-73A9-4DA2-85CB-FFBAC08ECF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50" y="2456892"/>
            <a:ext cx="4374463" cy="14415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3437F0A1-D65F-4D86-A18E-F7A4C384B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389" y="5826104"/>
            <a:ext cx="3966163" cy="7621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xmlns="" id="{E71153B8-E45C-4183-A837-06D8BEA5E39C}"/>
              </a:ext>
            </a:extLst>
          </p:cNvPr>
          <p:cNvGrpSpPr/>
          <p:nvPr/>
        </p:nvGrpSpPr>
        <p:grpSpPr>
          <a:xfrm>
            <a:off x="5411924" y="2514018"/>
            <a:ext cx="5847528" cy="1611248"/>
            <a:chOff x="-2868996" y="4535210"/>
            <a:chExt cx="6325952" cy="1743075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5EB34904-5CCD-47DE-B9B7-C4F045A28AE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r="84485"/>
            <a:stretch/>
          </p:blipFill>
          <p:spPr>
            <a:xfrm>
              <a:off x="-2868996" y="4535210"/>
              <a:ext cx="1188132" cy="17430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xmlns="" id="{47D50851-C40B-4054-85B2-3B5A485789B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l="32910"/>
            <a:stretch/>
          </p:blipFill>
          <p:spPr>
            <a:xfrm>
              <a:off x="-1680864" y="4535210"/>
              <a:ext cx="5137820" cy="174307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DE798947-0224-413E-B70A-1D5C745A38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169" y="4644415"/>
            <a:ext cx="4829721" cy="8243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1B248335-0E6D-410D-A9C0-E450150D9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350" y="4597499"/>
            <a:ext cx="4374463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24345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1D3D9D81-E603-47FE-BB9C-B7A1B0DC58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4878" y="1900874"/>
            <a:ext cx="3832212" cy="1717539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xmlns="" id="{58CEEE5F-B4EA-4ECB-A22B-5F36A51D1A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7028" y="1900874"/>
            <a:ext cx="3824441" cy="1717538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상에 </a:t>
            </a:r>
            <a:r>
              <a:rPr lang="ko-KR" altLang="en-US" dirty="0" err="1"/>
              <a:t>로딩용</a:t>
            </a:r>
            <a:r>
              <a:rPr lang="ko-KR" altLang="en-US" dirty="0"/>
              <a:t> </a:t>
            </a:r>
            <a:r>
              <a:rPr lang="ko-KR" altLang="en-US" dirty="0" err="1"/>
              <a:t>플레인텍스트파일</a:t>
            </a:r>
            <a:r>
              <a:rPr lang="ko-KR" altLang="en-US" dirty="0"/>
              <a:t> 준비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작업경로에 메모리로 </a:t>
            </a:r>
            <a:r>
              <a:rPr lang="ko-KR" altLang="en-US" dirty="0" err="1"/>
              <a:t>로딩할</a:t>
            </a:r>
            <a:r>
              <a:rPr lang="ko-KR" altLang="en-US" dirty="0"/>
              <a:t> </a:t>
            </a:r>
            <a:r>
              <a:rPr lang="ko-KR" altLang="en-US" dirty="0" err="1"/>
              <a:t>플레인텍스트파일이</a:t>
            </a:r>
            <a:r>
              <a:rPr lang="ko-KR" altLang="en-US" dirty="0"/>
              <a:t> 준비되어 있으며</a:t>
            </a:r>
            <a:r>
              <a:rPr lang="en-US" altLang="ko-KR" dirty="0"/>
              <a:t>, </a:t>
            </a:r>
            <a:r>
              <a:rPr lang="ko-KR" altLang="en-US" dirty="0"/>
              <a:t>파일간 특성차이가 존재함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582C56F2-40A1-41FC-B17F-D1085AC90D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726" y="2375435"/>
            <a:ext cx="2095331" cy="1766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모서리가 둥근 직사각형 29">
            <a:extLst>
              <a:ext uri="{FF2B5EF4-FFF2-40B4-BE49-F238E27FC236}">
                <a16:creationId xmlns:a16="http://schemas.microsoft.com/office/drawing/2014/main" xmlns="" id="{91D735A9-CCB7-4FAF-8750-CB21E19C707A}"/>
              </a:ext>
            </a:extLst>
          </p:cNvPr>
          <p:cNvSpPr/>
          <p:nvPr/>
        </p:nvSpPr>
        <p:spPr bwMode="auto">
          <a:xfrm>
            <a:off x="738726" y="1893809"/>
            <a:ext cx="2126659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작업경로 파일보유상태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AF480521-ACCD-4DED-95D5-CE7CBBC05731}"/>
              </a:ext>
            </a:extLst>
          </p:cNvPr>
          <p:cNvSpPr txBox="1"/>
          <p:nvPr/>
        </p:nvSpPr>
        <p:spPr>
          <a:xfrm>
            <a:off x="3251684" y="3609020"/>
            <a:ext cx="4067175" cy="5262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헤더자리에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변수컬럼이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있고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관찰치가 아래로 이어져 있는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행과열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구조의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정형데이터포맷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ED797C8B-B755-46F7-9D4F-664D85D210AE}"/>
              </a:ext>
            </a:extLst>
          </p:cNvPr>
          <p:cNvSpPr txBox="1"/>
          <p:nvPr/>
        </p:nvSpPr>
        <p:spPr>
          <a:xfrm>
            <a:off x="7138782" y="3609020"/>
            <a:ext cx="4067175" cy="5262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헤더가 없고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요소값들이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탭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(tab)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간격으로 구분되어 있으며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상단에 간단한 설명문이 포함된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데이터포맷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사각형: 둥근 모서리 7">
            <a:extLst>
              <a:ext uri="{FF2B5EF4-FFF2-40B4-BE49-F238E27FC236}">
                <a16:creationId xmlns:a16="http://schemas.microsoft.com/office/drawing/2014/main" xmlns="" id="{0A8BE74B-70AE-45C7-B932-6664BC668C80}"/>
              </a:ext>
            </a:extLst>
          </p:cNvPr>
          <p:cNvSpPr/>
          <p:nvPr/>
        </p:nvSpPr>
        <p:spPr>
          <a:xfrm>
            <a:off x="683323" y="2885646"/>
            <a:ext cx="1188578" cy="404776"/>
          </a:xfrm>
          <a:prstGeom prst="roundRect">
            <a:avLst>
              <a:gd name="adj" fmla="val 7695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">
            <a:extLst>
              <a:ext uri="{FF2B5EF4-FFF2-40B4-BE49-F238E27FC236}">
                <a16:creationId xmlns:a16="http://schemas.microsoft.com/office/drawing/2014/main" xmlns="" id="{18F4879D-4444-4BB1-A9E5-232DBC98650E}"/>
              </a:ext>
            </a:extLst>
          </p:cNvPr>
          <p:cNvSpPr/>
          <p:nvPr/>
        </p:nvSpPr>
        <p:spPr>
          <a:xfrm>
            <a:off x="3329195" y="1940011"/>
            <a:ext cx="1051592" cy="211369"/>
          </a:xfrm>
          <a:prstGeom prst="roundRect">
            <a:avLst>
              <a:gd name="adj" fmla="val 16577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7">
            <a:extLst>
              <a:ext uri="{FF2B5EF4-FFF2-40B4-BE49-F238E27FC236}">
                <a16:creationId xmlns:a16="http://schemas.microsoft.com/office/drawing/2014/main" xmlns="" id="{84CFD232-05C7-419D-9CD8-875D02F81CDD}"/>
              </a:ext>
            </a:extLst>
          </p:cNvPr>
          <p:cNvSpPr/>
          <p:nvPr/>
        </p:nvSpPr>
        <p:spPr>
          <a:xfrm>
            <a:off x="7219256" y="1923535"/>
            <a:ext cx="1051592" cy="211369"/>
          </a:xfrm>
          <a:prstGeom prst="roundRect">
            <a:avLst>
              <a:gd name="adj" fmla="val 16577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xmlns="" id="{4B71142F-5460-4A27-8A5F-24642FEB7625}"/>
              </a:ext>
            </a:extLst>
          </p:cNvPr>
          <p:cNvCxnSpPr>
            <a:stCxn id="19" idx="3"/>
            <a:endCxn id="20" idx="2"/>
          </p:cNvCxnSpPr>
          <p:nvPr/>
        </p:nvCxnSpPr>
        <p:spPr>
          <a:xfrm flipV="1">
            <a:off x="1871901" y="2151380"/>
            <a:ext cx="1983090" cy="93665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xmlns="" id="{B1DC28EE-CCF2-4994-B3F6-57E46B2E7416}"/>
              </a:ext>
            </a:extLst>
          </p:cNvPr>
          <p:cNvCxnSpPr>
            <a:cxnSpLocks/>
            <a:stCxn id="19" idx="3"/>
            <a:endCxn id="24" idx="2"/>
          </p:cNvCxnSpPr>
          <p:nvPr/>
        </p:nvCxnSpPr>
        <p:spPr>
          <a:xfrm flipV="1">
            <a:off x="1871901" y="2134904"/>
            <a:ext cx="5873151" cy="9531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F1FE6D1B-3D8E-4C2E-89D2-77E55F632A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8318" y="6066905"/>
            <a:ext cx="1428750" cy="59055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xmlns="" id="{1AACED81-575B-442B-9BC5-B155385E011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769" y="4437980"/>
            <a:ext cx="2777821" cy="1637866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xmlns="" id="{5C1FDF1D-3D98-4AC8-A789-3032F8E1A5A8}"/>
              </a:ext>
            </a:extLst>
          </p:cNvPr>
          <p:cNvSpPr txBox="1"/>
          <p:nvPr/>
        </p:nvSpPr>
        <p:spPr>
          <a:xfrm>
            <a:off x="3354369" y="4428558"/>
            <a:ext cx="2069034" cy="22313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7"/>
              </a:buBlip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플레인텍스트파일을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다룰 때 어떤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인코딩방식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문자코드체계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으로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저장되어 있는지 확인필요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파일로딩시 옵션사용 필요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ANSI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 EUC-KR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옵션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UTF-8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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UTF-8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옵션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7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필요한 경우 파일저장시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인코딩 방식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변경가능함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</p:txBody>
      </p:sp>
      <p:sp>
        <p:nvSpPr>
          <p:cNvPr id="23" name="사각형: 둥근 모서리 76">
            <a:extLst>
              <a:ext uri="{FF2B5EF4-FFF2-40B4-BE49-F238E27FC236}">
                <a16:creationId xmlns:a16="http://schemas.microsoft.com/office/drawing/2014/main" xmlns="" id="{1CCC2EE2-65A3-484B-A0C3-24929F8A9731}"/>
              </a:ext>
            </a:extLst>
          </p:cNvPr>
          <p:cNvSpPr/>
          <p:nvPr/>
        </p:nvSpPr>
        <p:spPr>
          <a:xfrm>
            <a:off x="5721028" y="4135318"/>
            <a:ext cx="4663277" cy="2570282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현재작업경로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확인과 변경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getwd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setwd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('c:/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Rtest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작업경로내 폴더와 파일 목록 조회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로딩대상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플레인텍스트셋의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파일인코딩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(encoding)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형식 파악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guess_encoding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('customer.csv')</a:t>
            </a:r>
          </a:p>
          <a:p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guess_encoding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('customer2.csv')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1191B080-1819-4FDB-8564-76A579DA5B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09929" y="4221088"/>
            <a:ext cx="220980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4773C381-E972-4A04-AE12-B7CC4FB5C0B3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1" r="1276"/>
          <a:stretch/>
        </p:blipFill>
        <p:spPr>
          <a:xfrm>
            <a:off x="8710736" y="5467610"/>
            <a:ext cx="22098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9" name="모서리가 둥근 직사각형 29">
            <a:extLst>
              <a:ext uri="{FF2B5EF4-FFF2-40B4-BE49-F238E27FC236}">
                <a16:creationId xmlns:a16="http://schemas.microsoft.com/office/drawing/2014/main" xmlns="" id="{E7C6BCBD-8578-4C13-AE3E-726A582125E3}"/>
              </a:ext>
            </a:extLst>
          </p:cNvPr>
          <p:cNvSpPr/>
          <p:nvPr/>
        </p:nvSpPr>
        <p:spPr bwMode="auto">
          <a:xfrm>
            <a:off x="1115186" y="4929058"/>
            <a:ext cx="2126659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파일별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400" b="1" kern="0" dirty="0" err="1" smtClea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인코딩형태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33" name="AutoShape 8">
            <a:extLst>
              <a:ext uri="{FF2B5EF4-FFF2-40B4-BE49-F238E27FC236}">
                <a16:creationId xmlns:a16="http://schemas.microsoft.com/office/drawing/2014/main" xmlns="" id="{839FDE5C-9150-40B4-BF82-3D889635BC49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120308" y="3006493"/>
            <a:ext cx="1921926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34" name="AutoShape 8">
            <a:extLst>
              <a:ext uri="{FF2B5EF4-FFF2-40B4-BE49-F238E27FC236}">
                <a16:creationId xmlns:a16="http://schemas.microsoft.com/office/drawing/2014/main" xmlns="" id="{573DB82B-B168-4BAF-8845-EA5F1742419C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 rot="16200000">
            <a:off x="4515219" y="5469929"/>
            <a:ext cx="1921926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669512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상의 </a:t>
            </a:r>
            <a:r>
              <a:rPr lang="ko-KR" altLang="en-US" dirty="0" err="1"/>
              <a:t>플레인텍스트파일</a:t>
            </a:r>
            <a:r>
              <a:rPr lang="ko-KR" altLang="en-US" dirty="0"/>
              <a:t> 기본 함수로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기본패키지에 내장되어 있는 </a:t>
            </a:r>
            <a:r>
              <a:rPr lang="en-US" altLang="ko-KR" dirty="0" err="1"/>
              <a:t>read.table</a:t>
            </a:r>
            <a:r>
              <a:rPr lang="en-US" altLang="ko-KR" dirty="0"/>
              <a:t>() </a:t>
            </a:r>
            <a:r>
              <a:rPr lang="ko-KR" altLang="en-US" dirty="0"/>
              <a:t>함수를 이용해서 다양한 특성을 가진 </a:t>
            </a:r>
            <a:r>
              <a:rPr lang="ko-KR" altLang="en-US" dirty="0" err="1"/>
              <a:t>플레인텍스트</a:t>
            </a:r>
            <a:r>
              <a:rPr lang="ko-KR" altLang="en-US" dirty="0"/>
              <a:t> 파일을 메모리로 </a:t>
            </a:r>
            <a:r>
              <a:rPr lang="ko-KR" altLang="en-US" dirty="0" err="1"/>
              <a:t>로딩함</a:t>
            </a:r>
            <a:endParaRPr lang="ko-KR" altLang="en-US" dirty="0"/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xmlns="" id="{74BBBBBA-44A8-4D4B-A4AF-BE94F1ACD5B5}"/>
              </a:ext>
            </a:extLst>
          </p:cNvPr>
          <p:cNvSpPr/>
          <p:nvPr/>
        </p:nvSpPr>
        <p:spPr>
          <a:xfrm>
            <a:off x="515937" y="1896540"/>
            <a:ext cx="5184019" cy="480622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기본로딩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객체형태로 로딩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'customer.csv',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class(cs)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str(cs)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노이즈처리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옵션사용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'customer.csv',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fileEncoding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euc-kr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 '))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class(cs)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str(cs)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EEFA4780-45FB-450D-A85D-0EBCA16000C4}"/>
              </a:ext>
            </a:extLst>
          </p:cNvPr>
          <p:cNvSpPr/>
          <p:nvPr/>
        </p:nvSpPr>
        <p:spPr>
          <a:xfrm>
            <a:off x="5880533" y="1896540"/>
            <a:ext cx="5472051" cy="480622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부가사항처리 옵션사용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'customer2.csv', header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'\t',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fileEncoding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euc-kr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 '),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skip = 3)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class(cs2)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str(cs2)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cs2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확인과 변경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names(cs2)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names(cs2) &lt;- c('name', 'gender', 'job', 'age',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'grade', 'survey', 'total', 'result')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E83739FF-F17D-4811-8F6A-C25D88B2A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348" y="2321114"/>
            <a:ext cx="3122486" cy="9792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CF7EC293-676B-4D4E-87DF-18C2964EC7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723" y="3059594"/>
            <a:ext cx="995343" cy="24080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DDA84626-E0B9-4083-A947-6514E4DDBD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6348" y="3342228"/>
            <a:ext cx="3700427" cy="12200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xmlns="" id="{CDA9661C-87C0-4C93-9013-65183AFCBE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348" y="5433672"/>
            <a:ext cx="2857597" cy="121207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0677A4A5-3DCC-4690-B0F3-B47FD76F40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1339" y="4835205"/>
            <a:ext cx="2528491" cy="2327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E41A812C-E7F0-433C-9137-CE24F01A3D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1339" y="5607277"/>
            <a:ext cx="3034190" cy="9712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xmlns="" id="{E13A5E98-E943-48CB-B7F9-5E00980C0F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6368" y="3509093"/>
            <a:ext cx="2271629" cy="97126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xmlns="" id="{03B71AF9-2928-42F3-9A91-B8AB3678DA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1339" y="3211820"/>
            <a:ext cx="947181" cy="25686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xmlns="" id="{5EB5B129-FB96-47BA-AF20-CD9C3334084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333" y="3211820"/>
            <a:ext cx="2640869" cy="126853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10337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상의 </a:t>
            </a:r>
            <a:r>
              <a:rPr lang="ko-KR" altLang="en-US" dirty="0" err="1"/>
              <a:t>플레인텍스트파일</a:t>
            </a:r>
            <a:r>
              <a:rPr lang="ko-KR" altLang="en-US" dirty="0"/>
              <a:t> 최신 함수로 로딩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 err="1"/>
              <a:t>readr</a:t>
            </a:r>
            <a:r>
              <a:rPr lang="en-US" altLang="ko-KR" dirty="0"/>
              <a:t>::</a:t>
            </a:r>
            <a:r>
              <a:rPr lang="ko-KR" altLang="en-US" dirty="0"/>
              <a:t> </a:t>
            </a:r>
            <a:r>
              <a:rPr lang="en-US" altLang="ko-KR" dirty="0" err="1"/>
              <a:t>read_delim</a:t>
            </a:r>
            <a:r>
              <a:rPr lang="en-US" altLang="ko-KR" dirty="0"/>
              <a:t>() </a:t>
            </a:r>
            <a:r>
              <a:rPr lang="ko-KR" altLang="en-US" dirty="0"/>
              <a:t>함수를 이용해서 다양한 특성을 가진 </a:t>
            </a:r>
            <a:r>
              <a:rPr lang="ko-KR" altLang="en-US" dirty="0" err="1"/>
              <a:t>플레인텍스트</a:t>
            </a:r>
            <a:r>
              <a:rPr lang="ko-KR" altLang="en-US" dirty="0"/>
              <a:t> 파일을 보다</a:t>
            </a:r>
            <a:r>
              <a:rPr lang="en-US" altLang="ko-KR" dirty="0"/>
              <a:t> </a:t>
            </a:r>
            <a:r>
              <a:rPr lang="ko-KR" altLang="en-US" dirty="0"/>
              <a:t>빠르게 메모리로 </a:t>
            </a:r>
            <a:r>
              <a:rPr lang="ko-KR" altLang="en-US" dirty="0" err="1"/>
              <a:t>로딩함</a:t>
            </a:r>
            <a:endParaRPr lang="ko-KR" altLang="en-US" dirty="0"/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xmlns="" id="{74BBBBBA-44A8-4D4B-A4AF-BE94F1ACD5B5}"/>
              </a:ext>
            </a:extLst>
          </p:cNvPr>
          <p:cNvSpPr/>
          <p:nvPr/>
        </p:nvSpPr>
        <p:spPr>
          <a:xfrm>
            <a:off x="515937" y="1896540"/>
            <a:ext cx="5184019" cy="480622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 패키지 설치 및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일반적인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로딩방법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tibble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객체형식으로 로딩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'customer.csv',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'?'), 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locale = locale(encoding = 'EUC-KR'))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cs_tb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EEFA4780-45FB-450D-A85D-0EBCA16000C4}"/>
              </a:ext>
            </a:extLst>
          </p:cNvPr>
          <p:cNvSpPr/>
          <p:nvPr/>
        </p:nvSpPr>
        <p:spPr>
          <a:xfrm>
            <a:off x="5843973" y="1896540"/>
            <a:ext cx="5400600" cy="480622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플레인텍스트파일에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부가사항이 있을 때 로딩방법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cs2_tb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'customer2.csv',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'\t',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'?'),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skip = 3, locale = locale(encoding = 'EUC-KR')) 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cs2_tb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확인과 변경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names(cs2_tb)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cs2_tb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::rename(cs2_tb, 'name' = X1, 'gender' = X2,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'job' = X3, 'age' = X4, 'grade' = X5,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'survey' = X6, 'total' = X7, 'result' = X8)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names(cs2_tb)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xmlns="" id="{A2462C2A-B1E5-4DAE-B25F-D142BDC81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590" y="3463913"/>
            <a:ext cx="2061404" cy="138553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xmlns="" id="{180B80EE-4A00-4BAA-B205-F9D97A028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960" y="3463913"/>
            <a:ext cx="3337108" cy="13855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xmlns="" id="{C031915D-49E1-4BE6-9B19-D1634D0A1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4788" y="2716349"/>
            <a:ext cx="3159692" cy="12841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50" name="그룹 49">
            <a:extLst>
              <a:ext uri="{FF2B5EF4-FFF2-40B4-BE49-F238E27FC236}">
                <a16:creationId xmlns:a16="http://schemas.microsoft.com/office/drawing/2014/main" xmlns="" id="{83518D5B-0CC0-48A8-A4F1-99CD5BEE0FDE}"/>
              </a:ext>
            </a:extLst>
          </p:cNvPr>
          <p:cNvGrpSpPr/>
          <p:nvPr/>
        </p:nvGrpSpPr>
        <p:grpSpPr>
          <a:xfrm>
            <a:off x="7704788" y="4054460"/>
            <a:ext cx="3373669" cy="1275704"/>
            <a:chOff x="3362949" y="4347240"/>
            <a:chExt cx="3201103" cy="1210451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xmlns="" id="{70B9B7A3-8042-48D3-9E07-FCCED63A517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35488"/>
            <a:stretch/>
          </p:blipFill>
          <p:spPr>
            <a:xfrm>
              <a:off x="3362949" y="4347240"/>
              <a:ext cx="3201103" cy="1210451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xmlns="" id="{F292C794-9B89-4DDF-99C7-097FB10B06F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72083" t="10092" b="80984"/>
            <a:stretch/>
          </p:blipFill>
          <p:spPr>
            <a:xfrm>
              <a:off x="4206950" y="4357410"/>
              <a:ext cx="1385283" cy="10801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51" name="그림 50">
            <a:extLst>
              <a:ext uri="{FF2B5EF4-FFF2-40B4-BE49-F238E27FC236}">
                <a16:creationId xmlns:a16="http://schemas.microsoft.com/office/drawing/2014/main" xmlns="" id="{F0C97BE9-4384-4A79-97E2-D5E76A34596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35628"/>
          <a:stretch/>
        </p:blipFill>
        <p:spPr>
          <a:xfrm>
            <a:off x="1592590" y="4905164"/>
            <a:ext cx="3339153" cy="126725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xmlns="" id="{10FBA3BF-B21C-4874-837D-688AF1C06D7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72083" t="10092" b="80984"/>
          <a:stretch/>
        </p:blipFill>
        <p:spPr>
          <a:xfrm>
            <a:off x="2627908" y="4905164"/>
            <a:ext cx="1385283" cy="1080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grpSp>
        <p:nvGrpSpPr>
          <p:cNvPr id="54" name="그룹 53">
            <a:extLst>
              <a:ext uri="{FF2B5EF4-FFF2-40B4-BE49-F238E27FC236}">
                <a16:creationId xmlns:a16="http://schemas.microsoft.com/office/drawing/2014/main" xmlns="" id="{33B6F376-F314-4153-BDEB-8D81C774CD95}"/>
              </a:ext>
            </a:extLst>
          </p:cNvPr>
          <p:cNvGrpSpPr/>
          <p:nvPr/>
        </p:nvGrpSpPr>
        <p:grpSpPr>
          <a:xfrm>
            <a:off x="623392" y="6210833"/>
            <a:ext cx="5004556" cy="464822"/>
            <a:chOff x="4319859" y="4375383"/>
            <a:chExt cx="8462723" cy="521402"/>
          </a:xfrm>
        </p:grpSpPr>
        <p:sp>
          <p:nvSpPr>
            <p:cNvPr id="55" name="사각형: 둥근 모서리 83">
              <a:extLst>
                <a:ext uri="{FF2B5EF4-FFF2-40B4-BE49-F238E27FC236}">
                  <a16:creationId xmlns:a16="http://schemas.microsoft.com/office/drawing/2014/main" xmlns="" id="{6A50536C-882B-40D2-952E-55038FA00E5A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xmlns="" id="{2986A6B3-FA8D-4137-95E4-9368881503B7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7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로딩대상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플레인텍스트파일이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UTF-8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인코딩 형식이라면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locale = locale(encoding = 'UTF-8')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인수설정을 변경하면 됨</a:t>
              </a:r>
            </a:p>
          </p:txBody>
        </p:sp>
      </p:grpSp>
      <p:pic>
        <p:nvPicPr>
          <p:cNvPr id="57" name="그림 56">
            <a:extLst>
              <a:ext uri="{FF2B5EF4-FFF2-40B4-BE49-F238E27FC236}">
                <a16:creationId xmlns:a16="http://schemas.microsoft.com/office/drawing/2014/main" xmlns="" id="{02DEE9D0-BD0F-496C-824E-5A6A01439D22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" b="8759"/>
          <a:stretch/>
        </p:blipFill>
        <p:spPr>
          <a:xfrm>
            <a:off x="7704788" y="5553237"/>
            <a:ext cx="2905125" cy="216023"/>
          </a:xfrm>
          <a:prstGeom prst="rect">
            <a:avLst/>
          </a:prstGeom>
        </p:spPr>
      </p:pic>
      <p:pic>
        <p:nvPicPr>
          <p:cNvPr id="58" name="그림 57">
            <a:extLst>
              <a:ext uri="{FF2B5EF4-FFF2-40B4-BE49-F238E27FC236}">
                <a16:creationId xmlns:a16="http://schemas.microsoft.com/office/drawing/2014/main" xmlns="" id="{7C24A8DC-AF22-47B2-8080-95005F3A0CF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96101" y="6364145"/>
            <a:ext cx="4176464" cy="30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059420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상의 </a:t>
            </a:r>
            <a:r>
              <a:rPr lang="ko-KR" altLang="en-US" dirty="0" err="1"/>
              <a:t>플레인텍스트파일</a:t>
            </a:r>
            <a:r>
              <a:rPr lang="ko-KR" altLang="en-US" dirty="0"/>
              <a:t> 최신 함수로 로딩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 err="1"/>
              <a:t>data.table</a:t>
            </a:r>
            <a:r>
              <a:rPr lang="en-US" altLang="ko-KR" dirty="0"/>
              <a:t>::</a:t>
            </a:r>
            <a:r>
              <a:rPr lang="ko-KR" altLang="en-US" dirty="0"/>
              <a:t> </a:t>
            </a:r>
            <a:r>
              <a:rPr lang="en-US" altLang="ko-KR" dirty="0" err="1"/>
              <a:t>fread</a:t>
            </a:r>
            <a:r>
              <a:rPr lang="en-US" altLang="ko-KR" dirty="0"/>
              <a:t>() </a:t>
            </a:r>
            <a:r>
              <a:rPr lang="ko-KR" altLang="en-US" dirty="0"/>
              <a:t>함수를 이용해서 다양한 특성을 가진 </a:t>
            </a:r>
            <a:r>
              <a:rPr lang="ko-KR" altLang="en-US" dirty="0" err="1"/>
              <a:t>플레인텍스트</a:t>
            </a:r>
            <a:r>
              <a:rPr lang="ko-KR" altLang="en-US" dirty="0"/>
              <a:t> 파일을 가장</a:t>
            </a:r>
            <a:r>
              <a:rPr lang="en-US" altLang="ko-KR" dirty="0"/>
              <a:t> </a:t>
            </a:r>
            <a:r>
              <a:rPr lang="ko-KR" altLang="en-US" dirty="0"/>
              <a:t>빠르게 메모리로 </a:t>
            </a:r>
            <a:r>
              <a:rPr lang="ko-KR" altLang="en-US" dirty="0" err="1"/>
              <a:t>로딩함</a:t>
            </a:r>
            <a:endParaRPr lang="ko-KR" altLang="en-US" dirty="0"/>
          </a:p>
        </p:txBody>
      </p:sp>
      <p:sp>
        <p:nvSpPr>
          <p:cNvPr id="14" name="사각형: 둥근 모서리 76">
            <a:extLst>
              <a:ext uri="{FF2B5EF4-FFF2-40B4-BE49-F238E27FC236}">
                <a16:creationId xmlns:a16="http://schemas.microsoft.com/office/drawing/2014/main" xmlns="" id="{74BBBBBA-44A8-4D4B-A4AF-BE94F1ACD5B5}"/>
              </a:ext>
            </a:extLst>
          </p:cNvPr>
          <p:cNvSpPr/>
          <p:nvPr/>
        </p:nvSpPr>
        <p:spPr>
          <a:xfrm>
            <a:off x="515937" y="1896540"/>
            <a:ext cx="5184019" cy="480622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 패키지 설치 및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data.table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일반적인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로딩방법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cs_dt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fread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(input = 'customer.csv',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'?'))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cs_dt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cs_dt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cs_dt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EEFA4780-45FB-450D-A85D-0EBCA16000C4}"/>
              </a:ext>
            </a:extLst>
          </p:cNvPr>
          <p:cNvSpPr/>
          <p:nvPr/>
        </p:nvSpPr>
        <p:spPr>
          <a:xfrm>
            <a:off x="5880533" y="1896540"/>
            <a:ext cx="5508055" cy="480622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플레인텍스트파일에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부가사항이 있을 때 로딩방법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cs2_dt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fread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(input = 'customer2.csv', header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'\t',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'?'), skip = 3)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cs2_dt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class(cs2_dt)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str(cs2_dt)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cs2_dt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확인과 변경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names(cs2_dt)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cs2_dt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::rename(cs2_dt, 'name' = V1, 'gender' = V2, 'job' = V3,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'age' = V4, 'grade' = V5, 'survey' = V6,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'total' = V7, 'result' = V8)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names(cs2_dt)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xmlns="" id="{25888ED1-BAD7-4426-9BCE-AFB67E793165}"/>
              </a:ext>
            </a:extLst>
          </p:cNvPr>
          <p:cNvGrpSpPr/>
          <p:nvPr/>
        </p:nvGrpSpPr>
        <p:grpSpPr>
          <a:xfrm>
            <a:off x="1387227" y="3392997"/>
            <a:ext cx="4276725" cy="2765522"/>
            <a:chOff x="1387227" y="3392996"/>
            <a:chExt cx="4276725" cy="293285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xmlns="" id="{FBD544EE-4988-4CD4-9C21-8FEB97439C3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8252" y="3725948"/>
              <a:ext cx="3695700" cy="1143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xmlns="" id="{5C408F33-F2FB-40CE-A455-A311142C91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7227" y="4916149"/>
              <a:ext cx="4276725" cy="14097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xmlns="" id="{FE748955-EBD5-4032-9AC8-215CD04AC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3227" y="3392996"/>
              <a:ext cx="1990725" cy="28575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xmlns="" id="{43026654-5C5B-4F41-9B6E-83A99325E157}"/>
              </a:ext>
            </a:extLst>
          </p:cNvPr>
          <p:cNvGrpSpPr/>
          <p:nvPr/>
        </p:nvGrpSpPr>
        <p:grpSpPr>
          <a:xfrm>
            <a:off x="558812" y="6210833"/>
            <a:ext cx="5105139" cy="464822"/>
            <a:chOff x="4319859" y="4375383"/>
            <a:chExt cx="8462723" cy="521402"/>
          </a:xfrm>
        </p:grpSpPr>
        <p:sp>
          <p:nvSpPr>
            <p:cNvPr id="23" name="사각형: 둥근 모서리 83">
              <a:extLst>
                <a:ext uri="{FF2B5EF4-FFF2-40B4-BE49-F238E27FC236}">
                  <a16:creationId xmlns:a16="http://schemas.microsoft.com/office/drawing/2014/main" xmlns="" id="{2AFE5152-5D34-4743-969F-2E8E94F55D24}"/>
                </a:ext>
              </a:extLst>
            </p:cNvPr>
            <p:cNvSpPr/>
            <p:nvPr/>
          </p:nvSpPr>
          <p:spPr>
            <a:xfrm>
              <a:off x="4319859" y="4375383"/>
              <a:ext cx="8462723" cy="521402"/>
            </a:xfrm>
            <a:prstGeom prst="roundRect">
              <a:avLst>
                <a:gd name="adj" fmla="val 12484"/>
              </a:avLst>
            </a:prstGeom>
            <a:solidFill>
              <a:srgbClr val="95D5E1"/>
            </a:solidFill>
            <a:ln w="19050">
              <a:solidFill>
                <a:srgbClr val="00206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xmlns="" id="{5EABF1AD-F0BC-4A06-9597-238CD0AD0048}"/>
                </a:ext>
              </a:extLst>
            </p:cNvPr>
            <p:cNvSpPr txBox="1"/>
            <p:nvPr/>
          </p:nvSpPr>
          <p:spPr>
            <a:xfrm>
              <a:off x="4581688" y="4420367"/>
              <a:ext cx="7941754" cy="417734"/>
            </a:xfrm>
            <a:prstGeom prst="rect">
              <a:avLst/>
            </a:prstGeom>
            <a:noFill/>
            <a:ln>
              <a:noFill/>
              <a:prstDash val="dash"/>
            </a:ln>
          </p:spPr>
          <p:txBody>
            <a:bodyPr wrap="square" lIns="0" tIns="0" rIns="0" bIns="0" rtlCol="0" anchor="ctr">
              <a:noAutofit/>
            </a:bodyPr>
            <a:lstStyle/>
            <a:p>
              <a:pPr marL="216000" lvl="0" indent="-180000">
                <a:lnSpc>
                  <a:spcPct val="120000"/>
                </a:lnSpc>
                <a:buSzPct val="80000"/>
                <a:buBlip>
                  <a:blip r:embed="rId5"/>
                </a:buBlip>
              </a:pP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로딩대상 </a:t>
              </a:r>
              <a:r>
                <a:rPr lang="ko-KR" altLang="en-US" sz="1200" dirty="0" err="1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플레인텍스트파일이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UTF-8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인코딩 형식이라면 </a:t>
              </a: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/>
              </a:r>
              <a:b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</a:br>
              <a:r>
                <a:rPr lang="en-US" altLang="ko-KR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encoding = 'UTF-8'</a:t>
              </a:r>
              <a:r>
                <a:rPr lang="ko-KR" altLang="en-US" sz="1200" dirty="0">
                  <a:ln w="25400" cap="flat">
                    <a:noFill/>
                    <a:miter lim="800000"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>
                    <a:glow>
                      <a:prstClr val="white"/>
                    </a:glow>
                  </a:effectLst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로 인수설정을 추가 입력하면 됨</a:t>
              </a: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xmlns="" id="{DF67B4EC-F658-482B-8EC7-A04A2D1525D1}"/>
              </a:ext>
            </a:extLst>
          </p:cNvPr>
          <p:cNvGrpSpPr/>
          <p:nvPr/>
        </p:nvGrpSpPr>
        <p:grpSpPr>
          <a:xfrm>
            <a:off x="7075859" y="2744925"/>
            <a:ext cx="4276725" cy="2412268"/>
            <a:chOff x="7075859" y="2744924"/>
            <a:chExt cx="4276725" cy="260735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06B68B4C-EA26-418F-8447-45577FFF5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075859" y="2744924"/>
              <a:ext cx="2752725" cy="114300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xmlns="" id="{EBC573DD-E249-456A-92F9-61F0C4BB0FA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075859" y="3933056"/>
              <a:ext cx="4276725" cy="14192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B3968F58-52FD-40F1-BE7B-01CE40248E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5859" y="5387576"/>
            <a:ext cx="2962275" cy="21941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8AD33EAE-B33E-4279-B3E4-6D10A7D6611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5859" y="6312308"/>
            <a:ext cx="4168713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795483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C6BDAF9E-AF5D-48BF-927B-9ED603D90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8485" y="1916832"/>
            <a:ext cx="4356147" cy="20533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A266F4E8-7146-4853-B537-8D8D80533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213" y="1916832"/>
            <a:ext cx="4167646" cy="174618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상의 엑셀파일 기여 패키지로 로딩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시트단위로 여러 주제의 데이터셋을 저장</a:t>
            </a:r>
            <a:r>
              <a:rPr lang="en-US" altLang="ko-KR" dirty="0"/>
              <a:t>·</a:t>
            </a:r>
            <a:r>
              <a:rPr lang="ko-KR" altLang="en-US" dirty="0"/>
              <a:t>관리할 수 있는 엑셀파일을 기여패키지를 활용해 메모리로 </a:t>
            </a:r>
            <a:r>
              <a:rPr lang="ko-KR" altLang="en-US" dirty="0" err="1"/>
              <a:t>로딩할</a:t>
            </a:r>
            <a:r>
              <a:rPr lang="ko-KR" altLang="en-US" dirty="0"/>
              <a:t> 수 있음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7A8E4E18-5CF5-4FA5-9C95-29BC61A73F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726" y="2375435"/>
            <a:ext cx="2095331" cy="1766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모서리가 둥근 직사각형 29">
            <a:extLst>
              <a:ext uri="{FF2B5EF4-FFF2-40B4-BE49-F238E27FC236}">
                <a16:creationId xmlns:a16="http://schemas.microsoft.com/office/drawing/2014/main" xmlns="" id="{08FA66ED-7A80-466E-BA32-8D3C72AC650A}"/>
              </a:ext>
            </a:extLst>
          </p:cNvPr>
          <p:cNvSpPr/>
          <p:nvPr/>
        </p:nvSpPr>
        <p:spPr bwMode="auto">
          <a:xfrm>
            <a:off x="738726" y="1893809"/>
            <a:ext cx="2126659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작업경로 파일보유상태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xmlns="" id="{060FB883-6DE0-4FDB-B2AD-BA24231FEE6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120308" y="3006493"/>
            <a:ext cx="1921926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636A667-7599-4C40-9BC5-ACC4130C1C2A}"/>
              </a:ext>
            </a:extLst>
          </p:cNvPr>
          <p:cNvSpPr txBox="1"/>
          <p:nvPr/>
        </p:nvSpPr>
        <p:spPr>
          <a:xfrm>
            <a:off x="3151213" y="3661077"/>
            <a:ext cx="4067175" cy="74789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6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첫번째 시트에 있는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데이이터셋은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헤더자리에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변수컬럼이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나열되어 있고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관찰치가  아래로 이어져 있는 기본적인 정형데이터구조임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E51D3C0-36DB-49B2-9164-AC939355EB7E}"/>
              </a:ext>
            </a:extLst>
          </p:cNvPr>
          <p:cNvSpPr txBox="1"/>
          <p:nvPr/>
        </p:nvSpPr>
        <p:spPr>
          <a:xfrm>
            <a:off x="7393421" y="4049645"/>
            <a:ext cx="4535227" cy="82484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6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두번째 시트에 있는 데이터셋은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변수컬럼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없이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관측치만 기록됨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6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상단에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줄에 걸쳐 설명문이 있으며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실질적인 데이터셋도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열이 아닌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B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5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행부터 시작되는 특성을 보임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239EFC56-B3A0-474D-A0FC-541E89CEFD99}"/>
              </a:ext>
            </a:extLst>
          </p:cNvPr>
          <p:cNvSpPr/>
          <p:nvPr/>
        </p:nvSpPr>
        <p:spPr>
          <a:xfrm>
            <a:off x="515937" y="4689140"/>
            <a:ext cx="5184019" cy="1933499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 패키지 설치 및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readxl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readxl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엑셀파일에 포함된 시트목록 조회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excel_sheets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('customer.xlsx')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xmlns="" id="{9071B8CB-8D06-4110-B9FE-DE54947C5A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3572" y="6077716"/>
            <a:ext cx="2152650" cy="304800"/>
          </a:xfrm>
          <a:prstGeom prst="rect">
            <a:avLst/>
          </a:prstGeom>
        </p:spPr>
      </p:pic>
      <p:sp>
        <p:nvSpPr>
          <p:cNvPr id="17" name="사각형: 둥근 모서리 7">
            <a:extLst>
              <a:ext uri="{FF2B5EF4-FFF2-40B4-BE49-F238E27FC236}">
                <a16:creationId xmlns:a16="http://schemas.microsoft.com/office/drawing/2014/main" xmlns="" id="{91B465CA-C18B-4DE5-9FAD-F27E3347E4C2}"/>
              </a:ext>
            </a:extLst>
          </p:cNvPr>
          <p:cNvSpPr/>
          <p:nvPr/>
        </p:nvSpPr>
        <p:spPr>
          <a:xfrm>
            <a:off x="697810" y="3340269"/>
            <a:ext cx="1188578" cy="177462"/>
          </a:xfrm>
          <a:prstGeom prst="roundRect">
            <a:avLst>
              <a:gd name="adj" fmla="val 10379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7">
            <a:extLst>
              <a:ext uri="{FF2B5EF4-FFF2-40B4-BE49-F238E27FC236}">
                <a16:creationId xmlns:a16="http://schemas.microsoft.com/office/drawing/2014/main" xmlns="" id="{2D2879D2-D129-40D9-A135-702CF71C70DC}"/>
              </a:ext>
            </a:extLst>
          </p:cNvPr>
          <p:cNvSpPr/>
          <p:nvPr/>
        </p:nvSpPr>
        <p:spPr>
          <a:xfrm>
            <a:off x="8666286" y="3746478"/>
            <a:ext cx="753988" cy="258586"/>
          </a:xfrm>
          <a:prstGeom prst="roundRect">
            <a:avLst>
              <a:gd name="adj" fmla="val 21114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사각형: 둥근 모서리 7">
            <a:extLst>
              <a:ext uri="{FF2B5EF4-FFF2-40B4-BE49-F238E27FC236}">
                <a16:creationId xmlns:a16="http://schemas.microsoft.com/office/drawing/2014/main" xmlns="" id="{AAC9044A-2489-4DF5-9226-9FF3E481E72A}"/>
              </a:ext>
            </a:extLst>
          </p:cNvPr>
          <p:cNvSpPr/>
          <p:nvPr/>
        </p:nvSpPr>
        <p:spPr>
          <a:xfrm>
            <a:off x="3793840" y="3426947"/>
            <a:ext cx="753988" cy="258586"/>
          </a:xfrm>
          <a:prstGeom prst="roundRect">
            <a:avLst>
              <a:gd name="adj" fmla="val 21114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64508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상의 엑셀파일 기여 패키지로 로딩</a:t>
            </a:r>
            <a:r>
              <a:rPr lang="en-US" altLang="ko-KR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 err="1"/>
              <a:t>readxl</a:t>
            </a:r>
            <a:r>
              <a:rPr lang="en-US" altLang="ko-KR" dirty="0"/>
              <a:t>::</a:t>
            </a:r>
            <a:r>
              <a:rPr lang="ko-KR" altLang="en-US" dirty="0"/>
              <a:t> </a:t>
            </a:r>
            <a:r>
              <a:rPr lang="en-US" altLang="ko-KR" dirty="0" err="1"/>
              <a:t>read_excel</a:t>
            </a:r>
            <a:r>
              <a:rPr lang="en-US" altLang="ko-KR" dirty="0"/>
              <a:t>() </a:t>
            </a:r>
            <a:r>
              <a:rPr lang="ko-KR" altLang="en-US" dirty="0"/>
              <a:t>함수를 이용해서 다양한 특성을 가진 엑셀 파일의 시트를 메모리로 </a:t>
            </a:r>
            <a:r>
              <a:rPr lang="ko-KR" altLang="en-US" dirty="0" err="1"/>
              <a:t>로딩함</a:t>
            </a:r>
            <a:endParaRPr lang="ko-KR" altLang="en-US" dirty="0"/>
          </a:p>
        </p:txBody>
      </p:sp>
      <p:sp>
        <p:nvSpPr>
          <p:cNvPr id="20" name="사각형: 둥근 모서리 76">
            <a:extLst>
              <a:ext uri="{FF2B5EF4-FFF2-40B4-BE49-F238E27FC236}">
                <a16:creationId xmlns:a16="http://schemas.microsoft.com/office/drawing/2014/main" xmlns="" id="{A4C6A218-42B8-44A2-B3FC-361DAB032887}"/>
              </a:ext>
            </a:extLst>
          </p:cNvPr>
          <p:cNvSpPr/>
          <p:nvPr/>
        </p:nvSpPr>
        <p:spPr>
          <a:xfrm>
            <a:off x="515937" y="1916832"/>
            <a:ext cx="5184019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일반적인 엑셀시트 로딩방법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cs_xl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read_excel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(path = 'customer.xlsx', sheet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mycustomer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c('.','?')) 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cs_xl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cs_xl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cs_xl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사각형: 둥근 모서리 76">
            <a:extLst>
              <a:ext uri="{FF2B5EF4-FFF2-40B4-BE49-F238E27FC236}">
                <a16:creationId xmlns:a16="http://schemas.microsoft.com/office/drawing/2014/main" xmlns="" id="{182AF708-6B70-4D2C-8CBD-9DABCC644D27}"/>
              </a:ext>
            </a:extLst>
          </p:cNvPr>
          <p:cNvSpPr/>
          <p:nvPr/>
        </p:nvSpPr>
        <p:spPr>
          <a:xfrm>
            <a:off x="5880533" y="1916832"/>
            <a:ext cx="5795530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엑셀시트에 부가사항이 있을 때 로딩방법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cs2_xl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read_excel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(path = 'customer.xlsx', sheet = 'mycustomer2',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trim_ws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'?'), range = 'B5:I10')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cs2_xl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class(cs2_xl)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str(cs2_xl)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cs2_xl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데이터프레임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확인과 변경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(cs2_xl)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cs2_xl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::rename(cs2_xl, 'name' = 1, 'gender' = 2, 'job' = 3,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'age' = 4, 'grade' = 5, 'survey' = 6,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'total' = 7, 'result' = 8)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str(cs2_xl)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C1EFD671-3F7B-4EC2-AB63-65D8ABAEC9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3761" y="2816932"/>
            <a:ext cx="3733800" cy="1438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FA59E60-9A84-4BD6-A459-569176C5F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1486" y="4473116"/>
            <a:ext cx="288607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6574656B-0F1D-4BA2-B05C-A0007A08B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11" y="5085184"/>
            <a:ext cx="4781550" cy="1438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9D3D9D7D-EBB6-4F36-B3B4-FDEC6333B0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199" y="2771403"/>
            <a:ext cx="3352505" cy="135181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xmlns="" id="{44A2DBD5-259B-4024-AB57-31AE3F3648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229" y="4453111"/>
            <a:ext cx="3419475" cy="1619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xmlns="" id="{F9B47643-8A42-4E6E-B168-B92A947AEC0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78749" y="2771403"/>
            <a:ext cx="1133475" cy="10287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311704C3-7BB2-4CD1-B357-B2BAB373D58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7363" y="5211699"/>
            <a:ext cx="4800600" cy="1428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884743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작업경로 상의 </a:t>
            </a:r>
            <a:r>
              <a:rPr lang="en-US" altLang="ko-KR" dirty="0"/>
              <a:t>JSON</a:t>
            </a:r>
            <a:r>
              <a:rPr lang="ko-KR" altLang="en-US" dirty="0"/>
              <a:t>파일 기여 패키지로 로딩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en-US" altLang="ko-KR" dirty="0"/>
              <a:t>JSON </a:t>
            </a:r>
            <a:r>
              <a:rPr lang="ko-KR" altLang="en-US" dirty="0"/>
              <a:t>파일을 기여패키지를 활용해 메모리로 </a:t>
            </a:r>
            <a:r>
              <a:rPr lang="ko-KR" altLang="en-US" dirty="0" err="1"/>
              <a:t>로딩해</a:t>
            </a:r>
            <a:r>
              <a:rPr lang="en-US" altLang="ko-KR" dirty="0"/>
              <a:t> </a:t>
            </a:r>
            <a:r>
              <a:rPr lang="ko-KR" altLang="en-US" dirty="0"/>
              <a:t>데이터프레임 형태의 정형데이터셋으로 만들어 분석에 활용함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7A8E4E18-5CF5-4FA5-9C95-29BC61A73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726" y="2375435"/>
            <a:ext cx="2095331" cy="176690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5" name="모서리가 둥근 직사각형 29">
            <a:extLst>
              <a:ext uri="{FF2B5EF4-FFF2-40B4-BE49-F238E27FC236}">
                <a16:creationId xmlns:a16="http://schemas.microsoft.com/office/drawing/2014/main" xmlns="" id="{08FA66ED-7A80-466E-BA32-8D3C72AC650A}"/>
              </a:ext>
            </a:extLst>
          </p:cNvPr>
          <p:cNvSpPr/>
          <p:nvPr/>
        </p:nvSpPr>
        <p:spPr bwMode="auto">
          <a:xfrm>
            <a:off x="738726" y="1893809"/>
            <a:ext cx="2126659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작업경로 파일보유상태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xmlns="" id="{060FB883-6DE0-4FDB-B2AD-BA24231FEE60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rot="16200000">
            <a:off x="2113013" y="3006493"/>
            <a:ext cx="1921926" cy="148638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algn="ctr"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5636A667-7599-4C40-9BC5-ACC4130C1C2A}"/>
              </a:ext>
            </a:extLst>
          </p:cNvPr>
          <p:cNvSpPr txBox="1"/>
          <p:nvPr/>
        </p:nvSpPr>
        <p:spPr>
          <a:xfrm>
            <a:off x="9628627" y="1993426"/>
            <a:ext cx="1759961" cy="215443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4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JSON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코드를 파싱 해주는 사이트에서 코드에 담겨 있는 데이터 구조와 내용을 파악할 수 있음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265113" indent="-250825" latinLnBrk="0">
              <a:lnSpc>
                <a:spcPct val="120000"/>
              </a:lnSpc>
              <a:spcAft>
                <a:spcPts val="600"/>
              </a:spcAft>
              <a:buSzPct val="80000"/>
              <a:buBlip>
                <a:blip r:embed="rId4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각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변수별와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데이터값이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매칭되어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관찰치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객체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단위로 기록되어 있음</a:t>
            </a:r>
          </a:p>
        </p:txBody>
      </p:sp>
      <p:sp>
        <p:nvSpPr>
          <p:cNvPr id="15" name="사각형: 둥근 모서리 76">
            <a:extLst>
              <a:ext uri="{FF2B5EF4-FFF2-40B4-BE49-F238E27FC236}">
                <a16:creationId xmlns:a16="http://schemas.microsoft.com/office/drawing/2014/main" xmlns="" id="{239EFC56-B3A0-474D-A0FC-541E89CEFD99}"/>
              </a:ext>
            </a:extLst>
          </p:cNvPr>
          <p:cNvSpPr/>
          <p:nvPr/>
        </p:nvSpPr>
        <p:spPr>
          <a:xfrm>
            <a:off x="515937" y="4265083"/>
            <a:ext cx="10728635" cy="235755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필요 패키지 설치 및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jsonlite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jsonlite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json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로딩방법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cs_js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fromJSON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(txt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customer.json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 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cs_js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cs_js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cs_js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17" name="사각형: 둥근 모서리 7">
            <a:extLst>
              <a:ext uri="{FF2B5EF4-FFF2-40B4-BE49-F238E27FC236}">
                <a16:creationId xmlns:a16="http://schemas.microsoft.com/office/drawing/2014/main" xmlns="" id="{91B465CA-C18B-4DE5-9FAD-F27E3347E4C2}"/>
              </a:ext>
            </a:extLst>
          </p:cNvPr>
          <p:cNvSpPr/>
          <p:nvPr/>
        </p:nvSpPr>
        <p:spPr>
          <a:xfrm>
            <a:off x="697810" y="3167447"/>
            <a:ext cx="1188578" cy="177462"/>
          </a:xfrm>
          <a:prstGeom prst="roundRect">
            <a:avLst>
              <a:gd name="adj" fmla="val 10379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xmlns="" id="{72D35019-91F6-4B8E-B8CC-F56AEA137273}"/>
              </a:ext>
            </a:extLst>
          </p:cNvPr>
          <p:cNvGrpSpPr/>
          <p:nvPr/>
        </p:nvGrpSpPr>
        <p:grpSpPr>
          <a:xfrm>
            <a:off x="3287688" y="2018805"/>
            <a:ext cx="6343598" cy="2123535"/>
            <a:chOff x="3539717" y="2669256"/>
            <a:chExt cx="6343598" cy="2468337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xmlns="" id="{C2B0E634-DFBE-46D7-BA99-23E7F7A3922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r="22887" b="89287"/>
            <a:stretch/>
          </p:blipFill>
          <p:spPr>
            <a:xfrm>
              <a:off x="3539717" y="2669256"/>
              <a:ext cx="6338730" cy="26937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20" name="그림 19">
              <a:extLst>
                <a:ext uri="{FF2B5EF4-FFF2-40B4-BE49-F238E27FC236}">
                  <a16:creationId xmlns:a16="http://schemas.microsoft.com/office/drawing/2014/main" xmlns="" id="{29F50B26-9E0C-4326-A4A1-5C438D50C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l="22887" t="12925"/>
            <a:stretch/>
          </p:blipFill>
          <p:spPr>
            <a:xfrm>
              <a:off x="3544586" y="2948013"/>
              <a:ext cx="6338729" cy="2189580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  <p:sp>
        <p:nvSpPr>
          <p:cNvPr id="21" name="모서리가 둥근 직사각형 29">
            <a:extLst>
              <a:ext uri="{FF2B5EF4-FFF2-40B4-BE49-F238E27FC236}">
                <a16:creationId xmlns:a16="http://schemas.microsoft.com/office/drawing/2014/main" xmlns="" id="{7FDA3B81-CB14-44AD-8DC3-BB94E6D18883}"/>
              </a:ext>
            </a:extLst>
          </p:cNvPr>
          <p:cNvSpPr/>
          <p:nvPr/>
        </p:nvSpPr>
        <p:spPr bwMode="auto">
          <a:xfrm>
            <a:off x="4402855" y="3775394"/>
            <a:ext cx="2605288" cy="318742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www.jsonparseronline.com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9" name="사각형: 둥근 모서리 7">
            <a:extLst>
              <a:ext uri="{FF2B5EF4-FFF2-40B4-BE49-F238E27FC236}">
                <a16:creationId xmlns:a16="http://schemas.microsoft.com/office/drawing/2014/main" xmlns="" id="{AAC9044A-2489-4DF5-9226-9FF3E481E72A}"/>
              </a:ext>
            </a:extLst>
          </p:cNvPr>
          <p:cNvSpPr/>
          <p:nvPr/>
        </p:nvSpPr>
        <p:spPr>
          <a:xfrm>
            <a:off x="3467708" y="2314047"/>
            <a:ext cx="4187452" cy="258586"/>
          </a:xfrm>
          <a:prstGeom prst="roundRect">
            <a:avLst>
              <a:gd name="adj" fmla="val 21114"/>
            </a:avLst>
          </a:prstGeom>
          <a:noFill/>
          <a:ln w="190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xmlns="" id="{513ED7E7-92A8-4FC5-AB8A-5002D84817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1744" y="4365104"/>
            <a:ext cx="360045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xmlns="" id="{D86DACD2-E1C9-4332-BEDD-1AB6E29707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91744" y="5636272"/>
            <a:ext cx="1104900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xmlns="" id="{B791CEB7-D9CF-46CC-A373-C280364FEF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00156" y="4365104"/>
            <a:ext cx="3600450" cy="1428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149206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/>
              <a:t>데이터셋파일</a:t>
            </a:r>
            <a:r>
              <a:rPr lang="ko-KR" altLang="en-US" dirty="0"/>
              <a:t> 로딩하기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다양한 데이터셋 제공하는 인터넷상의 각종 포털사이트에서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필요한 데이터셋을 온라인방식으로 메모리에 </a:t>
            </a:r>
            <a:r>
              <a:rPr lang="ko-KR" altLang="en-US" dirty="0" err="1"/>
              <a:t>로딩해</a:t>
            </a:r>
            <a:r>
              <a:rPr lang="ko-KR" altLang="en-US" dirty="0"/>
              <a:t> 데이터프레임으로 만들어 분석에 활용함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xmlns="" id="{532637A1-F5F9-4284-BD08-FCAF170F9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33" y="2672916"/>
            <a:ext cx="2592775" cy="237219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xmlns="" id="{10A1C2AD-B908-421A-B65C-5D8F8778F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712" y="2672916"/>
            <a:ext cx="2701645" cy="245534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8B74DC76-A0E7-4231-AE0C-A0E9DAC8C3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0305" y="2672916"/>
            <a:ext cx="4824536" cy="19109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98119881-4235-4943-AB93-5AACDA4BBD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6100" y="5064433"/>
            <a:ext cx="4528741" cy="16352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7B257BE0-993A-4453-98F1-26B1B7578B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5938" y="5157378"/>
            <a:ext cx="6219825" cy="15430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9" name="모서리가 둥근 직사각형 29">
            <a:extLst>
              <a:ext uri="{FF2B5EF4-FFF2-40B4-BE49-F238E27FC236}">
                <a16:creationId xmlns:a16="http://schemas.microsoft.com/office/drawing/2014/main" xmlns="" id="{27F9FDD7-4C59-4D43-ADDD-9D661A8F78E8}"/>
              </a:ext>
            </a:extLst>
          </p:cNvPr>
          <p:cNvSpPr/>
          <p:nvPr/>
        </p:nvSpPr>
        <p:spPr bwMode="auto">
          <a:xfrm>
            <a:off x="3515385" y="2226081"/>
            <a:ext cx="2689971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가장 인기있는 데이터셋 목록확인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0" name="모서리가 둥근 직사각형 29">
            <a:extLst>
              <a:ext uri="{FF2B5EF4-FFF2-40B4-BE49-F238E27FC236}">
                <a16:creationId xmlns:a16="http://schemas.microsoft.com/office/drawing/2014/main" xmlns="" id="{0A819C74-8BCC-4907-8D21-86D8C2ECCB4B}"/>
              </a:ext>
            </a:extLst>
          </p:cNvPr>
          <p:cNvSpPr/>
          <p:nvPr/>
        </p:nvSpPr>
        <p:spPr bwMode="auto">
          <a:xfrm>
            <a:off x="518084" y="2226081"/>
            <a:ext cx="2580124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archive.ics.uci.edu/ml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접속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1" name="모서리가 둥근 직사각형 29">
            <a:extLst>
              <a:ext uri="{FF2B5EF4-FFF2-40B4-BE49-F238E27FC236}">
                <a16:creationId xmlns:a16="http://schemas.microsoft.com/office/drawing/2014/main" xmlns="" id="{0835EE16-49AA-42DC-B62D-2DC5B72D65E0}"/>
              </a:ext>
            </a:extLst>
          </p:cNvPr>
          <p:cNvSpPr/>
          <p:nvPr/>
        </p:nvSpPr>
        <p:spPr bwMode="auto">
          <a:xfrm>
            <a:off x="6715803" y="2226081"/>
            <a:ext cx="4809038" cy="404776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iris 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설명페이지 접속과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코딩북내용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참조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2" name="모서리가 둥근 직사각형 29">
            <a:extLst>
              <a:ext uri="{FF2B5EF4-FFF2-40B4-BE49-F238E27FC236}">
                <a16:creationId xmlns:a16="http://schemas.microsoft.com/office/drawing/2014/main" xmlns="" id="{825033DA-144A-416C-9B83-B779C0404544}"/>
              </a:ext>
            </a:extLst>
          </p:cNvPr>
          <p:cNvSpPr/>
          <p:nvPr/>
        </p:nvSpPr>
        <p:spPr bwMode="auto">
          <a:xfrm>
            <a:off x="9589536" y="5844209"/>
            <a:ext cx="1692188" cy="489470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iris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데이터셋 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제공화면 접속</a:t>
            </a:r>
          </a:p>
        </p:txBody>
      </p:sp>
      <p:sp>
        <p:nvSpPr>
          <p:cNvPr id="13" name="모서리가 둥근 직사각형 29">
            <a:extLst>
              <a:ext uri="{FF2B5EF4-FFF2-40B4-BE49-F238E27FC236}">
                <a16:creationId xmlns:a16="http://schemas.microsoft.com/office/drawing/2014/main" xmlns="" id="{D66B3D15-6E15-4225-8D2D-BEFA4C142946}"/>
              </a:ext>
            </a:extLst>
          </p:cNvPr>
          <p:cNvSpPr/>
          <p:nvPr/>
        </p:nvSpPr>
        <p:spPr bwMode="auto">
          <a:xfrm>
            <a:off x="3657169" y="6122504"/>
            <a:ext cx="2042213" cy="470210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플레인텍스트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ko-KR" altLang="en-US" sz="1400" b="1" kern="0" dirty="0" err="1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파일포맷의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iris</a:t>
            </a: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데이터셋 내용 확인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4" name="모서리가 둥근 직사각형 29">
            <a:extLst>
              <a:ext uri="{FF2B5EF4-FFF2-40B4-BE49-F238E27FC236}">
                <a16:creationId xmlns:a16="http://schemas.microsoft.com/office/drawing/2014/main" xmlns="" id="{D6B38121-6FD2-4E79-BD58-0B54C1587AED}"/>
              </a:ext>
            </a:extLst>
          </p:cNvPr>
          <p:cNvSpPr/>
          <p:nvPr/>
        </p:nvSpPr>
        <p:spPr bwMode="auto">
          <a:xfrm>
            <a:off x="2812717" y="5094035"/>
            <a:ext cx="4039367" cy="404776"/>
          </a:xfrm>
          <a:prstGeom prst="roundRect">
            <a:avLst/>
          </a:prstGeom>
          <a:noFill/>
          <a:ln w="28575" cap="flat" cmpd="sng" algn="ctr">
            <a:solidFill>
              <a:srgbClr val="C00000"/>
            </a:solidFill>
            <a:prstDash val="dash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xmlns="" id="{CD3C6C49-DF0D-4188-B759-D981F033F0F9}"/>
              </a:ext>
            </a:extLst>
          </p:cNvPr>
          <p:cNvSpPr/>
          <p:nvPr/>
        </p:nvSpPr>
        <p:spPr>
          <a:xfrm>
            <a:off x="3053486" y="3570199"/>
            <a:ext cx="494948" cy="330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오른쪽 15">
            <a:extLst>
              <a:ext uri="{FF2B5EF4-FFF2-40B4-BE49-F238E27FC236}">
                <a16:creationId xmlns:a16="http://schemas.microsoft.com/office/drawing/2014/main" xmlns="" id="{78B34C21-FC85-47B3-80C4-918B874409D2}"/>
              </a:ext>
            </a:extLst>
          </p:cNvPr>
          <p:cNvSpPr/>
          <p:nvPr/>
        </p:nvSpPr>
        <p:spPr>
          <a:xfrm>
            <a:off x="6206017" y="3562031"/>
            <a:ext cx="494948" cy="330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xmlns="" id="{CDD0526D-18CF-4DCE-967A-FAF70E6C564E}"/>
              </a:ext>
            </a:extLst>
          </p:cNvPr>
          <p:cNvSpPr/>
          <p:nvPr/>
        </p:nvSpPr>
        <p:spPr>
          <a:xfrm rot="5400000">
            <a:off x="10806863" y="4651766"/>
            <a:ext cx="494948" cy="330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xmlns="" id="{6A49B03F-F6C6-4F62-BB78-362C58AE033A}"/>
              </a:ext>
            </a:extLst>
          </p:cNvPr>
          <p:cNvSpPr/>
          <p:nvPr/>
        </p:nvSpPr>
        <p:spPr>
          <a:xfrm rot="10800000">
            <a:off x="6453491" y="5850863"/>
            <a:ext cx="494948" cy="33038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66747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/>
              <a:t>데이터셋파일</a:t>
            </a:r>
            <a:r>
              <a:rPr lang="ko-KR" altLang="en-US" dirty="0"/>
              <a:t> 로딩하기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인터넷상의 </a:t>
            </a:r>
            <a:r>
              <a:rPr lang="ko-KR" altLang="en-US" dirty="0" err="1"/>
              <a:t>플레인텍스트파일을</a:t>
            </a:r>
            <a:r>
              <a:rPr lang="ko-KR" altLang="en-US" dirty="0"/>
              <a:t> 기본</a:t>
            </a:r>
            <a:r>
              <a:rPr lang="en-US" altLang="ko-KR" dirty="0"/>
              <a:t>·</a:t>
            </a:r>
            <a:r>
              <a:rPr lang="ko-KR" altLang="en-US" dirty="0"/>
              <a:t>기여 패키지 로딩함수를 이용해 메모리로 </a:t>
            </a:r>
            <a:r>
              <a:rPr lang="ko-KR" altLang="en-US" dirty="0" err="1"/>
              <a:t>로딩해</a:t>
            </a:r>
            <a:r>
              <a:rPr lang="ko-KR" altLang="en-US" dirty="0"/>
              <a:t> 데이터프레임 형태로 만들어 줌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:a16="http://schemas.microsoft.com/office/drawing/2014/main" xmlns="" id="{5F27296F-527F-4660-B840-50735BE7DB6C}"/>
              </a:ext>
            </a:extLst>
          </p:cNvPr>
          <p:cNvSpPr/>
          <p:nvPr/>
        </p:nvSpPr>
        <p:spPr>
          <a:xfrm>
            <a:off x="515938" y="1916832"/>
            <a:ext cx="4516082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UCI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저장소 사이트 접속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browseURL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('http://archive.ics.uci.edu/ml')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다운로드 대상파일 링크 준비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'http://archive.ics.uci.edu/ml/machine-learning-databases/iris/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iris.data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기본패키지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read.table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이용해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온라인상의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read.table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header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class(iris)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str(iris)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:a16="http://schemas.microsoft.com/office/drawing/2014/main" xmlns="" id="{3C0FF31C-4525-4D12-BFC4-C9269E9350AB}"/>
              </a:ext>
            </a:extLst>
          </p:cNvPr>
          <p:cNvSpPr/>
          <p:nvPr/>
        </p:nvSpPr>
        <p:spPr>
          <a:xfrm>
            <a:off x="5295408" y="1916832"/>
            <a:ext cx="6380655" cy="4788768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함수를 이용해 온라인상의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데이터셋파일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로딩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read_delim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(file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url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delim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iris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목록 확인과 변경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&lt;- c('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sepal_length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sepal_width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petal_length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petal_width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'type')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names(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iris_tb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xmlns="" id="{759FC6DD-7354-43D2-B2BC-510FF2CBD5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3549" y="3210490"/>
            <a:ext cx="1047750" cy="2762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xmlns="" id="{3B07BF5C-4EFC-4E25-BA18-45D3997D23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849" y="4272751"/>
            <a:ext cx="2457450" cy="7239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xmlns="" id="{82DCF34C-6AE0-4778-89D8-243CA70BA7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7824" y="5149949"/>
            <a:ext cx="1133475" cy="3143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xmlns="" id="{D71CC9C3-AD5F-460E-8F7C-FD3D607DD42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640"/>
          <a:stretch/>
        </p:blipFill>
        <p:spPr>
          <a:xfrm>
            <a:off x="779326" y="5585631"/>
            <a:ext cx="4041973" cy="1009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xmlns="" id="{A8A7FEE4-CDEB-4C93-AF21-EFCFF55C11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143" y="2415836"/>
            <a:ext cx="22574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xmlns="" id="{5E92DFD8-2BC7-4F1F-A097-E2F9045AF7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43725" y="3624656"/>
            <a:ext cx="3952875" cy="2952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xmlns="" id="{4E42DB9A-C6BF-471D-A076-52B5A21E98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97152" y="3998193"/>
            <a:ext cx="6000750" cy="10096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xmlns="" id="{00B433CC-3E02-423D-8359-5D53AF0D1E3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4802" y="5181711"/>
            <a:ext cx="1943100" cy="29527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xmlns="" id="{6C66AF1C-717B-450F-AF73-FEDD5EF4370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02077" y="6199598"/>
            <a:ext cx="4695825" cy="285750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xmlns="" id="{85E6BC13-CC4D-4941-BE4E-4DE414C2FE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77225" y="2415835"/>
            <a:ext cx="2619375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83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8527</TotalTime>
  <Words>4245</Words>
  <Application>Microsoft Office PowerPoint</Application>
  <PresentationFormat>와이드스크린</PresentationFormat>
  <Paragraphs>954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5" baseType="lpstr">
      <vt:lpstr>맑은 고딕</vt:lpstr>
      <vt:lpstr>Impact</vt:lpstr>
      <vt:lpstr>나눔바른고딕</vt:lpstr>
      <vt:lpstr>D2Coding</vt:lpstr>
      <vt:lpstr>나눔고딕</vt:lpstr>
      <vt:lpstr>Arial</vt:lpstr>
      <vt:lpstr>Monotype Sorts</vt:lpstr>
      <vt:lpstr>Webdings</vt:lpstr>
      <vt:lpstr>스웨거 TTF</vt:lpstr>
      <vt:lpstr>휴먼모음T</vt:lpstr>
      <vt:lpstr>Wingdings</vt:lpstr>
      <vt:lpstr>굴림</vt:lpstr>
      <vt:lpstr>나눔스퀘어 Bold</vt:lpstr>
      <vt:lpstr>Office 테마</vt:lpstr>
      <vt:lpstr>PowerPoint 프레젠테이션</vt:lpstr>
      <vt:lpstr>PowerPoint 프레젠테이션</vt:lpstr>
      <vt:lpstr>PowerPoint 프레젠테이션</vt:lpstr>
      <vt:lpstr>변수의 개념과 역할</vt:lpstr>
      <vt:lpstr>변수와 데이터 유형</vt:lpstr>
      <vt:lpstr>변수와 데이터객체(구조) 유형</vt:lpstr>
      <vt:lpstr>스칼라와 벡터</vt:lpstr>
      <vt:lpstr>벡터 인덱싱과 연산</vt:lpstr>
      <vt:lpstr>행렬 생성과 인덱싱</vt:lpstr>
      <vt:lpstr>배열 생성과 인덱싱</vt:lpstr>
      <vt:lpstr>PowerPoint 프레젠테이션</vt:lpstr>
      <vt:lpstr>변수와 데이터객체(구조) 유형</vt:lpstr>
      <vt:lpstr>데이터프레임 생성</vt:lpstr>
      <vt:lpstr>데이터프레임 인덱싱</vt:lpstr>
      <vt:lpstr>데이터프레임 구조와 팩터형 변수</vt:lpstr>
      <vt:lpstr>리스트객체 생성(1/2)</vt:lpstr>
      <vt:lpstr>                   리스트객체 생성(2/2) </vt:lpstr>
      <vt:lpstr>리스트객체 인덱싱(1/2)</vt:lpstr>
      <vt:lpstr>리스트객체 인덱싱(2/2)</vt:lpstr>
      <vt:lpstr>PowerPoint 프레젠테이션</vt:lpstr>
      <vt:lpstr>R 기본(base) 패키지 샘플데이터셋 로딩</vt:lpstr>
      <vt:lpstr>R 기여(contributed) 패키지 샘플데이터셋 로딩</vt:lpstr>
      <vt:lpstr>작업경로 상에 로딩용 플레인텍스트파일 준비</vt:lpstr>
      <vt:lpstr>작업경로 상의 플레인텍스트파일 기본 함수로 로딩</vt:lpstr>
      <vt:lpstr>작업경로 상의 플레인텍스트파일 최신 함수로 로딩(1/2)</vt:lpstr>
      <vt:lpstr>작업경로 상의 플레인텍스트파일 최신 함수로 로딩(2/2)</vt:lpstr>
      <vt:lpstr>작업경로 상의 엑셀파일 기여 패키지로 로딩(1/2)</vt:lpstr>
      <vt:lpstr>작업경로 상의 엑셀파일 기여 패키지로 로딩(2/2)</vt:lpstr>
      <vt:lpstr>작업경로 상의 JSON파일 기여 패키지로 로딩</vt:lpstr>
      <vt:lpstr>인터넷상의 데이터셋파일 로딩하기(1/2)</vt:lpstr>
      <vt:lpstr>인터넷상의 데이터셋파일 로딩하기(2/2)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555</cp:revision>
  <dcterms:created xsi:type="dcterms:W3CDTF">2019-01-19T08:23:23Z</dcterms:created>
  <dcterms:modified xsi:type="dcterms:W3CDTF">2020-01-08T04:44:21Z</dcterms:modified>
</cp:coreProperties>
</file>