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81" r:id="rId2"/>
    <p:sldId id="482" r:id="rId3"/>
    <p:sldId id="328" r:id="rId4"/>
    <p:sldId id="464" r:id="rId5"/>
    <p:sldId id="455" r:id="rId6"/>
    <p:sldId id="456" r:id="rId7"/>
    <p:sldId id="459" r:id="rId8"/>
    <p:sldId id="461" r:id="rId9"/>
    <p:sldId id="458" r:id="rId10"/>
    <p:sldId id="462" r:id="rId11"/>
    <p:sldId id="451" r:id="rId12"/>
    <p:sldId id="470" r:id="rId13"/>
    <p:sldId id="466" r:id="rId14"/>
    <p:sldId id="471" r:id="rId15"/>
    <p:sldId id="473" r:id="rId16"/>
    <p:sldId id="474" r:id="rId17"/>
    <p:sldId id="475" r:id="rId18"/>
    <p:sldId id="476" r:id="rId19"/>
    <p:sldId id="452" r:id="rId20"/>
    <p:sldId id="453" r:id="rId21"/>
    <p:sldId id="477" r:id="rId22"/>
    <p:sldId id="478" r:id="rId23"/>
    <p:sldId id="479" r:id="rId24"/>
    <p:sldId id="480" r:id="rId25"/>
  </p:sldIdLst>
  <p:sldSz cx="12192000" cy="6858000"/>
  <p:notesSz cx="6858000" cy="9144000"/>
  <p:embeddedFontLst>
    <p:embeddedFont>
      <p:font typeface="스웨거 TTF" panose="020B0600000101010101" pitchFamily="50" charset="-127"/>
      <p:regular r:id="rId28"/>
    </p:embeddedFont>
    <p:embeddedFont>
      <p:font typeface="나눔스퀘어 Bold" panose="020B0600000101010101" pitchFamily="50" charset="-127"/>
      <p:bold r:id="rId29"/>
    </p:embeddedFont>
    <p:embeddedFont>
      <p:font typeface="휴먼모음T" panose="02030504000101010101" pitchFamily="18" charset="-127"/>
      <p:regular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D2Coding" panose="020B0600000101010101" charset="-127"/>
      <p:regular r:id="rId33"/>
      <p:bold r:id="rId34"/>
    </p:embeddedFont>
    <p:embeddedFont>
      <p:font typeface="나눔바른고딕" panose="020B0603020101020101" pitchFamily="50" charset="-127"/>
      <p:regular r:id="rId35"/>
      <p:bold r:id="rId36"/>
    </p:embeddedFont>
    <p:embeddedFont>
      <p:font typeface="Impact" panose="020B0806030902050204" pitchFamily="34" charset="0"/>
      <p:regular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  <p15:guide id="11" pos="4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9D1"/>
    <a:srgbClr val="CFD5EA"/>
    <a:srgbClr val="E9EBF5"/>
    <a:srgbClr val="FBFBFB"/>
    <a:srgbClr val="163E94"/>
    <a:srgbClr val="95D5E1"/>
    <a:srgbClr val="36AAD9"/>
    <a:srgbClr val="173F95"/>
    <a:srgbClr val="000000"/>
    <a:srgbClr val="9D6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4660"/>
  </p:normalViewPr>
  <p:slideViewPr>
    <p:cSldViewPr>
      <p:cViewPr varScale="1">
        <p:scale>
          <a:sx n="96" d="100"/>
          <a:sy n="96" d="100"/>
        </p:scale>
        <p:origin x="456" y="78"/>
      </p:cViewPr>
      <p:guideLst>
        <p:guide orient="horz" pos="323"/>
        <p:guide orient="horz" pos="981"/>
        <p:guide orient="horz" pos="1434"/>
        <p:guide pos="483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D8FB46F6-7F0E-4535-B1A9-CD101ADCF625}"/>
    <pc:docChg chg="undo custSel addSld delSld modSld sldOrd">
      <pc:chgData name="Choi Jeomki" userId="f1912f8b0928b9f1" providerId="LiveId" clId="{D8FB46F6-7F0E-4535-B1A9-CD101ADCF625}" dt="2019-02-23T23:09:41.493" v="18164" actId="465"/>
      <pc:docMkLst>
        <pc:docMk/>
      </pc:docMkLst>
      <pc:sldChg chg="modSp">
        <pc:chgData name="Choi Jeomki" userId="f1912f8b0928b9f1" providerId="LiveId" clId="{D8FB46F6-7F0E-4535-B1A9-CD101ADCF625}" dt="2019-02-23T16:01:10.905" v="16133" actId="14100"/>
        <pc:sldMkLst>
          <pc:docMk/>
          <pc:sldMk cId="2342380751" sldId="328"/>
        </pc:sldMkLst>
        <pc:spChg chg="mod">
          <ac:chgData name="Choi Jeomki" userId="f1912f8b0928b9f1" providerId="LiveId" clId="{D8FB46F6-7F0E-4535-B1A9-CD101ADCF625}" dt="2019-02-23T16:01:10.905" v="16133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D8FB46F6-7F0E-4535-B1A9-CD101ADCF625}" dt="2019-02-22T15:19:36.969" v="29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D8FB46F6-7F0E-4535-B1A9-CD101ADCF625}" dt="2019-02-22T15:19:40.931" v="51"/>
          <ac:spMkLst>
            <pc:docMk/>
            <pc:sldMk cId="2342380751" sldId="328"/>
            <ac:spMk id="37" creationId="{6A062C83-2067-45C1-AF2B-F40BD29AA2AB}"/>
          </ac:spMkLst>
        </pc:spChg>
      </pc:sldChg>
    </pc:docChg>
  </pc:docChgLst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2-20T06:16:21.462" v="3824"/>
      <pc:docMkLst>
        <pc:docMk/>
      </pc:docMkLst>
      <pc:sldChg chg="addSp delSp modSp">
        <pc:chgData name="Choi Jeomki" userId="f1912f8b0928b9f1" providerId="LiveId" clId="{473EBD16-4E12-4E46-BB87-A007938A700F}" dt="2019-02-20T06:16:21.462" v="3824"/>
        <pc:sldMkLst>
          <pc:docMk/>
          <pc:sldMk cId="2342380751" sldId="328"/>
        </pc:sldMkLst>
        <pc:spChg chg="add">
          <ac:chgData name="Choi Jeomki" userId="f1912f8b0928b9f1" providerId="LiveId" clId="{473EBD16-4E12-4E46-BB87-A007938A700F}" dt="2019-02-20T06:16:21.462" v="3824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473EBD16-4E12-4E46-BB87-A007938A700F}" dt="2019-02-20T06:16:21.259" v="3823" actId="478"/>
          <ac:spMkLst>
            <pc:docMk/>
            <pc:sldMk cId="2342380751" sldId="328"/>
            <ac:spMk id="38" creationId="{03B0C20E-F3BD-4BFF-A5C3-9D9003619DA7}"/>
          </ac:spMkLst>
        </pc:spChg>
      </pc:sldChg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  <pc:sldChg chg="addSp delSp modSp">
        <pc:chgData name="Choi Jeomki" userId="f1912f8b0928b9f1" providerId="LiveId" clId="{B2BCA8AB-E8F2-4DD2-A10D-D82BF7F41353}" dt="2019-02-19T19:49:44.588" v="6995" actId="14100"/>
        <pc:sldMkLst>
          <pc:docMk/>
          <pc:sldMk cId="2342380751" sldId="328"/>
        </pc:sldMkLst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2" creationId="{00000000-0000-0000-0000-000000000000}"/>
          </ac:spMkLst>
        </pc:spChg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8" creationId="{00000000-0000-0000-0000-000000000000}"/>
          </ac:spMkLst>
        </pc:spChg>
        <pc:spChg chg="mod topLvl">
          <ac:chgData name="Choi Jeomki" userId="f1912f8b0928b9f1" providerId="LiveId" clId="{B2BCA8AB-E8F2-4DD2-A10D-D82BF7F41353}" dt="2019-02-19T00:36:04.524" v="144" actId="164"/>
          <ac:spMkLst>
            <pc:docMk/>
            <pc:sldMk cId="2342380751" sldId="328"/>
            <ac:spMk id="31" creationId="{E052EB2C-9735-49AD-B6DC-8CC33E6546ED}"/>
          </ac:spMkLst>
        </pc:spChg>
        <pc:spChg chg="add del mod">
          <ac:chgData name="Choi Jeomki" userId="f1912f8b0928b9f1" providerId="LiveId" clId="{B2BCA8AB-E8F2-4DD2-A10D-D82BF7F41353}" dt="2019-02-19T00:36:58.021" v="256"/>
          <ac:spMkLst>
            <pc:docMk/>
            <pc:sldMk cId="2342380751" sldId="328"/>
            <ac:spMk id="34" creationId="{F2205CC0-98E1-4A9F-BE97-861229A11C17}"/>
          </ac:spMkLst>
        </pc:spChg>
        <pc:spChg chg="add">
          <ac:chgData name="Choi Jeomki" userId="f1912f8b0928b9f1" providerId="LiveId" clId="{B2BCA8AB-E8F2-4DD2-A10D-D82BF7F41353}" dt="2019-02-19T00:36:10.527" v="147"/>
          <ac:spMkLst>
            <pc:docMk/>
            <pc:sldMk cId="2342380751" sldId="328"/>
            <ac:spMk id="37" creationId="{6A062C83-2067-45C1-AF2B-F40BD29AA2AB}"/>
          </ac:spMkLst>
        </pc:spChg>
        <pc:spChg chg="add mod">
          <ac:chgData name="Choi Jeomki" userId="f1912f8b0928b9f1" providerId="LiveId" clId="{B2BCA8AB-E8F2-4DD2-A10D-D82BF7F41353}" dt="2019-02-19T19:49:44.588" v="6995" actId="14100"/>
          <ac:spMkLst>
            <pc:docMk/>
            <pc:sldMk cId="2342380751" sldId="328"/>
            <ac:spMk id="38" creationId="{03B0C20E-F3BD-4BFF-A5C3-9D9003619DA7}"/>
          </ac:spMkLst>
        </pc:spChg>
        <pc:spChg chg="mod">
          <ac:chgData name="Choi Jeomki" userId="f1912f8b0928b9f1" providerId="LiveId" clId="{B2BCA8AB-E8F2-4DD2-A10D-D82BF7F41353}" dt="2019-02-19T00:36:59.493" v="258" actId="1035"/>
          <ac:spMkLst>
            <pc:docMk/>
            <pc:sldMk cId="2342380751" sldId="328"/>
            <ac:spMk id="39" creationId="{00000000-0000-0000-0000-000000000000}"/>
          </ac:spMkLst>
        </pc:spChg>
        <pc:spChg chg="add">
          <ac:chgData name="Choi Jeomki" userId="f1912f8b0928b9f1" providerId="LiveId" clId="{B2BCA8AB-E8F2-4DD2-A10D-D82BF7F41353}" dt="2019-02-19T00:37:00.242" v="259"/>
          <ac:spMkLst>
            <pc:docMk/>
            <pc:sldMk cId="2342380751" sldId="328"/>
            <ac:spMk id="40" creationId="{2E8B52F4-5469-4176-A3F4-7DE5E5DE6216}"/>
          </ac:spMkLst>
        </pc:spChg>
        <pc:spChg chg="del mod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41" creationId="{C02E41DF-A7D7-4963-A7C6-F4B8D3B8002F}"/>
          </ac:spMkLst>
        </pc:spChg>
        <pc:grpChg chg="add mod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2" creationId="{159BD907-7557-4079-97A6-67DDAF52F5C8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10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3" creationId="{A49B5C0F-8F04-4D52-943C-1750C8E88D1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9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30" creationId="{A375AF22-7E7E-4960-93A1-14D1F741953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5" creationId="{00000000-0000-0000-0000-000000000000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6" creationId="{00000000-0000-0000-0000-000000000000}"/>
          </ac:grpSpMkLst>
        </pc:grpChg>
      </pc:sldChg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</pc:docChg>
  </pc:docChgLst>
  <pc:docChgLst>
    <pc:chgData name="Choi Jeomki" userId="f1912f8b0928b9f1" providerId="LiveId" clId="{87A2D2B5-65FF-4A81-BB2F-74A5A8C11D8B}"/>
    <pc:docChg chg="undo redo custSel addSld delSld modSld sldOrd">
      <pc:chgData name="Choi Jeomki" userId="f1912f8b0928b9f1" providerId="LiveId" clId="{87A2D2B5-65FF-4A81-BB2F-74A5A8C11D8B}" dt="2019-02-22T15:17:42.193" v="23102" actId="478"/>
      <pc:docMkLst>
        <pc:docMk/>
      </pc:docMkLst>
      <pc:sldChg chg="modSp">
        <pc:chgData name="Choi Jeomki" userId="f1912f8b0928b9f1" providerId="LiveId" clId="{87A2D2B5-65FF-4A81-BB2F-74A5A8C11D8B}" dt="2019-02-21T01:01:30.890" v="109" actId="14100"/>
        <pc:sldMkLst>
          <pc:docMk/>
          <pc:sldMk cId="2342380751" sldId="328"/>
        </pc:sldMkLst>
        <pc:spChg chg="mod">
          <ac:chgData name="Choi Jeomki" userId="f1912f8b0928b9f1" providerId="LiveId" clId="{87A2D2B5-65FF-4A81-BB2F-74A5A8C11D8B}" dt="2019-02-21T01:01:25.611" v="108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87A2D2B5-65FF-4A81-BB2F-74A5A8C11D8B}" dt="2019-02-21T01:01:08.478" v="61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87A2D2B5-65FF-4A81-BB2F-74A5A8C11D8B}" dt="2019-02-21T01:01:14.828" v="84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87A2D2B5-65FF-4A81-BB2F-74A5A8C11D8B}" dt="2019-02-21T01:01:30.890" v="109" actId="14100"/>
          <ac:spMkLst>
            <pc:docMk/>
            <pc:sldMk cId="2342380751" sldId="328"/>
            <ac:spMk id="39" creationId="{00000000-0000-0000-0000-000000000000}"/>
          </ac:spMkLst>
        </pc:spChg>
      </pc:sldChg>
    </pc:docChg>
  </pc:docChgLst>
  <pc:docChgLst>
    <pc:chgData name="Choi Jeomki" userId="f1912f8b0928b9f1" providerId="LiveId" clId="{2EB904E9-ED44-4D23-A32C-9D53BDF24188}"/>
    <pc:docChg chg="undo custSel addSld delSld modSld sldOrd">
      <pc:chgData name="Choi Jeomki" userId="f1912f8b0928b9f1" providerId="LiveId" clId="{2EB904E9-ED44-4D23-A32C-9D53BDF24188}" dt="2019-03-07T10:46:08.885" v="11374" actId="208"/>
      <pc:docMkLst>
        <pc:docMk/>
      </pc:docMkLst>
      <pc:sldChg chg="modSp">
        <pc:chgData name="Choi Jeomki" userId="f1912f8b0928b9f1" providerId="LiveId" clId="{2EB904E9-ED44-4D23-A32C-9D53BDF24188}" dt="2019-02-24T16:16:15.240" v="8710" actId="14100"/>
        <pc:sldMkLst>
          <pc:docMk/>
          <pc:sldMk cId="2342380751" sldId="328"/>
        </pc:sldMkLst>
        <pc:spChg chg="mod">
          <ac:chgData name="Choi Jeomki" userId="f1912f8b0928b9f1" providerId="LiveId" clId="{2EB904E9-ED44-4D23-A32C-9D53BDF24188}" dt="2019-02-24T16:16:15.240" v="8710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2EB904E9-ED44-4D23-A32C-9D53BDF24188}" dt="2019-02-24T11:38:03.680" v="37"/>
          <ac:spMkLst>
            <pc:docMk/>
            <pc:sldMk cId="2342380751" sldId="328"/>
            <ac:spMk id="28" creationId="{2D0E10EC-2209-4818-94C7-ADE541045ABC}"/>
          </ac:spMkLst>
        </pc:spChg>
        <pc:spChg chg="mod">
          <ac:chgData name="Choi Jeomki" userId="f1912f8b0928b9f1" providerId="LiveId" clId="{2EB904E9-ED44-4D23-A32C-9D53BDF24188}" dt="2019-02-24T11:38:07.953" v="58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2EB904E9-ED44-4D23-A32C-9D53BDF24188}" dt="2019-02-24T11:39:32.527" v="96" actId="14100"/>
          <ac:spMkLst>
            <pc:docMk/>
            <pc:sldMk cId="2342380751" sldId="328"/>
            <ac:spMk id="39" creationId="{00000000-0000-0000-0000-000000000000}"/>
          </ac:spMkLst>
        </pc:spChg>
      </pc:sldChg>
      <pc:sldChg chg="modSp add">
        <pc:chgData name="Choi Jeomki" userId="f1912f8b0928b9f1" providerId="LiveId" clId="{2EB904E9-ED44-4D23-A32C-9D53BDF24188}" dt="2019-02-24T16:16:08.064" v="8708" actId="14100"/>
        <pc:sldMkLst>
          <pc:docMk/>
          <pc:sldMk cId="4139081038" sldId="451"/>
        </pc:sldMkLst>
        <pc:spChg chg="mod">
          <ac:chgData name="Choi Jeomki" userId="f1912f8b0928b9f1" providerId="LiveId" clId="{2EB904E9-ED44-4D23-A32C-9D53BDF24188}" dt="2019-02-24T16:16:08.064" v="8708" actId="14100"/>
          <ac:spMkLst>
            <pc:docMk/>
            <pc:sldMk cId="4139081038" sldId="451"/>
            <ac:spMk id="21" creationId="{9F771F1A-289E-4A2A-9DA2-873F091B5C83}"/>
          </ac:spMkLst>
        </pc:spChg>
        <pc:spChg chg="mod">
          <ac:chgData name="Choi Jeomki" userId="f1912f8b0928b9f1" providerId="LiveId" clId="{2EB904E9-ED44-4D23-A32C-9D53BDF24188}" dt="2019-02-24T11:39:58.808" v="168" actId="14100"/>
          <ac:spMkLst>
            <pc:docMk/>
            <pc:sldMk cId="4139081038" sldId="451"/>
            <ac:spMk id="39" creationId="{00000000-0000-0000-0000-000000000000}"/>
          </ac:spMkLst>
        </pc:spChg>
      </pc:sldChg>
      <pc:sldChg chg="modSp add">
        <pc:chgData name="Choi Jeomki" userId="f1912f8b0928b9f1" providerId="LiveId" clId="{2EB904E9-ED44-4D23-A32C-9D53BDF24188}" dt="2019-02-24T16:15:58.985" v="8705" actId="14100"/>
        <pc:sldMkLst>
          <pc:docMk/>
          <pc:sldMk cId="1442976897" sldId="452"/>
        </pc:sldMkLst>
        <pc:spChg chg="mod">
          <ac:chgData name="Choi Jeomki" userId="f1912f8b0928b9f1" providerId="LiveId" clId="{2EB904E9-ED44-4D23-A32C-9D53BDF24188}" dt="2019-02-24T16:15:55.822" v="8704" actId="14100"/>
          <ac:spMkLst>
            <pc:docMk/>
            <pc:sldMk cId="1442976897" sldId="452"/>
            <ac:spMk id="21" creationId="{9F771F1A-289E-4A2A-9DA2-873F091B5C83}"/>
          </ac:spMkLst>
        </pc:spChg>
        <pc:spChg chg="mod">
          <ac:chgData name="Choi Jeomki" userId="f1912f8b0928b9f1" providerId="LiveId" clId="{2EB904E9-ED44-4D23-A32C-9D53BDF24188}" dt="2019-02-24T16:15:58.985" v="8705" actId="14100"/>
          <ac:spMkLst>
            <pc:docMk/>
            <pc:sldMk cId="1442976897" sldId="452"/>
            <ac:spMk id="39" creationId="{00000000-0000-0000-0000-000000000000}"/>
          </ac:spMkLst>
        </pc:spChg>
      </pc:sldChg>
      <pc:sldChg chg="addSp delSp modSp add ord">
        <pc:chgData name="Choi Jeomki" userId="f1912f8b0928b9f1" providerId="LiveId" clId="{2EB904E9-ED44-4D23-A32C-9D53BDF24188}" dt="2019-03-07T10:33:31.229" v="11276" actId="14100"/>
        <pc:sldMkLst>
          <pc:docMk/>
          <pc:sldMk cId="2454831985" sldId="453"/>
        </pc:sldMkLst>
        <pc:spChg chg="mod">
          <ac:chgData name="Choi Jeomki" userId="f1912f8b0928b9f1" providerId="LiveId" clId="{2EB904E9-ED44-4D23-A32C-9D53BDF24188}" dt="2019-02-24T17:04:26.745" v="8752"/>
          <ac:spMkLst>
            <pc:docMk/>
            <pc:sldMk cId="2454831985" sldId="453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7:13:57.887" v="9221" actId="20577"/>
          <ac:spMkLst>
            <pc:docMk/>
            <pc:sldMk cId="2454831985" sldId="453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3-07T10:28:28.031" v="11196" actId="14100"/>
          <ac:spMkLst>
            <pc:docMk/>
            <pc:sldMk cId="2454831985" sldId="453"/>
            <ac:spMk id="4" creationId="{C79D062B-1463-45B2-A25C-0E3B98914C04}"/>
          </ac:spMkLst>
        </pc:spChg>
        <pc:spChg chg="add del">
          <ac:chgData name="Choi Jeomki" userId="f1912f8b0928b9f1" providerId="LiveId" clId="{2EB904E9-ED44-4D23-A32C-9D53BDF24188}" dt="2019-02-24T16:18:46.034" v="8716"/>
          <ac:spMkLst>
            <pc:docMk/>
            <pc:sldMk cId="2454831985" sldId="453"/>
            <ac:spMk id="5" creationId="{4EB7EDBB-B22D-468D-BD90-6821FCFF1475}"/>
          </ac:spMkLst>
        </pc:spChg>
        <pc:grpChg chg="add mod">
          <ac:chgData name="Choi Jeomki" userId="f1912f8b0928b9f1" providerId="LiveId" clId="{2EB904E9-ED44-4D23-A32C-9D53BDF24188}" dt="2019-02-24T17:12:37.453" v="8888" actId="164"/>
          <ac:grpSpMkLst>
            <pc:docMk/>
            <pc:sldMk cId="2454831985" sldId="453"/>
            <ac:grpSpMk id="11" creationId="{8F3984EF-947B-4CB9-A2A8-11DA3423B3CA}"/>
          </ac:grpSpMkLst>
        </pc:grpChg>
        <pc:grpChg chg="add mod">
          <ac:chgData name="Choi Jeomki" userId="f1912f8b0928b9f1" providerId="LiveId" clId="{2EB904E9-ED44-4D23-A32C-9D53BDF24188}" dt="2019-03-07T10:33:31.229" v="11276" actId="14100"/>
          <ac:grpSpMkLst>
            <pc:docMk/>
            <pc:sldMk cId="2454831985" sldId="453"/>
            <ac:grpSpMk id="11" creationId="{DEF0E0A5-4116-43BA-B4C9-924E8300F467}"/>
          </ac:grpSpMkLst>
        </pc:grpChg>
        <pc:grpChg chg="add del mod">
          <ac:chgData name="Choi Jeomki" userId="f1912f8b0928b9f1" providerId="LiveId" clId="{2EB904E9-ED44-4D23-A32C-9D53BDF24188}" dt="2019-02-24T17:30:07.820" v="10297" actId="478"/>
          <ac:grpSpMkLst>
            <pc:docMk/>
            <pc:sldMk cId="2454831985" sldId="453"/>
            <ac:grpSpMk id="12" creationId="{46937ED9-AFA5-43CF-9AE8-FD952A2B651D}"/>
          </ac:grpSpMkLst>
        </pc:grpChg>
        <pc:grpChg chg="add del mod">
          <ac:chgData name="Choi Jeomki" userId="f1912f8b0928b9f1" providerId="LiveId" clId="{2EB904E9-ED44-4D23-A32C-9D53BDF24188}" dt="2019-02-24T17:33:28.292" v="10349" actId="165"/>
          <ac:grpSpMkLst>
            <pc:docMk/>
            <pc:sldMk cId="2454831985" sldId="453"/>
            <ac:grpSpMk id="17" creationId="{4FF152DF-CEBE-40DE-925D-D966F1888D6C}"/>
          </ac:grpSpMkLst>
        </pc:grpChg>
        <pc:picChg chg="add del mod">
          <ac:chgData name="Choi Jeomki" userId="f1912f8b0928b9f1" providerId="LiveId" clId="{2EB904E9-ED44-4D23-A32C-9D53BDF24188}" dt="2019-03-07T10:30:55.880" v="11202" actId="478"/>
          <ac:picMkLst>
            <pc:docMk/>
            <pc:sldMk cId="2454831985" sldId="453"/>
            <ac:picMk id="5" creationId="{19D6B23B-0F8A-4F1F-92E6-41300A681040}"/>
          </ac:picMkLst>
        </pc:picChg>
        <pc:picChg chg="add del mod topLvl modCrop">
          <ac:chgData name="Choi Jeomki" userId="f1912f8b0928b9f1" providerId="LiveId" clId="{2EB904E9-ED44-4D23-A32C-9D53BDF24188}" dt="2019-03-07T10:30:48.779" v="11198" actId="478"/>
          <ac:picMkLst>
            <pc:docMk/>
            <pc:sldMk cId="2454831985" sldId="453"/>
            <ac:picMk id="6" creationId="{A09112AF-5BFF-4D70-B576-644D99F42FC1}"/>
          </ac:picMkLst>
        </pc:picChg>
        <pc:picChg chg="add mod">
          <ac:chgData name="Choi Jeomki" userId="f1912f8b0928b9f1" providerId="LiveId" clId="{2EB904E9-ED44-4D23-A32C-9D53BDF24188}" dt="2019-03-07T10:33:22.741" v="11273" actId="164"/>
          <ac:picMkLst>
            <pc:docMk/>
            <pc:sldMk cId="2454831985" sldId="453"/>
            <ac:picMk id="7" creationId="{6CB8651E-A932-4CD5-8EA4-3145C5D88C75}"/>
          </ac:picMkLst>
        </pc:picChg>
        <pc:picChg chg="add mod">
          <ac:chgData name="Choi Jeomki" userId="f1912f8b0928b9f1" providerId="LiveId" clId="{2EB904E9-ED44-4D23-A32C-9D53BDF24188}" dt="2019-02-24T17:14:07.103" v="9222" actId="208"/>
          <ac:picMkLst>
            <pc:docMk/>
            <pc:sldMk cId="2454831985" sldId="453"/>
            <ac:picMk id="7" creationId="{FB66D3C4-EAD5-4510-A6C9-19F5F4FD5A56}"/>
          </ac:picMkLst>
        </pc:picChg>
        <pc:picChg chg="add mod">
          <ac:chgData name="Choi Jeomki" userId="f1912f8b0928b9f1" providerId="LiveId" clId="{2EB904E9-ED44-4D23-A32C-9D53BDF24188}" dt="2019-02-24T17:14:07.103" v="9222" actId="208"/>
          <ac:picMkLst>
            <pc:docMk/>
            <pc:sldMk cId="2454831985" sldId="453"/>
            <ac:picMk id="8" creationId="{BE799FAD-9ED1-47F9-BFDB-17517A86DE74}"/>
          </ac:picMkLst>
        </pc:picChg>
        <pc:picChg chg="add mod">
          <ac:chgData name="Choi Jeomki" userId="f1912f8b0928b9f1" providerId="LiveId" clId="{2EB904E9-ED44-4D23-A32C-9D53BDF24188}" dt="2019-03-07T10:33:22.741" v="11273" actId="164"/>
          <ac:picMkLst>
            <pc:docMk/>
            <pc:sldMk cId="2454831985" sldId="453"/>
            <ac:picMk id="8" creationId="{CFA8CD52-D14C-4396-8115-9738984E1B06}"/>
          </ac:picMkLst>
        </pc:picChg>
        <pc:picChg chg="add del mod">
          <ac:chgData name="Choi Jeomki" userId="f1912f8b0928b9f1" providerId="LiveId" clId="{2EB904E9-ED44-4D23-A32C-9D53BDF24188}" dt="2019-02-24T17:12:00.787" v="8866" actId="478"/>
          <ac:picMkLst>
            <pc:docMk/>
            <pc:sldMk cId="2454831985" sldId="453"/>
            <ac:picMk id="9" creationId="{798A456B-BD75-4EDE-ABFB-93CBA497F7ED}"/>
          </ac:picMkLst>
        </pc:picChg>
        <pc:picChg chg="add mod">
          <ac:chgData name="Choi Jeomki" userId="f1912f8b0928b9f1" providerId="LiveId" clId="{2EB904E9-ED44-4D23-A32C-9D53BDF24188}" dt="2019-03-07T10:33:22.741" v="11273" actId="164"/>
          <ac:picMkLst>
            <pc:docMk/>
            <pc:sldMk cId="2454831985" sldId="453"/>
            <ac:picMk id="9" creationId="{C60DB80C-015E-4F6C-9446-4C5EF522BA61}"/>
          </ac:picMkLst>
        </pc:picChg>
        <pc:picChg chg="add mod">
          <ac:chgData name="Choi Jeomki" userId="f1912f8b0928b9f1" providerId="LiveId" clId="{2EB904E9-ED44-4D23-A32C-9D53BDF24188}" dt="2019-03-07T10:33:22.741" v="11273" actId="164"/>
          <ac:picMkLst>
            <pc:docMk/>
            <pc:sldMk cId="2454831985" sldId="453"/>
            <ac:picMk id="10" creationId="{D30ED74E-EE12-49B3-89B7-818B8CBF494E}"/>
          </ac:picMkLst>
        </pc:picChg>
        <pc:picChg chg="add mod">
          <ac:chgData name="Choi Jeomki" userId="f1912f8b0928b9f1" providerId="LiveId" clId="{2EB904E9-ED44-4D23-A32C-9D53BDF24188}" dt="2019-02-24T17:14:07.103" v="9222" actId="208"/>
          <ac:picMkLst>
            <pc:docMk/>
            <pc:sldMk cId="2454831985" sldId="453"/>
            <ac:picMk id="10" creationId="{D8535C9F-A930-47F9-BE0C-8E5635FB5B4B}"/>
          </ac:picMkLst>
        </pc:picChg>
        <pc:picChg chg="add del mod topLvl">
          <ac:chgData name="Choi Jeomki" userId="f1912f8b0928b9f1" providerId="LiveId" clId="{2EB904E9-ED44-4D23-A32C-9D53BDF24188}" dt="2019-03-07T10:32:08.752" v="11215" actId="478"/>
          <ac:picMkLst>
            <pc:docMk/>
            <pc:sldMk cId="2454831985" sldId="453"/>
            <ac:picMk id="13" creationId="{EC36B973-F162-4937-8F1B-45A2A88DE92C}"/>
          </ac:picMkLst>
        </pc:picChg>
        <pc:picChg chg="add del mod">
          <ac:chgData name="Choi Jeomki" userId="f1912f8b0928b9f1" providerId="LiveId" clId="{2EB904E9-ED44-4D23-A32C-9D53BDF24188}" dt="2019-02-24T17:31:53.626" v="10326" actId="478"/>
          <ac:picMkLst>
            <pc:docMk/>
            <pc:sldMk cId="2454831985" sldId="453"/>
            <ac:picMk id="14" creationId="{AF925E20-9738-4A6C-8449-AB6BFBFE5AC2}"/>
          </ac:picMkLst>
        </pc:picChg>
        <pc:picChg chg="add del mod topLvl modCrop">
          <ac:chgData name="Choi Jeomki" userId="f1912f8b0928b9f1" providerId="LiveId" clId="{2EB904E9-ED44-4D23-A32C-9D53BDF24188}" dt="2019-03-07T10:32:21.855" v="11217" actId="478"/>
          <ac:picMkLst>
            <pc:docMk/>
            <pc:sldMk cId="2454831985" sldId="453"/>
            <ac:picMk id="15" creationId="{CA46856F-62C0-4246-94BE-C42B57AC118E}"/>
          </ac:picMkLst>
        </pc:picChg>
        <pc:picChg chg="add del mod topLvl">
          <ac:chgData name="Choi Jeomki" userId="f1912f8b0928b9f1" providerId="LiveId" clId="{2EB904E9-ED44-4D23-A32C-9D53BDF24188}" dt="2019-03-07T10:32:46.586" v="11220" actId="478"/>
          <ac:picMkLst>
            <pc:docMk/>
            <pc:sldMk cId="2454831985" sldId="453"/>
            <ac:picMk id="16" creationId="{10A9A77D-7961-41A4-BDD8-882001FA56E7}"/>
          </ac:picMkLst>
        </pc:picChg>
      </pc:sldChg>
      <pc:sldChg chg="addSp delSp modSp add ord">
        <pc:chgData name="Choi Jeomki" userId="f1912f8b0928b9f1" providerId="LiveId" clId="{2EB904E9-ED44-4D23-A32C-9D53BDF24188}" dt="2019-03-07T09:25:32.414" v="11156" actId="207"/>
        <pc:sldMkLst>
          <pc:docMk/>
          <pc:sldMk cId="1484974091" sldId="455"/>
        </pc:sldMkLst>
        <pc:spChg chg="mod">
          <ac:chgData name="Choi Jeomki" userId="f1912f8b0928b9f1" providerId="LiveId" clId="{2EB904E9-ED44-4D23-A32C-9D53BDF24188}" dt="2019-02-24T12:38:54.392" v="3381" actId="20577"/>
          <ac:spMkLst>
            <pc:docMk/>
            <pc:sldMk cId="1484974091" sldId="455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2:39:35.741" v="3459" actId="20577"/>
          <ac:spMkLst>
            <pc:docMk/>
            <pc:sldMk cId="1484974091" sldId="455"/>
            <ac:spMk id="3" creationId="{00000000-0000-0000-0000-000000000000}"/>
          </ac:spMkLst>
        </pc:spChg>
        <pc:spChg chg="mod ord">
          <ac:chgData name="Choi Jeomki" userId="f1912f8b0928b9f1" providerId="LiveId" clId="{2EB904E9-ED44-4D23-A32C-9D53BDF24188}" dt="2019-03-07T09:23:58.935" v="11152" actId="20577"/>
          <ac:spMkLst>
            <pc:docMk/>
            <pc:sldMk cId="1484974091" sldId="455"/>
            <ac:spMk id="4" creationId="{C79D062B-1463-45B2-A25C-0E3B98914C04}"/>
          </ac:spMkLst>
        </pc:spChg>
        <pc:spChg chg="add mod ord">
          <ac:chgData name="Choi Jeomki" userId="f1912f8b0928b9f1" providerId="LiveId" clId="{2EB904E9-ED44-4D23-A32C-9D53BDF24188}" dt="2019-03-07T09:25:32.414" v="11156" actId="207"/>
          <ac:spMkLst>
            <pc:docMk/>
            <pc:sldMk cId="1484974091" sldId="455"/>
            <ac:spMk id="12" creationId="{62E5F9B6-2C3D-4A1E-9F9D-C12E15C1B749}"/>
          </ac:spMkLst>
        </pc:spChg>
        <pc:picChg chg="add del">
          <ac:chgData name="Choi Jeomki" userId="f1912f8b0928b9f1" providerId="LiveId" clId="{2EB904E9-ED44-4D23-A32C-9D53BDF24188}" dt="2019-02-24T12:13:37.347" v="2200" actId="478"/>
          <ac:picMkLst>
            <pc:docMk/>
            <pc:sldMk cId="1484974091" sldId="455"/>
            <ac:picMk id="5" creationId="{322A90E5-7F4B-4341-90A0-9AE38D2C67C1}"/>
          </ac:picMkLst>
        </pc:picChg>
        <pc:picChg chg="add del">
          <ac:chgData name="Choi Jeomki" userId="f1912f8b0928b9f1" providerId="LiveId" clId="{2EB904E9-ED44-4D23-A32C-9D53BDF24188}" dt="2019-02-24T12:13:37.347" v="2200" actId="478"/>
          <ac:picMkLst>
            <pc:docMk/>
            <pc:sldMk cId="1484974091" sldId="455"/>
            <ac:picMk id="6" creationId="{B371816D-FF34-4DFE-8DF6-B8E3B2794BD9}"/>
          </ac:picMkLst>
        </pc:picChg>
        <pc:picChg chg="add mod modCrop">
          <ac:chgData name="Choi Jeomki" userId="f1912f8b0928b9f1" providerId="LiveId" clId="{2EB904E9-ED44-4D23-A32C-9D53BDF24188}" dt="2019-02-24T12:50:34.185" v="3662" actId="208"/>
          <ac:picMkLst>
            <pc:docMk/>
            <pc:sldMk cId="1484974091" sldId="455"/>
            <ac:picMk id="7" creationId="{55DD3B50-61B5-4D6F-8D3F-7AFD513F81E1}"/>
          </ac:picMkLst>
        </pc:picChg>
        <pc:picChg chg="add mod modCrop">
          <ac:chgData name="Choi Jeomki" userId="f1912f8b0928b9f1" providerId="LiveId" clId="{2EB904E9-ED44-4D23-A32C-9D53BDF24188}" dt="2019-02-24T12:50:34.185" v="3662" actId="208"/>
          <ac:picMkLst>
            <pc:docMk/>
            <pc:sldMk cId="1484974091" sldId="455"/>
            <ac:picMk id="8" creationId="{85DEF36E-DA75-4B69-9C4E-BE3521D6C49F}"/>
          </ac:picMkLst>
        </pc:picChg>
        <pc:picChg chg="add mod modCrop">
          <ac:chgData name="Choi Jeomki" userId="f1912f8b0928b9f1" providerId="LiveId" clId="{2EB904E9-ED44-4D23-A32C-9D53BDF24188}" dt="2019-02-24T12:50:34.185" v="3662" actId="208"/>
          <ac:picMkLst>
            <pc:docMk/>
            <pc:sldMk cId="1484974091" sldId="455"/>
            <ac:picMk id="9" creationId="{F226CA1F-5D44-4364-A393-C48B9C5343A7}"/>
          </ac:picMkLst>
        </pc:picChg>
        <pc:picChg chg="add mod modCrop">
          <ac:chgData name="Choi Jeomki" userId="f1912f8b0928b9f1" providerId="LiveId" clId="{2EB904E9-ED44-4D23-A32C-9D53BDF24188}" dt="2019-02-24T12:50:34.185" v="3662" actId="208"/>
          <ac:picMkLst>
            <pc:docMk/>
            <pc:sldMk cId="1484974091" sldId="455"/>
            <ac:picMk id="10" creationId="{839AF127-4256-4BB5-B597-475BF2AD9561}"/>
          </ac:picMkLst>
        </pc:picChg>
        <pc:picChg chg="add mod modCrop">
          <ac:chgData name="Choi Jeomki" userId="f1912f8b0928b9f1" providerId="LiveId" clId="{2EB904E9-ED44-4D23-A32C-9D53BDF24188}" dt="2019-02-24T12:50:34.185" v="3662" actId="208"/>
          <ac:picMkLst>
            <pc:docMk/>
            <pc:sldMk cId="1484974091" sldId="455"/>
            <ac:picMk id="11" creationId="{464A884A-F43D-46E5-8120-DB30E88F405D}"/>
          </ac:picMkLst>
        </pc:picChg>
      </pc:sldChg>
      <pc:sldChg chg="addSp modSp add">
        <pc:chgData name="Choi Jeomki" userId="f1912f8b0928b9f1" providerId="LiveId" clId="{2EB904E9-ED44-4D23-A32C-9D53BDF24188}" dt="2019-03-07T09:27:22.699" v="11179" actId="465"/>
        <pc:sldMkLst>
          <pc:docMk/>
          <pc:sldMk cId="4247462741" sldId="456"/>
        </pc:sldMkLst>
        <pc:spChg chg="mod">
          <ac:chgData name="Choi Jeomki" userId="f1912f8b0928b9f1" providerId="LiveId" clId="{2EB904E9-ED44-4D23-A32C-9D53BDF24188}" dt="2019-02-24T12:39:50.289" v="3461" actId="20577"/>
          <ac:spMkLst>
            <pc:docMk/>
            <pc:sldMk cId="4247462741" sldId="456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3-07T09:26:59.301" v="11162" actId="20577"/>
          <ac:spMkLst>
            <pc:docMk/>
            <pc:sldMk cId="4247462741" sldId="456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3-07T09:27:12.609" v="11172" actId="14100"/>
          <ac:spMkLst>
            <pc:docMk/>
            <pc:sldMk cId="4247462741" sldId="456"/>
            <ac:spMk id="4" creationId="{C79D062B-1463-45B2-A25C-0E3B98914C04}"/>
          </ac:spMkLst>
        </pc:spChg>
        <pc:grpChg chg="add mod">
          <ac:chgData name="Choi Jeomki" userId="f1912f8b0928b9f1" providerId="LiveId" clId="{2EB904E9-ED44-4D23-A32C-9D53BDF24188}" dt="2019-03-07T09:27:07.430" v="11171" actId="1037"/>
          <ac:grpSpMkLst>
            <pc:docMk/>
            <pc:sldMk cId="4247462741" sldId="456"/>
            <ac:grpSpMk id="8" creationId="{71870C24-F2E3-4B84-86CA-957B0008ECF7}"/>
          </ac:grpSpMkLst>
        </pc:grpChg>
        <pc:grpChg chg="add mod">
          <ac:chgData name="Choi Jeomki" userId="f1912f8b0928b9f1" providerId="LiveId" clId="{2EB904E9-ED44-4D23-A32C-9D53BDF24188}" dt="2019-03-07T09:27:07.430" v="11171" actId="1037"/>
          <ac:grpSpMkLst>
            <pc:docMk/>
            <pc:sldMk cId="4247462741" sldId="456"/>
            <ac:grpSpMk id="12" creationId="{81907A8C-A56A-4D52-BF49-4B9B9B43588E}"/>
          </ac:grpSpMkLst>
        </pc:grpChg>
        <pc:picChg chg="add mod modCrop">
          <ac:chgData name="Choi Jeomki" userId="f1912f8b0928b9f1" providerId="LiveId" clId="{2EB904E9-ED44-4D23-A32C-9D53BDF24188}" dt="2019-02-24T12:50:39.697" v="3663" actId="208"/>
          <ac:picMkLst>
            <pc:docMk/>
            <pc:sldMk cId="4247462741" sldId="456"/>
            <ac:picMk id="5" creationId="{632ED8FA-2770-4427-9A37-69F8DB2DA0B8}"/>
          </ac:picMkLst>
        </pc:picChg>
        <pc:picChg chg="add mod modCrop">
          <ac:chgData name="Choi Jeomki" userId="f1912f8b0928b9f1" providerId="LiveId" clId="{2EB904E9-ED44-4D23-A32C-9D53BDF24188}" dt="2019-02-24T12:50:39.697" v="3663" actId="208"/>
          <ac:picMkLst>
            <pc:docMk/>
            <pc:sldMk cId="4247462741" sldId="456"/>
            <ac:picMk id="6" creationId="{0016E82D-FDCF-4569-9A1E-31A1CCE4BDCC}"/>
          </ac:picMkLst>
        </pc:picChg>
        <pc:picChg chg="add mod modCrop">
          <ac:chgData name="Choi Jeomki" userId="f1912f8b0928b9f1" providerId="LiveId" clId="{2EB904E9-ED44-4D23-A32C-9D53BDF24188}" dt="2019-02-24T12:50:39.697" v="3663" actId="208"/>
          <ac:picMkLst>
            <pc:docMk/>
            <pc:sldMk cId="4247462741" sldId="456"/>
            <ac:picMk id="7" creationId="{E33514B5-723A-44A1-9B5D-20E0DA54911D}"/>
          </ac:picMkLst>
        </pc:picChg>
        <pc:picChg chg="add mod modCrop">
          <ac:chgData name="Choi Jeomki" userId="f1912f8b0928b9f1" providerId="LiveId" clId="{2EB904E9-ED44-4D23-A32C-9D53BDF24188}" dt="2019-02-24T12:50:39.697" v="3663" actId="208"/>
          <ac:picMkLst>
            <pc:docMk/>
            <pc:sldMk cId="4247462741" sldId="456"/>
            <ac:picMk id="9" creationId="{F291AFD1-94DB-436E-9689-1D3F33164F11}"/>
          </ac:picMkLst>
        </pc:picChg>
        <pc:picChg chg="add mod modCrop">
          <ac:chgData name="Choi Jeomki" userId="f1912f8b0928b9f1" providerId="LiveId" clId="{2EB904E9-ED44-4D23-A32C-9D53BDF24188}" dt="2019-02-24T12:50:39.697" v="3663" actId="208"/>
          <ac:picMkLst>
            <pc:docMk/>
            <pc:sldMk cId="4247462741" sldId="456"/>
            <ac:picMk id="10" creationId="{1AA0F1AB-7504-401F-A1F0-87AFD4405E77}"/>
          </ac:picMkLst>
        </pc:picChg>
        <pc:picChg chg="add mod modCrop">
          <ac:chgData name="Choi Jeomki" userId="f1912f8b0928b9f1" providerId="LiveId" clId="{2EB904E9-ED44-4D23-A32C-9D53BDF24188}" dt="2019-02-24T12:50:39.697" v="3663" actId="208"/>
          <ac:picMkLst>
            <pc:docMk/>
            <pc:sldMk cId="4247462741" sldId="456"/>
            <ac:picMk id="11" creationId="{AEF9687E-7EC4-437A-A525-79F44F951CA3}"/>
          </ac:picMkLst>
        </pc:picChg>
        <pc:picChg chg="add mod">
          <ac:chgData name="Choi Jeomki" userId="f1912f8b0928b9f1" providerId="LiveId" clId="{2EB904E9-ED44-4D23-A32C-9D53BDF24188}" dt="2019-03-07T09:27:22.699" v="11179" actId="465"/>
          <ac:picMkLst>
            <pc:docMk/>
            <pc:sldMk cId="4247462741" sldId="456"/>
            <ac:picMk id="13" creationId="{6C5C57FB-3831-477A-B1CB-7078D9B647AB}"/>
          </ac:picMkLst>
        </pc:picChg>
        <pc:picChg chg="add mod">
          <ac:chgData name="Choi Jeomki" userId="f1912f8b0928b9f1" providerId="LiveId" clId="{2EB904E9-ED44-4D23-A32C-9D53BDF24188}" dt="2019-03-07T09:27:22.699" v="11179" actId="465"/>
          <ac:picMkLst>
            <pc:docMk/>
            <pc:sldMk cId="4247462741" sldId="456"/>
            <ac:picMk id="14" creationId="{5704CAF2-9FA4-463D-884E-7E019B5D1395}"/>
          </ac:picMkLst>
        </pc:picChg>
        <pc:picChg chg="add mod">
          <ac:chgData name="Choi Jeomki" userId="f1912f8b0928b9f1" providerId="LiveId" clId="{2EB904E9-ED44-4D23-A32C-9D53BDF24188}" dt="2019-03-07T09:27:22.699" v="11179" actId="465"/>
          <ac:picMkLst>
            <pc:docMk/>
            <pc:sldMk cId="4247462741" sldId="456"/>
            <ac:picMk id="15" creationId="{48FF5159-36FB-4F0F-9BD7-C99DB1E261B9}"/>
          </ac:picMkLst>
        </pc:picChg>
      </pc:sldChg>
      <pc:sldChg chg="addSp delSp modSp add">
        <pc:chgData name="Choi Jeomki" userId="f1912f8b0928b9f1" providerId="LiveId" clId="{2EB904E9-ED44-4D23-A32C-9D53BDF24188}" dt="2019-02-24T14:07:18.320" v="4975" actId="1037"/>
        <pc:sldMkLst>
          <pc:docMk/>
          <pc:sldMk cId="4229911379" sldId="458"/>
        </pc:sldMkLst>
        <pc:spChg chg="mod">
          <ac:chgData name="Choi Jeomki" userId="f1912f8b0928b9f1" providerId="LiveId" clId="{2EB904E9-ED44-4D23-A32C-9D53BDF24188}" dt="2019-02-24T13:51:59.621" v="4221"/>
          <ac:spMkLst>
            <pc:docMk/>
            <pc:sldMk cId="4229911379" sldId="458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4:00:43.854" v="4500"/>
          <ac:spMkLst>
            <pc:docMk/>
            <pc:sldMk cId="4229911379" sldId="458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4:00:10.164" v="4431" actId="554"/>
          <ac:spMkLst>
            <pc:docMk/>
            <pc:sldMk cId="4229911379" sldId="458"/>
            <ac:spMk id="4" creationId="{C79D062B-1463-45B2-A25C-0E3B98914C04}"/>
          </ac:spMkLst>
        </pc:spChg>
        <pc:spChg chg="add mod">
          <ac:chgData name="Choi Jeomki" userId="f1912f8b0928b9f1" providerId="LiveId" clId="{2EB904E9-ED44-4D23-A32C-9D53BDF24188}" dt="2019-02-24T14:07:10.523" v="4969" actId="20577"/>
          <ac:spMkLst>
            <pc:docMk/>
            <pc:sldMk cId="4229911379" sldId="458"/>
            <ac:spMk id="9" creationId="{166CA6D6-A1C4-4011-92C3-CB96AAF96945}"/>
          </ac:spMkLst>
        </pc:spChg>
        <pc:picChg chg="add del mod">
          <ac:chgData name="Choi Jeomki" userId="f1912f8b0928b9f1" providerId="LiveId" clId="{2EB904E9-ED44-4D23-A32C-9D53BDF24188}" dt="2019-02-24T13:51:44.538" v="4178" actId="478"/>
          <ac:picMkLst>
            <pc:docMk/>
            <pc:sldMk cId="4229911379" sldId="458"/>
            <ac:picMk id="5" creationId="{F5A0D93A-E3F8-41DF-89A7-069ACFD91C19}"/>
          </ac:picMkLst>
        </pc:picChg>
        <pc:picChg chg="add mod modCrop">
          <ac:chgData name="Choi Jeomki" userId="f1912f8b0928b9f1" providerId="LiveId" clId="{2EB904E9-ED44-4D23-A32C-9D53BDF24188}" dt="2019-02-24T14:05:02.420" v="4913" actId="208"/>
          <ac:picMkLst>
            <pc:docMk/>
            <pc:sldMk cId="4229911379" sldId="458"/>
            <ac:picMk id="6" creationId="{BD81960D-CAC7-4FEA-B077-67CBF0385256}"/>
          </ac:picMkLst>
        </pc:picChg>
        <pc:picChg chg="add mod modCrop">
          <ac:chgData name="Choi Jeomki" userId="f1912f8b0928b9f1" providerId="LiveId" clId="{2EB904E9-ED44-4D23-A32C-9D53BDF24188}" dt="2019-02-24T14:05:02.420" v="4913" actId="208"/>
          <ac:picMkLst>
            <pc:docMk/>
            <pc:sldMk cId="4229911379" sldId="458"/>
            <ac:picMk id="7" creationId="{5364C58F-0FF6-480B-95B6-E1685E26C718}"/>
          </ac:picMkLst>
        </pc:picChg>
        <pc:picChg chg="add mod modCrop">
          <ac:chgData name="Choi Jeomki" userId="f1912f8b0928b9f1" providerId="LiveId" clId="{2EB904E9-ED44-4D23-A32C-9D53BDF24188}" dt="2019-02-24T14:05:02.420" v="4913" actId="208"/>
          <ac:picMkLst>
            <pc:docMk/>
            <pc:sldMk cId="4229911379" sldId="458"/>
            <ac:picMk id="8" creationId="{C0687170-BE5D-41A8-8457-674D5E5795BE}"/>
          </ac:picMkLst>
        </pc:picChg>
        <pc:picChg chg="add mod modCrop">
          <ac:chgData name="Choi Jeomki" userId="f1912f8b0928b9f1" providerId="LiveId" clId="{2EB904E9-ED44-4D23-A32C-9D53BDF24188}" dt="2019-02-24T14:07:18.320" v="4975" actId="1037"/>
          <ac:picMkLst>
            <pc:docMk/>
            <pc:sldMk cId="4229911379" sldId="458"/>
            <ac:picMk id="10" creationId="{3095B1B2-FD4D-47A3-B413-E6F497622E92}"/>
          </ac:picMkLst>
        </pc:picChg>
        <pc:picChg chg="add mod modCrop">
          <ac:chgData name="Choi Jeomki" userId="f1912f8b0928b9f1" providerId="LiveId" clId="{2EB904E9-ED44-4D23-A32C-9D53BDF24188}" dt="2019-02-24T14:07:18.320" v="4975" actId="1037"/>
          <ac:picMkLst>
            <pc:docMk/>
            <pc:sldMk cId="4229911379" sldId="458"/>
            <ac:picMk id="11" creationId="{0C364471-FC7A-4053-A478-60C3CE31641E}"/>
          </ac:picMkLst>
        </pc:picChg>
        <pc:picChg chg="add mod modCrop">
          <ac:chgData name="Choi Jeomki" userId="f1912f8b0928b9f1" providerId="LiveId" clId="{2EB904E9-ED44-4D23-A32C-9D53BDF24188}" dt="2019-02-24T14:07:18.320" v="4975" actId="1037"/>
          <ac:picMkLst>
            <pc:docMk/>
            <pc:sldMk cId="4229911379" sldId="458"/>
            <ac:picMk id="12" creationId="{7F894D7E-4450-4A92-B8CF-EE69ADB1F79F}"/>
          </ac:picMkLst>
        </pc:picChg>
        <pc:picChg chg="add mod modCrop">
          <ac:chgData name="Choi Jeomki" userId="f1912f8b0928b9f1" providerId="LiveId" clId="{2EB904E9-ED44-4D23-A32C-9D53BDF24188}" dt="2019-02-24T14:07:18.320" v="4975" actId="1037"/>
          <ac:picMkLst>
            <pc:docMk/>
            <pc:sldMk cId="4229911379" sldId="458"/>
            <ac:picMk id="13" creationId="{8DB30490-EFCF-4659-BC19-558B6DB928B0}"/>
          </ac:picMkLst>
        </pc:picChg>
        <pc:picChg chg="add mod modCrop">
          <ac:chgData name="Choi Jeomki" userId="f1912f8b0928b9f1" providerId="LiveId" clId="{2EB904E9-ED44-4D23-A32C-9D53BDF24188}" dt="2019-02-24T14:07:18.320" v="4975" actId="1037"/>
          <ac:picMkLst>
            <pc:docMk/>
            <pc:sldMk cId="4229911379" sldId="458"/>
            <ac:picMk id="14" creationId="{9E0D10C2-7F26-4286-B228-5333E9D7B4FB}"/>
          </ac:picMkLst>
        </pc:picChg>
        <pc:picChg chg="add mod modCrop">
          <ac:chgData name="Choi Jeomki" userId="f1912f8b0928b9f1" providerId="LiveId" clId="{2EB904E9-ED44-4D23-A32C-9D53BDF24188}" dt="2019-02-24T14:07:18.320" v="4975" actId="1037"/>
          <ac:picMkLst>
            <pc:docMk/>
            <pc:sldMk cId="4229911379" sldId="458"/>
            <ac:picMk id="15" creationId="{25757150-1756-43C8-8FE7-49526685B015}"/>
          </ac:picMkLst>
        </pc:picChg>
      </pc:sldChg>
      <pc:sldChg chg="addSp delSp modSp add">
        <pc:chgData name="Choi Jeomki" userId="f1912f8b0928b9f1" providerId="LiveId" clId="{2EB904E9-ED44-4D23-A32C-9D53BDF24188}" dt="2019-03-07T09:30:10.353" v="11185" actId="207"/>
        <pc:sldMkLst>
          <pc:docMk/>
          <pc:sldMk cId="3698358296" sldId="459"/>
        </pc:sldMkLst>
        <pc:spChg chg="mod">
          <ac:chgData name="Choi Jeomki" userId="f1912f8b0928b9f1" providerId="LiveId" clId="{2EB904E9-ED44-4D23-A32C-9D53BDF24188}" dt="2019-02-24T12:40:09.293" v="3472" actId="20577"/>
          <ac:spMkLst>
            <pc:docMk/>
            <pc:sldMk cId="3698358296" sldId="459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2:48:38.153" v="3642" actId="20577"/>
          <ac:spMkLst>
            <pc:docMk/>
            <pc:sldMk cId="3698358296" sldId="459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3-07T09:29:46.802" v="11181"/>
          <ac:spMkLst>
            <pc:docMk/>
            <pc:sldMk cId="3698358296" sldId="459"/>
            <ac:spMk id="4" creationId="{C79D062B-1463-45B2-A25C-0E3B98914C04}"/>
          </ac:spMkLst>
        </pc:spChg>
        <pc:spChg chg="mod">
          <ac:chgData name="Choi Jeomki" userId="f1912f8b0928b9f1" providerId="LiveId" clId="{2EB904E9-ED44-4D23-A32C-9D53BDF24188}" dt="2019-03-07T09:30:10.353" v="11185" actId="207"/>
          <ac:spMkLst>
            <pc:docMk/>
            <pc:sldMk cId="3698358296" sldId="459"/>
            <ac:spMk id="12" creationId="{62E5F9B6-2C3D-4A1E-9F9D-C12E15C1B749}"/>
          </ac:spMkLst>
        </pc:spChg>
        <pc:picChg chg="add del mod modCrop">
          <ac:chgData name="Choi Jeomki" userId="f1912f8b0928b9f1" providerId="LiveId" clId="{2EB904E9-ED44-4D23-A32C-9D53BDF24188}" dt="2019-02-24T12:57:39.840" v="3780" actId="478"/>
          <ac:picMkLst>
            <pc:docMk/>
            <pc:sldMk cId="3698358296" sldId="459"/>
            <ac:picMk id="5" creationId="{37D919CF-DD2D-4AD1-944C-B3ED4853F017}"/>
          </ac:picMkLst>
        </pc:picChg>
        <pc:picChg chg="add mod modCrop">
          <ac:chgData name="Choi Jeomki" userId="f1912f8b0928b9f1" providerId="LiveId" clId="{2EB904E9-ED44-4D23-A32C-9D53BDF24188}" dt="2019-02-24T13:00:49.875" v="3838" actId="1036"/>
          <ac:picMkLst>
            <pc:docMk/>
            <pc:sldMk cId="3698358296" sldId="459"/>
            <ac:picMk id="6" creationId="{061E98F2-EDCE-4734-8D58-29C2214CCDB0}"/>
          </ac:picMkLst>
        </pc:picChg>
        <pc:picChg chg="del">
          <ac:chgData name="Choi Jeomki" userId="f1912f8b0928b9f1" providerId="LiveId" clId="{2EB904E9-ED44-4D23-A32C-9D53BDF24188}" dt="2019-02-24T12:44:34.044" v="3525" actId="478"/>
          <ac:picMkLst>
            <pc:docMk/>
            <pc:sldMk cId="3698358296" sldId="459"/>
            <ac:picMk id="7" creationId="{55DD3B50-61B5-4D6F-8D3F-7AFD513F81E1}"/>
          </ac:picMkLst>
        </pc:picChg>
        <pc:picChg chg="del">
          <ac:chgData name="Choi Jeomki" userId="f1912f8b0928b9f1" providerId="LiveId" clId="{2EB904E9-ED44-4D23-A32C-9D53BDF24188}" dt="2019-02-24T12:44:34.044" v="3525" actId="478"/>
          <ac:picMkLst>
            <pc:docMk/>
            <pc:sldMk cId="3698358296" sldId="459"/>
            <ac:picMk id="8" creationId="{85DEF36E-DA75-4B69-9C4E-BE3521D6C49F}"/>
          </ac:picMkLst>
        </pc:picChg>
        <pc:picChg chg="del">
          <ac:chgData name="Choi Jeomki" userId="f1912f8b0928b9f1" providerId="LiveId" clId="{2EB904E9-ED44-4D23-A32C-9D53BDF24188}" dt="2019-02-24T12:44:34.044" v="3525" actId="478"/>
          <ac:picMkLst>
            <pc:docMk/>
            <pc:sldMk cId="3698358296" sldId="459"/>
            <ac:picMk id="9" creationId="{F226CA1F-5D44-4364-A393-C48B9C5343A7}"/>
          </ac:picMkLst>
        </pc:picChg>
        <pc:picChg chg="del">
          <ac:chgData name="Choi Jeomki" userId="f1912f8b0928b9f1" providerId="LiveId" clId="{2EB904E9-ED44-4D23-A32C-9D53BDF24188}" dt="2019-02-24T12:44:34.044" v="3525" actId="478"/>
          <ac:picMkLst>
            <pc:docMk/>
            <pc:sldMk cId="3698358296" sldId="459"/>
            <ac:picMk id="10" creationId="{839AF127-4256-4BB5-B597-475BF2AD9561}"/>
          </ac:picMkLst>
        </pc:picChg>
        <pc:picChg chg="del">
          <ac:chgData name="Choi Jeomki" userId="f1912f8b0928b9f1" providerId="LiveId" clId="{2EB904E9-ED44-4D23-A32C-9D53BDF24188}" dt="2019-02-24T12:44:34.044" v="3525" actId="478"/>
          <ac:picMkLst>
            <pc:docMk/>
            <pc:sldMk cId="3698358296" sldId="459"/>
            <ac:picMk id="11" creationId="{464A884A-F43D-46E5-8120-DB30E88F405D}"/>
          </ac:picMkLst>
        </pc:picChg>
        <pc:picChg chg="add del mod modCrop">
          <ac:chgData name="Choi Jeomki" userId="f1912f8b0928b9f1" providerId="LiveId" clId="{2EB904E9-ED44-4D23-A32C-9D53BDF24188}" dt="2019-02-24T12:57:39.840" v="3780" actId="478"/>
          <ac:picMkLst>
            <pc:docMk/>
            <pc:sldMk cId="3698358296" sldId="459"/>
            <ac:picMk id="13" creationId="{EFE1CF62-5854-47E8-B9D4-6768BFEAB646}"/>
          </ac:picMkLst>
        </pc:picChg>
        <pc:picChg chg="add del mod modCrop">
          <ac:chgData name="Choi Jeomki" userId="f1912f8b0928b9f1" providerId="LiveId" clId="{2EB904E9-ED44-4D23-A32C-9D53BDF24188}" dt="2019-02-24T12:57:39.840" v="3780" actId="478"/>
          <ac:picMkLst>
            <pc:docMk/>
            <pc:sldMk cId="3698358296" sldId="459"/>
            <ac:picMk id="14" creationId="{5DD52C65-62F1-4D53-A4F0-F7A157FA82A1}"/>
          </ac:picMkLst>
        </pc:picChg>
        <pc:picChg chg="add del mod modCrop">
          <ac:chgData name="Choi Jeomki" userId="f1912f8b0928b9f1" providerId="LiveId" clId="{2EB904E9-ED44-4D23-A32C-9D53BDF24188}" dt="2019-02-24T12:57:39.840" v="3780" actId="478"/>
          <ac:picMkLst>
            <pc:docMk/>
            <pc:sldMk cId="3698358296" sldId="459"/>
            <ac:picMk id="15" creationId="{90558B57-20B2-415B-88FE-43CE4FC895AD}"/>
          </ac:picMkLst>
        </pc:picChg>
        <pc:picChg chg="add del mod modCrop">
          <ac:chgData name="Choi Jeomki" userId="f1912f8b0928b9f1" providerId="LiveId" clId="{2EB904E9-ED44-4D23-A32C-9D53BDF24188}" dt="2019-02-24T12:57:39.840" v="3780" actId="478"/>
          <ac:picMkLst>
            <pc:docMk/>
            <pc:sldMk cId="3698358296" sldId="459"/>
            <ac:picMk id="16" creationId="{3BBCE852-69EE-4720-914E-96D0EF8AE2E3}"/>
          </ac:picMkLst>
        </pc:picChg>
        <pc:picChg chg="add mod modCrop">
          <ac:chgData name="Choi Jeomki" userId="f1912f8b0928b9f1" providerId="LiveId" clId="{2EB904E9-ED44-4D23-A32C-9D53BDF24188}" dt="2019-02-24T13:00:49.875" v="3838" actId="1036"/>
          <ac:picMkLst>
            <pc:docMk/>
            <pc:sldMk cId="3698358296" sldId="459"/>
            <ac:picMk id="17" creationId="{175913D1-4F66-4408-A74A-D2E82059B809}"/>
          </ac:picMkLst>
        </pc:picChg>
        <pc:picChg chg="add mod modCrop">
          <ac:chgData name="Choi Jeomki" userId="f1912f8b0928b9f1" providerId="LiveId" clId="{2EB904E9-ED44-4D23-A32C-9D53BDF24188}" dt="2019-02-24T13:00:49.875" v="3838" actId="1036"/>
          <ac:picMkLst>
            <pc:docMk/>
            <pc:sldMk cId="3698358296" sldId="459"/>
            <ac:picMk id="18" creationId="{324AD628-0AFA-40E4-8EB8-78E45EEAC713}"/>
          </ac:picMkLst>
        </pc:picChg>
        <pc:picChg chg="add mod modCrop">
          <ac:chgData name="Choi Jeomki" userId="f1912f8b0928b9f1" providerId="LiveId" clId="{2EB904E9-ED44-4D23-A32C-9D53BDF24188}" dt="2019-02-24T13:00:49.875" v="3838" actId="1036"/>
          <ac:picMkLst>
            <pc:docMk/>
            <pc:sldMk cId="3698358296" sldId="459"/>
            <ac:picMk id="19" creationId="{19C0CC27-1378-431E-A581-B4083D5455DF}"/>
          </ac:picMkLst>
        </pc:picChg>
        <pc:picChg chg="add mod modCrop">
          <ac:chgData name="Choi Jeomki" userId="f1912f8b0928b9f1" providerId="LiveId" clId="{2EB904E9-ED44-4D23-A32C-9D53BDF24188}" dt="2019-02-24T13:00:49.875" v="3838" actId="1036"/>
          <ac:picMkLst>
            <pc:docMk/>
            <pc:sldMk cId="3698358296" sldId="459"/>
            <ac:picMk id="20" creationId="{6503B51A-A562-4584-9928-A2F224BB3792}"/>
          </ac:picMkLst>
        </pc:picChg>
      </pc:sldChg>
      <pc:sldChg chg="addSp delSp modSp add">
        <pc:chgData name="Choi Jeomki" userId="f1912f8b0928b9f1" providerId="LiveId" clId="{2EB904E9-ED44-4D23-A32C-9D53BDF24188}" dt="2019-03-07T09:32:26.212" v="11187" actId="122"/>
        <pc:sldMkLst>
          <pc:docMk/>
          <pc:sldMk cId="2524511439" sldId="461"/>
        </pc:sldMkLst>
        <pc:spChg chg="mod">
          <ac:chgData name="Choi Jeomki" userId="f1912f8b0928b9f1" providerId="LiveId" clId="{2EB904E9-ED44-4D23-A32C-9D53BDF24188}" dt="2019-03-07T09:32:26.212" v="11187" actId="122"/>
          <ac:spMkLst>
            <pc:docMk/>
            <pc:sldMk cId="2524511439" sldId="461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3:14:13.836" v="4110" actId="14100"/>
          <ac:spMkLst>
            <pc:docMk/>
            <pc:sldMk cId="2524511439" sldId="461"/>
            <ac:spMk id="4" creationId="{C79D062B-1463-45B2-A25C-0E3B98914C04}"/>
          </ac:spMkLst>
        </pc:spChg>
        <pc:spChg chg="add mod">
          <ac:chgData name="Choi Jeomki" userId="f1912f8b0928b9f1" providerId="LiveId" clId="{2EB904E9-ED44-4D23-A32C-9D53BDF24188}" dt="2019-02-24T13:15:46.356" v="4157" actId="20577"/>
          <ac:spMkLst>
            <pc:docMk/>
            <pc:sldMk cId="2524511439" sldId="461"/>
            <ac:spMk id="22" creationId="{324CD729-145E-4437-BA31-A4B76BD7AAF4}"/>
          </ac:spMkLst>
        </pc:spChg>
        <pc:grpChg chg="mod">
          <ac:chgData name="Choi Jeomki" userId="f1912f8b0928b9f1" providerId="LiveId" clId="{2EB904E9-ED44-4D23-A32C-9D53BDF24188}" dt="2019-02-24T13:14:16.630" v="4111" actId="552"/>
          <ac:grpSpMkLst>
            <pc:docMk/>
            <pc:sldMk cId="2524511439" sldId="461"/>
            <ac:grpSpMk id="19" creationId="{B495460F-07FB-4E3B-AA4C-3106FF87283B}"/>
          </ac:grpSpMkLst>
        </pc:grpChg>
        <pc:grpChg chg="mod">
          <ac:chgData name="Choi Jeomki" userId="f1912f8b0928b9f1" providerId="LiveId" clId="{2EB904E9-ED44-4D23-A32C-9D53BDF24188}" dt="2019-02-24T13:14:16.630" v="4111" actId="552"/>
          <ac:grpSpMkLst>
            <pc:docMk/>
            <pc:sldMk cId="2524511439" sldId="461"/>
            <ac:grpSpMk id="21" creationId="{FB616167-8780-4E1C-94F0-9514B3287B17}"/>
          </ac:grpSpMkLst>
        </pc:grpChg>
        <pc:grpChg chg="add mod">
          <ac:chgData name="Choi Jeomki" userId="f1912f8b0928b9f1" providerId="LiveId" clId="{2EB904E9-ED44-4D23-A32C-9D53BDF24188}" dt="2019-02-24T13:15:54.916" v="4160" actId="1076"/>
          <ac:grpSpMkLst>
            <pc:docMk/>
            <pc:sldMk cId="2524511439" sldId="461"/>
            <ac:grpSpMk id="23" creationId="{E636192E-8787-42EA-BBF7-70EC9C4410E9}"/>
          </ac:grpSpMkLst>
        </pc:grpChg>
        <pc:grpChg chg="del">
          <ac:chgData name="Choi Jeomki" userId="f1912f8b0928b9f1" providerId="LiveId" clId="{2EB904E9-ED44-4D23-A32C-9D53BDF24188}" dt="2019-02-24T13:13:41.877" v="4094" actId="478"/>
          <ac:grpSpMkLst>
            <pc:docMk/>
            <pc:sldMk cId="2524511439" sldId="461"/>
            <ac:grpSpMk id="27" creationId="{A07DB5E0-2926-402E-B3FE-757BC6C59B76}"/>
          </ac:grpSpMkLst>
        </pc:grpChg>
        <pc:picChg chg="mod">
          <ac:chgData name="Choi Jeomki" userId="f1912f8b0928b9f1" providerId="LiveId" clId="{2EB904E9-ED44-4D23-A32C-9D53BDF24188}" dt="2019-02-24T13:14:17.711" v="4112" actId="208"/>
          <ac:picMkLst>
            <pc:docMk/>
            <pc:sldMk cId="2524511439" sldId="461"/>
            <ac:picMk id="14" creationId="{35490B0E-B175-4676-8BA8-56022CEAB782}"/>
          </ac:picMkLst>
        </pc:picChg>
        <pc:picChg chg="mod">
          <ac:chgData name="Choi Jeomki" userId="f1912f8b0928b9f1" providerId="LiveId" clId="{2EB904E9-ED44-4D23-A32C-9D53BDF24188}" dt="2019-02-24T13:14:17.711" v="4112" actId="208"/>
          <ac:picMkLst>
            <pc:docMk/>
            <pc:sldMk cId="2524511439" sldId="461"/>
            <ac:picMk id="15" creationId="{E1A97E32-3AA7-4697-8440-F3CC7E48DF05}"/>
          </ac:picMkLst>
        </pc:picChg>
        <pc:picChg chg="mod">
          <ac:chgData name="Choi Jeomki" userId="f1912f8b0928b9f1" providerId="LiveId" clId="{2EB904E9-ED44-4D23-A32C-9D53BDF24188}" dt="2019-02-24T13:14:17.711" v="4112" actId="208"/>
          <ac:picMkLst>
            <pc:docMk/>
            <pc:sldMk cId="2524511439" sldId="461"/>
            <ac:picMk id="16" creationId="{07A76654-9308-4977-ADBD-30E6DC440A03}"/>
          </ac:picMkLst>
        </pc:picChg>
        <pc:picChg chg="mod">
          <ac:chgData name="Choi Jeomki" userId="f1912f8b0928b9f1" providerId="LiveId" clId="{2EB904E9-ED44-4D23-A32C-9D53BDF24188}" dt="2019-02-24T13:14:17.711" v="4112" actId="208"/>
          <ac:picMkLst>
            <pc:docMk/>
            <pc:sldMk cId="2524511439" sldId="461"/>
            <ac:picMk id="17" creationId="{728FC527-4F55-4D31-97B6-2E936A41F5FF}"/>
          </ac:picMkLst>
        </pc:picChg>
        <pc:picChg chg="mod">
          <ac:chgData name="Choi Jeomki" userId="f1912f8b0928b9f1" providerId="LiveId" clId="{2EB904E9-ED44-4D23-A32C-9D53BDF24188}" dt="2019-02-24T13:14:17.711" v="4112" actId="208"/>
          <ac:picMkLst>
            <pc:docMk/>
            <pc:sldMk cId="2524511439" sldId="461"/>
            <ac:picMk id="18" creationId="{31E5A4F5-5AE5-437E-B0CF-47E78AC2AA5B}"/>
          </ac:picMkLst>
        </pc:picChg>
        <pc:picChg chg="mod">
          <ac:chgData name="Choi Jeomki" userId="f1912f8b0928b9f1" providerId="LiveId" clId="{2EB904E9-ED44-4D23-A32C-9D53BDF24188}" dt="2019-02-24T13:14:17.711" v="4112" actId="208"/>
          <ac:picMkLst>
            <pc:docMk/>
            <pc:sldMk cId="2524511439" sldId="461"/>
            <ac:picMk id="20" creationId="{A72BB26C-F8BD-4F04-BEC1-F9EC209335E2}"/>
          </ac:picMkLst>
        </pc:picChg>
        <pc:picChg chg="del">
          <ac:chgData name="Choi Jeomki" userId="f1912f8b0928b9f1" providerId="LiveId" clId="{2EB904E9-ED44-4D23-A32C-9D53BDF24188}" dt="2019-02-24T13:13:41.877" v="4094" actId="478"/>
          <ac:picMkLst>
            <pc:docMk/>
            <pc:sldMk cId="2524511439" sldId="461"/>
            <ac:picMk id="24" creationId="{4DD43F12-3C28-4525-AFF3-95EE84B38EB8}"/>
          </ac:picMkLst>
        </pc:picChg>
        <pc:picChg chg="del">
          <ac:chgData name="Choi Jeomki" userId="f1912f8b0928b9f1" providerId="LiveId" clId="{2EB904E9-ED44-4D23-A32C-9D53BDF24188}" dt="2019-02-24T13:13:41.877" v="4094" actId="478"/>
          <ac:picMkLst>
            <pc:docMk/>
            <pc:sldMk cId="2524511439" sldId="461"/>
            <ac:picMk id="25" creationId="{D68BBDDD-C33A-4478-A06F-F819983C2BD4}"/>
          </ac:picMkLst>
        </pc:picChg>
        <pc:picChg chg="add mod">
          <ac:chgData name="Choi Jeomki" userId="f1912f8b0928b9f1" providerId="LiveId" clId="{2EB904E9-ED44-4D23-A32C-9D53BDF24188}" dt="2019-02-24T13:16:00.847" v="4166" actId="1035"/>
          <ac:picMkLst>
            <pc:docMk/>
            <pc:sldMk cId="2524511439" sldId="461"/>
            <ac:picMk id="31" creationId="{83FD9A3F-596D-4188-B6E3-137C1A9AF730}"/>
          </ac:picMkLst>
        </pc:picChg>
        <pc:picChg chg="add mod">
          <ac:chgData name="Choi Jeomki" userId="f1912f8b0928b9f1" providerId="LiveId" clId="{2EB904E9-ED44-4D23-A32C-9D53BDF24188}" dt="2019-02-24T13:16:00.847" v="4166" actId="1035"/>
          <ac:picMkLst>
            <pc:docMk/>
            <pc:sldMk cId="2524511439" sldId="461"/>
            <ac:picMk id="32" creationId="{92EC8CDA-8DEA-42B4-B7C7-573E9B16AABA}"/>
          </ac:picMkLst>
        </pc:picChg>
      </pc:sldChg>
      <pc:sldChg chg="addSp modSp add">
        <pc:chgData name="Choi Jeomki" userId="f1912f8b0928b9f1" providerId="LiveId" clId="{2EB904E9-ED44-4D23-A32C-9D53BDF24188}" dt="2019-02-24T14:13:55.826" v="5166" actId="1035"/>
        <pc:sldMkLst>
          <pc:docMk/>
          <pc:sldMk cId="1538060341" sldId="462"/>
        </pc:sldMkLst>
        <pc:spChg chg="mod">
          <ac:chgData name="Choi Jeomki" userId="f1912f8b0928b9f1" providerId="LiveId" clId="{2EB904E9-ED44-4D23-A32C-9D53BDF24188}" dt="2019-02-24T14:01:00.766" v="4553"/>
          <ac:spMkLst>
            <pc:docMk/>
            <pc:sldMk cId="1538060341" sldId="462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4:02:16.077" v="4840" actId="20577"/>
          <ac:spMkLst>
            <pc:docMk/>
            <pc:sldMk cId="1538060341" sldId="462"/>
            <ac:spMk id="3" creationId="{00000000-0000-0000-0000-000000000000}"/>
          </ac:spMkLst>
        </pc:spChg>
        <pc:spChg chg="mod ord">
          <ac:chgData name="Choi Jeomki" userId="f1912f8b0928b9f1" providerId="LiveId" clId="{2EB904E9-ED44-4D23-A32C-9D53BDF24188}" dt="2019-02-24T14:13:30.995" v="5149" actId="14100"/>
          <ac:spMkLst>
            <pc:docMk/>
            <pc:sldMk cId="1538060341" sldId="462"/>
            <ac:spMk id="4" creationId="{C79D062B-1463-45B2-A25C-0E3B98914C04}"/>
          </ac:spMkLst>
        </pc:spChg>
        <pc:spChg chg="add mod ord">
          <ac:chgData name="Choi Jeomki" userId="f1912f8b0928b9f1" providerId="LiveId" clId="{2EB904E9-ED44-4D23-A32C-9D53BDF24188}" dt="2019-02-24T14:13:36.893" v="5150" actId="20577"/>
          <ac:spMkLst>
            <pc:docMk/>
            <pc:sldMk cId="1538060341" sldId="462"/>
            <ac:spMk id="10" creationId="{BDA39328-4F40-4DEC-8D37-CE26D7C49819}"/>
          </ac:spMkLst>
        </pc:spChg>
        <pc:picChg chg="add mod modCrop">
          <ac:chgData name="Choi Jeomki" userId="f1912f8b0928b9f1" providerId="LiveId" clId="{2EB904E9-ED44-4D23-A32C-9D53BDF24188}" dt="2019-02-24T14:13:51.953" v="5160" actId="1036"/>
          <ac:picMkLst>
            <pc:docMk/>
            <pc:sldMk cId="1538060341" sldId="462"/>
            <ac:picMk id="5" creationId="{2F926528-E0B1-4B0E-95F1-345BCF753D37}"/>
          </ac:picMkLst>
        </pc:picChg>
        <pc:picChg chg="add mod modCrop">
          <ac:chgData name="Choi Jeomki" userId="f1912f8b0928b9f1" providerId="LiveId" clId="{2EB904E9-ED44-4D23-A32C-9D53BDF24188}" dt="2019-02-24T14:13:55.826" v="5166" actId="1035"/>
          <ac:picMkLst>
            <pc:docMk/>
            <pc:sldMk cId="1538060341" sldId="462"/>
            <ac:picMk id="6" creationId="{E4A817F7-E2F2-498E-921B-BDFDE7E7F5A0}"/>
          </ac:picMkLst>
        </pc:picChg>
        <pc:picChg chg="add mod modCrop">
          <ac:chgData name="Choi Jeomki" userId="f1912f8b0928b9f1" providerId="LiveId" clId="{2EB904E9-ED44-4D23-A32C-9D53BDF24188}" dt="2019-02-24T14:13:44.087" v="5155" actId="1035"/>
          <ac:picMkLst>
            <pc:docMk/>
            <pc:sldMk cId="1538060341" sldId="462"/>
            <ac:picMk id="7" creationId="{0C4CF6FD-8776-4527-BFBC-79AD0A47E848}"/>
          </ac:picMkLst>
        </pc:picChg>
        <pc:picChg chg="add mod modCrop">
          <ac:chgData name="Choi Jeomki" userId="f1912f8b0928b9f1" providerId="LiveId" clId="{2EB904E9-ED44-4D23-A32C-9D53BDF24188}" dt="2019-02-24T14:13:44.087" v="5155" actId="1035"/>
          <ac:picMkLst>
            <pc:docMk/>
            <pc:sldMk cId="1538060341" sldId="462"/>
            <ac:picMk id="8" creationId="{656BF3DE-0BC0-4FE2-BAC7-C24686FC5986}"/>
          </ac:picMkLst>
        </pc:picChg>
        <pc:picChg chg="add mod modCrop">
          <ac:chgData name="Choi Jeomki" userId="f1912f8b0928b9f1" providerId="LiveId" clId="{2EB904E9-ED44-4D23-A32C-9D53BDF24188}" dt="2019-02-24T14:13:51.953" v="5160" actId="1036"/>
          <ac:picMkLst>
            <pc:docMk/>
            <pc:sldMk cId="1538060341" sldId="462"/>
            <ac:picMk id="9" creationId="{4F42BF2A-A56E-4FDA-9B67-AB0C0383545E}"/>
          </ac:picMkLst>
        </pc:picChg>
        <pc:picChg chg="add mod modCrop">
          <ac:chgData name="Choi Jeomki" userId="f1912f8b0928b9f1" providerId="LiveId" clId="{2EB904E9-ED44-4D23-A32C-9D53BDF24188}" dt="2019-02-24T14:13:55.826" v="5166" actId="1035"/>
          <ac:picMkLst>
            <pc:docMk/>
            <pc:sldMk cId="1538060341" sldId="462"/>
            <ac:picMk id="11" creationId="{B9AD9EC9-5EDA-4E8D-9F15-EEB0E17023AD}"/>
          </ac:picMkLst>
        </pc:picChg>
        <pc:picChg chg="add mod modCrop">
          <ac:chgData name="Choi Jeomki" userId="f1912f8b0928b9f1" providerId="LiveId" clId="{2EB904E9-ED44-4D23-A32C-9D53BDF24188}" dt="2019-02-24T14:13:44.087" v="5155" actId="1035"/>
          <ac:picMkLst>
            <pc:docMk/>
            <pc:sldMk cId="1538060341" sldId="462"/>
            <ac:picMk id="12" creationId="{10C0ECE4-F486-4990-AF69-5251D2E94508}"/>
          </ac:picMkLst>
        </pc:picChg>
        <pc:picChg chg="add mod modCrop">
          <ac:chgData name="Choi Jeomki" userId="f1912f8b0928b9f1" providerId="LiveId" clId="{2EB904E9-ED44-4D23-A32C-9D53BDF24188}" dt="2019-02-24T14:13:55.826" v="5166" actId="1035"/>
          <ac:picMkLst>
            <pc:docMk/>
            <pc:sldMk cId="1538060341" sldId="462"/>
            <ac:picMk id="13" creationId="{786FE09A-087F-494C-8895-7B31E172DF4F}"/>
          </ac:picMkLst>
        </pc:picChg>
        <pc:picChg chg="add mod modCrop">
          <ac:chgData name="Choi Jeomki" userId="f1912f8b0928b9f1" providerId="LiveId" clId="{2EB904E9-ED44-4D23-A32C-9D53BDF24188}" dt="2019-02-24T14:13:51.953" v="5160" actId="1036"/>
          <ac:picMkLst>
            <pc:docMk/>
            <pc:sldMk cId="1538060341" sldId="462"/>
            <ac:picMk id="14" creationId="{2B65B6E6-87DD-4BD5-B28B-F7ACFDE43CE5}"/>
          </ac:picMkLst>
        </pc:picChg>
        <pc:picChg chg="add mod modCrop">
          <ac:chgData name="Choi Jeomki" userId="f1912f8b0928b9f1" providerId="LiveId" clId="{2EB904E9-ED44-4D23-A32C-9D53BDF24188}" dt="2019-02-24T14:13:44.087" v="5155" actId="1035"/>
          <ac:picMkLst>
            <pc:docMk/>
            <pc:sldMk cId="1538060341" sldId="462"/>
            <ac:picMk id="15" creationId="{2180BB99-AAF0-4B1D-B575-2491DC27560C}"/>
          </ac:picMkLst>
        </pc:picChg>
        <pc:picChg chg="add mod modCrop">
          <ac:chgData name="Choi Jeomki" userId="f1912f8b0928b9f1" providerId="LiveId" clId="{2EB904E9-ED44-4D23-A32C-9D53BDF24188}" dt="2019-02-24T14:13:51.953" v="5160" actId="1036"/>
          <ac:picMkLst>
            <pc:docMk/>
            <pc:sldMk cId="1538060341" sldId="462"/>
            <ac:picMk id="16" creationId="{F639A01A-2B4E-48F2-800E-4196AC4B3619}"/>
          </ac:picMkLst>
        </pc:picChg>
        <pc:picChg chg="add mod modCrop">
          <ac:chgData name="Choi Jeomki" userId="f1912f8b0928b9f1" providerId="LiveId" clId="{2EB904E9-ED44-4D23-A32C-9D53BDF24188}" dt="2019-02-24T14:13:55.826" v="5166" actId="1035"/>
          <ac:picMkLst>
            <pc:docMk/>
            <pc:sldMk cId="1538060341" sldId="462"/>
            <ac:picMk id="17" creationId="{321A5EF8-164F-4506-A2EF-0615875FD5D1}"/>
          </ac:picMkLst>
        </pc:picChg>
      </pc:sldChg>
      <pc:sldChg chg="addSp modSp add">
        <pc:chgData name="Choi Jeomki" userId="f1912f8b0928b9f1" providerId="LiveId" clId="{2EB904E9-ED44-4D23-A32C-9D53BDF24188}" dt="2019-02-25T10:35:55.360" v="11073" actId="20577"/>
        <pc:sldMkLst>
          <pc:docMk/>
          <pc:sldMk cId="2592800478" sldId="464"/>
        </pc:sldMkLst>
        <pc:spChg chg="mod">
          <ac:chgData name="Choi Jeomki" userId="f1912f8b0928b9f1" providerId="LiveId" clId="{2EB904E9-ED44-4D23-A32C-9D53BDF24188}" dt="2019-02-24T14:15:44.386" v="5193" actId="20577"/>
          <ac:spMkLst>
            <pc:docMk/>
            <pc:sldMk cId="2592800478" sldId="464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4:22:15.857" v="5574" actId="20577"/>
          <ac:spMkLst>
            <pc:docMk/>
            <pc:sldMk cId="2592800478" sldId="464"/>
            <ac:spMk id="3" creationId="{00000000-0000-0000-0000-000000000000}"/>
          </ac:spMkLst>
        </pc:spChg>
        <pc:spChg chg="add mod">
          <ac:chgData name="Choi Jeomki" userId="f1912f8b0928b9f1" providerId="LiveId" clId="{2EB904E9-ED44-4D23-A32C-9D53BDF24188}" dt="2019-02-24T14:20:51.554" v="5502" actId="14100"/>
          <ac:spMkLst>
            <pc:docMk/>
            <pc:sldMk cId="2592800478" sldId="464"/>
            <ac:spMk id="38" creationId="{B1124340-922F-4B3D-B390-6291969672F7}"/>
          </ac:spMkLst>
        </pc:spChg>
        <pc:spChg chg="mod">
          <ac:chgData name="Choi Jeomki" userId="f1912f8b0928b9f1" providerId="LiveId" clId="{2EB904E9-ED44-4D23-A32C-9D53BDF24188}" dt="2019-02-24T13:58:36.705" v="4401" actId="164"/>
          <ac:spMkLst>
            <pc:docMk/>
            <pc:sldMk cId="2592800478" sldId="464"/>
            <ac:spMk id="44" creationId="{957AD701-AD21-453B-A2F1-022D6C7A1B37}"/>
          </ac:spMkLst>
        </pc:spChg>
        <pc:spChg chg="mod">
          <ac:chgData name="Choi Jeomki" userId="f1912f8b0928b9f1" providerId="LiveId" clId="{2EB904E9-ED44-4D23-A32C-9D53BDF24188}" dt="2019-02-24T13:58:36.705" v="4401" actId="164"/>
          <ac:spMkLst>
            <pc:docMk/>
            <pc:sldMk cId="2592800478" sldId="464"/>
            <ac:spMk id="45" creationId="{A6487AE2-E286-40E9-A48C-C4C903B2B398}"/>
          </ac:spMkLst>
        </pc:spChg>
        <pc:spChg chg="mod">
          <ac:chgData name="Choi Jeomki" userId="f1912f8b0928b9f1" providerId="LiveId" clId="{2EB904E9-ED44-4D23-A32C-9D53BDF24188}" dt="2019-02-24T13:58:36.705" v="4401" actId="164"/>
          <ac:spMkLst>
            <pc:docMk/>
            <pc:sldMk cId="2592800478" sldId="464"/>
            <ac:spMk id="46" creationId="{61DC8A5D-86EB-4E78-9998-39B55CB8D46A}"/>
          </ac:spMkLst>
        </pc:spChg>
        <pc:spChg chg="mod">
          <ac:chgData name="Choi Jeomki" userId="f1912f8b0928b9f1" providerId="LiveId" clId="{2EB904E9-ED44-4D23-A32C-9D53BDF24188}" dt="2019-02-25T10:35:55.360" v="11073" actId="20577"/>
          <ac:spMkLst>
            <pc:docMk/>
            <pc:sldMk cId="2592800478" sldId="464"/>
            <ac:spMk id="82" creationId="{A2F2C69E-5D98-4256-8576-F62706D02162}"/>
          </ac:spMkLst>
        </pc:spChg>
        <pc:spChg chg="mod">
          <ac:chgData name="Choi Jeomki" userId="f1912f8b0928b9f1" providerId="LiveId" clId="{2EB904E9-ED44-4D23-A32C-9D53BDF24188}" dt="2019-02-24T13:59:02.279" v="4415" actId="1037"/>
          <ac:spMkLst>
            <pc:docMk/>
            <pc:sldMk cId="2592800478" sldId="464"/>
            <ac:spMk id="83" creationId="{01F3D81C-DD3D-4807-944E-84C2BC1FD427}"/>
          </ac:spMkLst>
        </pc:spChg>
        <pc:grpChg chg="add mod">
          <ac:chgData name="Choi Jeomki" userId="f1912f8b0928b9f1" providerId="LiveId" clId="{2EB904E9-ED44-4D23-A32C-9D53BDF24188}" dt="2019-02-24T13:58:36.705" v="4401" actId="164"/>
          <ac:grpSpMkLst>
            <pc:docMk/>
            <pc:sldMk cId="2592800478" sldId="464"/>
            <ac:grpSpMk id="4" creationId="{B1DBE6C2-239F-416B-9119-FFF21F6E88E5}"/>
          </ac:grpSpMkLst>
        </pc:grpChg>
        <pc:picChg chg="mod">
          <ac:chgData name="Choi Jeomki" userId="f1912f8b0928b9f1" providerId="LiveId" clId="{2EB904E9-ED44-4D23-A32C-9D53BDF24188}" dt="2019-02-24T13:59:02.279" v="4415" actId="1037"/>
          <ac:picMkLst>
            <pc:docMk/>
            <pc:sldMk cId="2592800478" sldId="464"/>
            <ac:picMk id="5" creationId="{30838995-9591-4711-A847-34148C304233}"/>
          </ac:picMkLst>
        </pc:picChg>
        <pc:picChg chg="mod">
          <ac:chgData name="Choi Jeomki" userId="f1912f8b0928b9f1" providerId="LiveId" clId="{2EB904E9-ED44-4D23-A32C-9D53BDF24188}" dt="2019-02-24T13:58:36.705" v="4401" actId="164"/>
          <ac:picMkLst>
            <pc:docMk/>
            <pc:sldMk cId="2592800478" sldId="464"/>
            <ac:picMk id="7" creationId="{D3498588-C70F-4D1E-A3A4-03D23A33132D}"/>
          </ac:picMkLst>
        </pc:picChg>
        <pc:picChg chg="mod">
          <ac:chgData name="Choi Jeomki" userId="f1912f8b0928b9f1" providerId="LiveId" clId="{2EB904E9-ED44-4D23-A32C-9D53BDF24188}" dt="2019-02-24T13:59:02.279" v="4415" actId="1037"/>
          <ac:picMkLst>
            <pc:docMk/>
            <pc:sldMk cId="2592800478" sldId="464"/>
            <ac:picMk id="41" creationId="{CBEDAC41-330C-4DC4-842A-E49F94F24F23}"/>
          </ac:picMkLst>
        </pc:picChg>
        <pc:picChg chg="mod">
          <ac:chgData name="Choi Jeomki" userId="f1912f8b0928b9f1" providerId="LiveId" clId="{2EB904E9-ED44-4D23-A32C-9D53BDF24188}" dt="2019-02-24T13:58:36.705" v="4401" actId="164"/>
          <ac:picMkLst>
            <pc:docMk/>
            <pc:sldMk cId="2592800478" sldId="464"/>
            <ac:picMk id="52" creationId="{1A6822EA-4A21-4018-83A7-F96EF1B4D96C}"/>
          </ac:picMkLst>
        </pc:picChg>
        <pc:picChg chg="mod">
          <ac:chgData name="Choi Jeomki" userId="f1912f8b0928b9f1" providerId="LiveId" clId="{2EB904E9-ED44-4D23-A32C-9D53BDF24188}" dt="2019-02-24T13:58:36.705" v="4401" actId="164"/>
          <ac:picMkLst>
            <pc:docMk/>
            <pc:sldMk cId="2592800478" sldId="464"/>
            <ac:picMk id="53" creationId="{9170648D-DC91-4DBC-9D29-E097EECB0BF5}"/>
          </ac:picMkLst>
        </pc:picChg>
        <pc:cxnChg chg="add mod">
          <ac:chgData name="Choi Jeomki" userId="f1912f8b0928b9f1" providerId="LiveId" clId="{2EB904E9-ED44-4D23-A32C-9D53BDF24188}" dt="2019-02-24T14:42:18.882" v="6553" actId="1076"/>
          <ac:cxnSpMkLst>
            <pc:docMk/>
            <pc:sldMk cId="2592800478" sldId="464"/>
            <ac:cxnSpMk id="39" creationId="{D2023B04-96D9-42E2-B134-C89B55EE3E6B}"/>
          </ac:cxnSpMkLst>
        </pc:cxnChg>
        <pc:cxnChg chg="mod">
          <ac:chgData name="Choi Jeomki" userId="f1912f8b0928b9f1" providerId="LiveId" clId="{2EB904E9-ED44-4D23-A32C-9D53BDF24188}" dt="2019-02-24T13:58:36.705" v="4401" actId="164"/>
          <ac:cxnSpMkLst>
            <pc:docMk/>
            <pc:sldMk cId="2592800478" sldId="464"/>
            <ac:cxnSpMk id="55" creationId="{A5B13BA5-6AE1-4F8C-A657-92EB9CB1548F}"/>
          </ac:cxnSpMkLst>
        </pc:cxnChg>
        <pc:cxnChg chg="mod">
          <ac:chgData name="Choi Jeomki" userId="f1912f8b0928b9f1" providerId="LiveId" clId="{2EB904E9-ED44-4D23-A32C-9D53BDF24188}" dt="2019-02-24T13:58:36.705" v="4401" actId="164"/>
          <ac:cxnSpMkLst>
            <pc:docMk/>
            <pc:sldMk cId="2592800478" sldId="464"/>
            <ac:cxnSpMk id="92" creationId="{29CDA28F-5220-4C42-8BE6-7F2E6E81CFF5}"/>
          </ac:cxnSpMkLst>
        </pc:cxnChg>
      </pc:sldChg>
      <pc:sldChg chg="addSp delSp modSp add ord">
        <pc:chgData name="Choi Jeomki" userId="f1912f8b0928b9f1" providerId="LiveId" clId="{2EB904E9-ED44-4D23-A32C-9D53BDF24188}" dt="2019-02-24T15:25:36.106" v="7869" actId="208"/>
        <pc:sldMkLst>
          <pc:docMk/>
          <pc:sldMk cId="3986331808" sldId="466"/>
        </pc:sldMkLst>
        <pc:spChg chg="mod">
          <ac:chgData name="Choi Jeomki" userId="f1912f8b0928b9f1" providerId="LiveId" clId="{2EB904E9-ED44-4D23-A32C-9D53BDF24188}" dt="2019-02-24T15:22:32.697" v="7807"/>
          <ac:spMkLst>
            <pc:docMk/>
            <pc:sldMk cId="3986331808" sldId="466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22:27.369" v="7806"/>
          <ac:spMkLst>
            <pc:docMk/>
            <pc:sldMk cId="3986331808" sldId="466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4:50:43.257" v="6911" actId="164"/>
          <ac:spMkLst>
            <pc:docMk/>
            <pc:sldMk cId="3986331808" sldId="466"/>
            <ac:spMk id="9" creationId="{FDD53567-F9CB-45CE-85EC-353B523B7E3C}"/>
          </ac:spMkLst>
        </pc:spChg>
        <pc:spChg chg="mod">
          <ac:chgData name="Choi Jeomki" userId="f1912f8b0928b9f1" providerId="LiveId" clId="{2EB904E9-ED44-4D23-A32C-9D53BDF24188}" dt="2019-02-24T14:50:43.257" v="6911" actId="164"/>
          <ac:spMkLst>
            <pc:docMk/>
            <pc:sldMk cId="3986331808" sldId="466"/>
            <ac:spMk id="13" creationId="{B5F72CB6-1C83-44DE-8105-5843F171E9D0}"/>
          </ac:spMkLst>
        </pc:spChg>
        <pc:spChg chg="del">
          <ac:chgData name="Choi Jeomki" userId="f1912f8b0928b9f1" providerId="LiveId" clId="{2EB904E9-ED44-4D23-A32C-9D53BDF24188}" dt="2019-02-24T14:38:38.320" v="6443" actId="478"/>
          <ac:spMkLst>
            <pc:docMk/>
            <pc:sldMk cId="3986331808" sldId="466"/>
            <ac:spMk id="17" creationId="{E65970DB-FE8F-4C03-9960-D5F7D0D04166}"/>
          </ac:spMkLst>
        </pc:spChg>
        <pc:spChg chg="del mod">
          <ac:chgData name="Choi Jeomki" userId="f1912f8b0928b9f1" providerId="LiveId" clId="{2EB904E9-ED44-4D23-A32C-9D53BDF24188}" dt="2019-02-24T14:50:36.541" v="6909" actId="478"/>
          <ac:spMkLst>
            <pc:docMk/>
            <pc:sldMk cId="3986331808" sldId="466"/>
            <ac:spMk id="42" creationId="{0A92620D-74D5-4C2B-8673-BFB062837E29}"/>
          </ac:spMkLst>
        </pc:spChg>
        <pc:spChg chg="add del mod">
          <ac:chgData name="Choi Jeomki" userId="f1912f8b0928b9f1" providerId="LiveId" clId="{2EB904E9-ED44-4D23-A32C-9D53BDF24188}" dt="2019-02-24T14:50:36.541" v="6909" actId="478"/>
          <ac:spMkLst>
            <pc:docMk/>
            <pc:sldMk cId="3986331808" sldId="466"/>
            <ac:spMk id="43" creationId="{A56952AA-05B5-4E16-9554-7A2EA839E959}"/>
          </ac:spMkLst>
        </pc:spChg>
        <pc:spChg chg="del mod">
          <ac:chgData name="Choi Jeomki" userId="f1912f8b0928b9f1" providerId="LiveId" clId="{2EB904E9-ED44-4D23-A32C-9D53BDF24188}" dt="2019-02-24T14:50:36.541" v="6909" actId="478"/>
          <ac:spMkLst>
            <pc:docMk/>
            <pc:sldMk cId="3986331808" sldId="466"/>
            <ac:spMk id="44" creationId="{957AD701-AD21-453B-A2F1-022D6C7A1B37}"/>
          </ac:spMkLst>
        </pc:spChg>
        <pc:spChg chg="del mod">
          <ac:chgData name="Choi Jeomki" userId="f1912f8b0928b9f1" providerId="LiveId" clId="{2EB904E9-ED44-4D23-A32C-9D53BDF24188}" dt="2019-02-24T14:39:08.371" v="6476" actId="478"/>
          <ac:spMkLst>
            <pc:docMk/>
            <pc:sldMk cId="3986331808" sldId="466"/>
            <ac:spMk id="45" creationId="{A6487AE2-E286-40E9-A48C-C4C903B2B398}"/>
          </ac:spMkLst>
        </pc:spChg>
        <pc:spChg chg="del mod">
          <ac:chgData name="Choi Jeomki" userId="f1912f8b0928b9f1" providerId="LiveId" clId="{2EB904E9-ED44-4D23-A32C-9D53BDF24188}" dt="2019-02-24T14:50:36.541" v="6909" actId="478"/>
          <ac:spMkLst>
            <pc:docMk/>
            <pc:sldMk cId="3986331808" sldId="466"/>
            <ac:spMk id="46" creationId="{61DC8A5D-86EB-4E78-9998-39B55CB8D46A}"/>
          </ac:spMkLst>
        </pc:spChg>
        <pc:spChg chg="add del mod">
          <ac:chgData name="Choi Jeomki" userId="f1912f8b0928b9f1" providerId="LiveId" clId="{2EB904E9-ED44-4D23-A32C-9D53BDF24188}" dt="2019-02-24T14:50:36.541" v="6909" actId="478"/>
          <ac:spMkLst>
            <pc:docMk/>
            <pc:sldMk cId="3986331808" sldId="466"/>
            <ac:spMk id="62" creationId="{5B5E1CAA-58BD-4862-B3D8-4CBB2AB372C0}"/>
          </ac:spMkLst>
        </pc:spChg>
        <pc:spChg chg="add del mod">
          <ac:chgData name="Choi Jeomki" userId="f1912f8b0928b9f1" providerId="LiveId" clId="{2EB904E9-ED44-4D23-A32C-9D53BDF24188}" dt="2019-02-24T14:50:38.669" v="6910" actId="478"/>
          <ac:spMkLst>
            <pc:docMk/>
            <pc:sldMk cId="3986331808" sldId="466"/>
            <ac:spMk id="63" creationId="{799EFF9D-F8AC-4D39-B4F8-1352BB8B8A41}"/>
          </ac:spMkLst>
        </pc:spChg>
        <pc:spChg chg="del mod topLvl">
          <ac:chgData name="Choi Jeomki" userId="f1912f8b0928b9f1" providerId="LiveId" clId="{2EB904E9-ED44-4D23-A32C-9D53BDF24188}" dt="2019-02-24T15:22:09.756" v="7801" actId="478"/>
          <ac:spMkLst>
            <pc:docMk/>
            <pc:sldMk cId="3986331808" sldId="466"/>
            <ac:spMk id="67" creationId="{7232C689-7E6F-45B4-9D7C-04A860F8BD54}"/>
          </ac:spMkLst>
        </pc:spChg>
        <pc:spChg chg="del mod topLvl">
          <ac:chgData name="Choi Jeomki" userId="f1912f8b0928b9f1" providerId="LiveId" clId="{2EB904E9-ED44-4D23-A32C-9D53BDF24188}" dt="2019-02-24T15:22:09.756" v="7801" actId="478"/>
          <ac:spMkLst>
            <pc:docMk/>
            <pc:sldMk cId="3986331808" sldId="466"/>
            <ac:spMk id="68" creationId="{01637B54-133C-44C5-94F3-38D926126A26}"/>
          </ac:spMkLst>
        </pc:spChg>
        <pc:spChg chg="del mod topLvl">
          <ac:chgData name="Choi Jeomki" userId="f1912f8b0928b9f1" providerId="LiveId" clId="{2EB904E9-ED44-4D23-A32C-9D53BDF24188}" dt="2019-02-24T15:22:09.756" v="7801" actId="478"/>
          <ac:spMkLst>
            <pc:docMk/>
            <pc:sldMk cId="3986331808" sldId="466"/>
            <ac:spMk id="70" creationId="{7BB2EE6E-AC70-4D82-A7A1-FEEB18138CD6}"/>
          </ac:spMkLst>
        </pc:spChg>
        <pc:spChg chg="del mod topLvl">
          <ac:chgData name="Choi Jeomki" userId="f1912f8b0928b9f1" providerId="LiveId" clId="{2EB904E9-ED44-4D23-A32C-9D53BDF24188}" dt="2019-02-24T15:22:09.756" v="7801" actId="478"/>
          <ac:spMkLst>
            <pc:docMk/>
            <pc:sldMk cId="3986331808" sldId="466"/>
            <ac:spMk id="74" creationId="{FD51C102-9682-4841-98F9-B293A1E33431}"/>
          </ac:spMkLst>
        </pc:spChg>
        <pc:spChg chg="del">
          <ac:chgData name="Choi Jeomki" userId="f1912f8b0928b9f1" providerId="LiveId" clId="{2EB904E9-ED44-4D23-A32C-9D53BDF24188}" dt="2019-02-24T14:38:37.155" v="6442" actId="478"/>
          <ac:spMkLst>
            <pc:docMk/>
            <pc:sldMk cId="3986331808" sldId="466"/>
            <ac:spMk id="82" creationId="{A2F2C69E-5D98-4256-8576-F62706D02162}"/>
          </ac:spMkLst>
        </pc:spChg>
        <pc:spChg chg="del">
          <ac:chgData name="Choi Jeomki" userId="f1912f8b0928b9f1" providerId="LiveId" clId="{2EB904E9-ED44-4D23-A32C-9D53BDF24188}" dt="2019-02-24T14:38:35.922" v="6441" actId="478"/>
          <ac:spMkLst>
            <pc:docMk/>
            <pc:sldMk cId="3986331808" sldId="466"/>
            <ac:spMk id="83" creationId="{01F3D81C-DD3D-4807-944E-84C2BC1FD427}"/>
          </ac:spMkLst>
        </pc:spChg>
        <pc:spChg chg="add del mod">
          <ac:chgData name="Choi Jeomki" userId="f1912f8b0928b9f1" providerId="LiveId" clId="{2EB904E9-ED44-4D23-A32C-9D53BDF24188}" dt="2019-02-24T15:22:09.756" v="7801" actId="478"/>
          <ac:spMkLst>
            <pc:docMk/>
            <pc:sldMk cId="3986331808" sldId="466"/>
            <ac:spMk id="86" creationId="{8C9C8F74-72C7-451B-B1ED-822D586CB91A}"/>
          </ac:spMkLst>
        </pc:spChg>
        <pc:spChg chg="add del mod">
          <ac:chgData name="Choi Jeomki" userId="f1912f8b0928b9f1" providerId="LiveId" clId="{2EB904E9-ED44-4D23-A32C-9D53BDF24188}" dt="2019-02-24T15:22:09.756" v="7801" actId="478"/>
          <ac:spMkLst>
            <pc:docMk/>
            <pc:sldMk cId="3986331808" sldId="466"/>
            <ac:spMk id="87" creationId="{E5D44517-163F-44F8-AE54-ECEB7E8792A9}"/>
          </ac:spMkLst>
        </pc:spChg>
        <pc:spChg chg="mod">
          <ac:chgData name="Choi Jeomki" userId="f1912f8b0928b9f1" providerId="LiveId" clId="{2EB904E9-ED44-4D23-A32C-9D53BDF24188}" dt="2019-02-24T14:50:43.257" v="6911" actId="164"/>
          <ac:spMkLst>
            <pc:docMk/>
            <pc:sldMk cId="3986331808" sldId="466"/>
            <ac:spMk id="93" creationId="{8CCC401A-3705-43BB-8831-EE9628FEC4AF}"/>
          </ac:spMkLst>
        </pc:spChg>
        <pc:spChg chg="del">
          <ac:chgData name="Choi Jeomki" userId="f1912f8b0928b9f1" providerId="LiveId" clId="{2EB904E9-ED44-4D23-A32C-9D53BDF24188}" dt="2019-02-24T14:38:42.152" v="6469" actId="478"/>
          <ac:spMkLst>
            <pc:docMk/>
            <pc:sldMk cId="3986331808" sldId="466"/>
            <ac:spMk id="94" creationId="{6A6B6A2B-E6A4-4A69-AFC0-22A24CB0AFB4}"/>
          </ac:spMkLst>
        </pc:spChg>
        <pc:spChg chg="mod">
          <ac:chgData name="Choi Jeomki" userId="f1912f8b0928b9f1" providerId="LiveId" clId="{2EB904E9-ED44-4D23-A32C-9D53BDF24188}" dt="2019-02-24T14:51:25.516" v="6934" actId="20577"/>
          <ac:spMkLst>
            <pc:docMk/>
            <pc:sldMk cId="3986331808" sldId="466"/>
            <ac:spMk id="96" creationId="{26B43FA6-E5CB-4ABD-980B-37EA32D2DE26}"/>
          </ac:spMkLst>
        </pc:spChg>
        <pc:spChg chg="add del mod">
          <ac:chgData name="Choi Jeomki" userId="f1912f8b0928b9f1" providerId="LiveId" clId="{2EB904E9-ED44-4D23-A32C-9D53BDF24188}" dt="2019-02-24T15:02:33.800" v="7440" actId="478"/>
          <ac:spMkLst>
            <pc:docMk/>
            <pc:sldMk cId="3986331808" sldId="466"/>
            <ac:spMk id="99" creationId="{8627F24D-F50E-4B23-B45A-F434A94E3B3E}"/>
          </ac:spMkLst>
        </pc:spChg>
        <pc:spChg chg="add del mod">
          <ac:chgData name="Choi Jeomki" userId="f1912f8b0928b9f1" providerId="LiveId" clId="{2EB904E9-ED44-4D23-A32C-9D53BDF24188}" dt="2019-02-24T15:02:23.269" v="7437" actId="478"/>
          <ac:spMkLst>
            <pc:docMk/>
            <pc:sldMk cId="3986331808" sldId="466"/>
            <ac:spMk id="100" creationId="{3B3B7479-031F-40A7-85E7-AC3FAE6B9C1D}"/>
          </ac:spMkLst>
        </pc:spChg>
        <pc:spChg chg="add del mod">
          <ac:chgData name="Choi Jeomki" userId="f1912f8b0928b9f1" providerId="LiveId" clId="{2EB904E9-ED44-4D23-A32C-9D53BDF24188}" dt="2019-02-24T15:22:09.756" v="7801" actId="478"/>
          <ac:spMkLst>
            <pc:docMk/>
            <pc:sldMk cId="3986331808" sldId="466"/>
            <ac:spMk id="103" creationId="{B02778CC-0F44-4DA1-A566-F93B2DD53CAD}"/>
          </ac:spMkLst>
        </pc:spChg>
        <pc:spChg chg="add mod">
          <ac:chgData name="Choi Jeomki" userId="f1912f8b0928b9f1" providerId="LiveId" clId="{2EB904E9-ED44-4D23-A32C-9D53BDF24188}" dt="2019-02-24T15:25:25.962" v="7868" actId="20577"/>
          <ac:spMkLst>
            <pc:docMk/>
            <pc:sldMk cId="3986331808" sldId="466"/>
            <ac:spMk id="117" creationId="{04C1874A-02D8-4CF5-BDE5-A85079AA60A4}"/>
          </ac:spMkLst>
        </pc:spChg>
        <pc:spChg chg="add">
          <ac:chgData name="Choi Jeomki" userId="f1912f8b0928b9f1" providerId="LiveId" clId="{2EB904E9-ED44-4D23-A32C-9D53BDF24188}" dt="2019-02-24T15:22:17.648" v="7804"/>
          <ac:spMkLst>
            <pc:docMk/>
            <pc:sldMk cId="3986331808" sldId="466"/>
            <ac:spMk id="120" creationId="{3976BA95-1040-4CCD-A5DE-7203AB71C78A}"/>
          </ac:spMkLst>
        </pc:spChg>
        <pc:grpChg chg="add del mod">
          <ac:chgData name="Choi Jeomki" userId="f1912f8b0928b9f1" providerId="LiveId" clId="{2EB904E9-ED44-4D23-A32C-9D53BDF24188}" dt="2019-02-24T15:22:09.756" v="7801" actId="478"/>
          <ac:grpSpMkLst>
            <pc:docMk/>
            <pc:sldMk cId="3986331808" sldId="466"/>
            <ac:grpSpMk id="11" creationId="{3FEDC62E-CD36-4DD2-B221-629784614771}"/>
          </ac:grpSpMkLst>
        </pc:grpChg>
        <pc:grpChg chg="del">
          <ac:chgData name="Choi Jeomki" userId="f1912f8b0928b9f1" providerId="LiveId" clId="{2EB904E9-ED44-4D23-A32C-9D53BDF24188}" dt="2019-02-24T14:50:36.541" v="6909" actId="478"/>
          <ac:grpSpMkLst>
            <pc:docMk/>
            <pc:sldMk cId="3986331808" sldId="466"/>
            <ac:grpSpMk id="27" creationId="{95EA6315-364F-44F1-8B64-4A76542C6964}"/>
          </ac:grpSpMkLst>
        </pc:grpChg>
        <pc:grpChg chg="del">
          <ac:chgData name="Choi Jeomki" userId="f1912f8b0928b9f1" providerId="LiveId" clId="{2EB904E9-ED44-4D23-A32C-9D53BDF24188}" dt="2019-02-24T14:50:36.541" v="6909" actId="478"/>
          <ac:grpSpMkLst>
            <pc:docMk/>
            <pc:sldMk cId="3986331808" sldId="466"/>
            <ac:grpSpMk id="51" creationId="{755FDE5E-40F9-4840-8A1D-4F7A4D8BD4D0}"/>
          </ac:grpSpMkLst>
        </pc:grpChg>
        <pc:grpChg chg="add del mod">
          <ac:chgData name="Choi Jeomki" userId="f1912f8b0928b9f1" providerId="LiveId" clId="{2EB904E9-ED44-4D23-A32C-9D53BDF24188}" dt="2019-02-24T14:51:16.636" v="6919" actId="165"/>
          <ac:grpSpMkLst>
            <pc:docMk/>
            <pc:sldMk cId="3986331808" sldId="466"/>
            <ac:grpSpMk id="64" creationId="{AB2D28C6-30B6-4AA2-B8FE-34332D839E67}"/>
          </ac:grpSpMkLst>
        </pc:grpChg>
        <pc:grpChg chg="del mod topLvl">
          <ac:chgData name="Choi Jeomki" userId="f1912f8b0928b9f1" providerId="LiveId" clId="{2EB904E9-ED44-4D23-A32C-9D53BDF24188}" dt="2019-02-24T15:22:09.756" v="7801" actId="478"/>
          <ac:grpSpMkLst>
            <pc:docMk/>
            <pc:sldMk cId="3986331808" sldId="466"/>
            <ac:grpSpMk id="65" creationId="{F58548E2-9D30-4855-9CDB-A01F07AA4A4E}"/>
          </ac:grpSpMkLst>
        </pc:grpChg>
        <pc:grpChg chg="add del mod">
          <ac:chgData name="Choi Jeomki" userId="f1912f8b0928b9f1" providerId="LiveId" clId="{2EB904E9-ED44-4D23-A32C-9D53BDF24188}" dt="2019-02-24T15:22:09.756" v="7801" actId="478"/>
          <ac:grpSpMkLst>
            <pc:docMk/>
            <pc:sldMk cId="3986331808" sldId="466"/>
            <ac:grpSpMk id="88" creationId="{769BD789-31FD-4CE8-AD35-FF9DEE6B8E9B}"/>
          </ac:grpSpMkLst>
        </pc:grpChg>
        <pc:grpChg chg="mod">
          <ac:chgData name="Choi Jeomki" userId="f1912f8b0928b9f1" providerId="LiveId" clId="{2EB904E9-ED44-4D23-A32C-9D53BDF24188}" dt="2019-02-24T14:51:18.475" v="6920"/>
          <ac:grpSpMkLst>
            <pc:docMk/>
            <pc:sldMk cId="3986331808" sldId="466"/>
            <ac:grpSpMk id="95" creationId="{78730912-61B9-4384-81A4-39A966805532}"/>
          </ac:grpSpMkLst>
        </pc:grpChg>
        <pc:picChg chg="del">
          <ac:chgData name="Choi Jeomki" userId="f1912f8b0928b9f1" providerId="LiveId" clId="{2EB904E9-ED44-4D23-A32C-9D53BDF24188}" dt="2019-02-24T14:38:34.412" v="6439" actId="478"/>
          <ac:picMkLst>
            <pc:docMk/>
            <pc:sldMk cId="3986331808" sldId="466"/>
            <ac:picMk id="5" creationId="{30838995-9591-4711-A847-34148C304233}"/>
          </ac:picMkLst>
        </pc:picChg>
        <pc:picChg chg="mod">
          <ac:chgData name="Choi Jeomki" userId="f1912f8b0928b9f1" providerId="LiveId" clId="{2EB904E9-ED44-4D23-A32C-9D53BDF24188}" dt="2019-02-24T14:50:43.257" v="6911" actId="164"/>
          <ac:picMkLst>
            <pc:docMk/>
            <pc:sldMk cId="3986331808" sldId="466"/>
            <ac:picMk id="6" creationId="{A54D74AE-DF4F-4186-A203-22296FBA8763}"/>
          </ac:picMkLst>
        </pc:picChg>
        <pc:picChg chg="add del mod modCrop">
          <ac:chgData name="Choi Jeomki" userId="f1912f8b0928b9f1" providerId="LiveId" clId="{2EB904E9-ED44-4D23-A32C-9D53BDF24188}" dt="2019-02-24T14:50:36.541" v="6909" actId="478"/>
          <ac:picMkLst>
            <pc:docMk/>
            <pc:sldMk cId="3986331808" sldId="466"/>
            <ac:picMk id="7" creationId="{53FDE0A5-02A0-4B38-B91D-A2E07522D9EE}"/>
          </ac:picMkLst>
        </pc:picChg>
        <pc:picChg chg="mod">
          <ac:chgData name="Choi Jeomki" userId="f1912f8b0928b9f1" providerId="LiveId" clId="{2EB904E9-ED44-4D23-A32C-9D53BDF24188}" dt="2019-02-24T14:50:43.257" v="6911" actId="164"/>
          <ac:picMkLst>
            <pc:docMk/>
            <pc:sldMk cId="3986331808" sldId="466"/>
            <ac:picMk id="8" creationId="{701D439F-404E-4DB5-B5D0-74E03FC5E525}"/>
          </ac:picMkLst>
        </pc:picChg>
        <pc:picChg chg="del mod">
          <ac:chgData name="Choi Jeomki" userId="f1912f8b0928b9f1" providerId="LiveId" clId="{2EB904E9-ED44-4D23-A32C-9D53BDF24188}" dt="2019-02-24T14:50:36.541" v="6909" actId="478"/>
          <ac:picMkLst>
            <pc:docMk/>
            <pc:sldMk cId="3986331808" sldId="466"/>
            <ac:picMk id="10" creationId="{C2F50353-B06D-4BCC-B9C0-77C2E66A2CB9}"/>
          </ac:picMkLst>
        </pc:picChg>
        <pc:picChg chg="del">
          <ac:chgData name="Choi Jeomki" userId="f1912f8b0928b9f1" providerId="LiveId" clId="{2EB904E9-ED44-4D23-A32C-9D53BDF24188}" dt="2019-02-24T14:38:34.844" v="6440" actId="478"/>
          <ac:picMkLst>
            <pc:docMk/>
            <pc:sldMk cId="3986331808" sldId="466"/>
            <ac:picMk id="41" creationId="{CBEDAC41-330C-4DC4-842A-E49F94F24F23}"/>
          </ac:picMkLst>
        </pc:picChg>
        <pc:picChg chg="del mod">
          <ac:chgData name="Choi Jeomki" userId="f1912f8b0928b9f1" providerId="LiveId" clId="{2EB904E9-ED44-4D23-A32C-9D53BDF24188}" dt="2019-02-24T14:38:33.212" v="6438" actId="478"/>
          <ac:picMkLst>
            <pc:docMk/>
            <pc:sldMk cId="3986331808" sldId="466"/>
            <ac:picMk id="47" creationId="{6900685B-85CB-4010-BEEE-FB7EC3D8432A}"/>
          </ac:picMkLst>
        </pc:picChg>
        <pc:picChg chg="del mod">
          <ac:chgData name="Choi Jeomki" userId="f1912f8b0928b9f1" providerId="LiveId" clId="{2EB904E9-ED44-4D23-A32C-9D53BDF24188}" dt="2019-02-24T14:50:36.541" v="6909" actId="478"/>
          <ac:picMkLst>
            <pc:docMk/>
            <pc:sldMk cId="3986331808" sldId="466"/>
            <ac:picMk id="48" creationId="{998301B5-68DC-41B7-8C3C-794838C1F67C}"/>
          </ac:picMkLst>
        </pc:picChg>
        <pc:picChg chg="del mod">
          <ac:chgData name="Choi Jeomki" userId="f1912f8b0928b9f1" providerId="LiveId" clId="{2EB904E9-ED44-4D23-A32C-9D53BDF24188}" dt="2019-02-24T14:50:36.541" v="6909" actId="478"/>
          <ac:picMkLst>
            <pc:docMk/>
            <pc:sldMk cId="3986331808" sldId="466"/>
            <ac:picMk id="49" creationId="{A166DFFA-1B96-4A48-AC3D-BD044EE3C11C}"/>
          </ac:picMkLst>
        </pc:picChg>
        <pc:picChg chg="del mod">
          <ac:chgData name="Choi Jeomki" userId="f1912f8b0928b9f1" providerId="LiveId" clId="{2EB904E9-ED44-4D23-A32C-9D53BDF24188}" dt="2019-02-24T14:50:36.541" v="6909" actId="478"/>
          <ac:picMkLst>
            <pc:docMk/>
            <pc:sldMk cId="3986331808" sldId="466"/>
            <ac:picMk id="50" creationId="{DC1666E4-F8E2-4291-A392-8FBC539E850D}"/>
          </ac:picMkLst>
        </pc:picChg>
        <pc:picChg chg="add del mod modCrop">
          <ac:chgData name="Choi Jeomki" userId="f1912f8b0928b9f1" providerId="LiveId" clId="{2EB904E9-ED44-4D23-A32C-9D53BDF24188}" dt="2019-02-24T14:50:36.541" v="6909" actId="478"/>
          <ac:picMkLst>
            <pc:docMk/>
            <pc:sldMk cId="3986331808" sldId="466"/>
            <ac:picMk id="56" creationId="{D35332B0-D8B9-4576-84AC-9B1FBF4DFCFC}"/>
          </ac:picMkLst>
        </pc:picChg>
        <pc:picChg chg="add del mod">
          <ac:chgData name="Choi Jeomki" userId="f1912f8b0928b9f1" providerId="LiveId" clId="{2EB904E9-ED44-4D23-A32C-9D53BDF24188}" dt="2019-02-24T14:46:03.656" v="6749" actId="478"/>
          <ac:picMkLst>
            <pc:docMk/>
            <pc:sldMk cId="3986331808" sldId="466"/>
            <ac:picMk id="57" creationId="{2A499D90-2C8E-4486-B190-3CF0C1013107}"/>
          </ac:picMkLst>
        </pc:picChg>
        <pc:picChg chg="del mod topLvl">
          <ac:chgData name="Choi Jeomki" userId="f1912f8b0928b9f1" providerId="LiveId" clId="{2EB904E9-ED44-4D23-A32C-9D53BDF24188}" dt="2019-02-24T15:22:09.756" v="7801" actId="478"/>
          <ac:picMkLst>
            <pc:docMk/>
            <pc:sldMk cId="3986331808" sldId="466"/>
            <ac:picMk id="69" creationId="{72503F2B-AC35-4D50-ADB2-C554AE18E93E}"/>
          </ac:picMkLst>
        </pc:picChg>
        <pc:picChg chg="del mod topLvl">
          <ac:chgData name="Choi Jeomki" userId="f1912f8b0928b9f1" providerId="LiveId" clId="{2EB904E9-ED44-4D23-A32C-9D53BDF24188}" dt="2019-02-24T15:22:09.756" v="7801" actId="478"/>
          <ac:picMkLst>
            <pc:docMk/>
            <pc:sldMk cId="3986331808" sldId="466"/>
            <ac:picMk id="71" creationId="{92AD6902-5F6E-4284-8A83-BAAED05ABFA0}"/>
          </ac:picMkLst>
        </pc:picChg>
        <pc:picChg chg="del mod topLvl">
          <ac:chgData name="Choi Jeomki" userId="f1912f8b0928b9f1" providerId="LiveId" clId="{2EB904E9-ED44-4D23-A32C-9D53BDF24188}" dt="2019-02-24T15:22:09.756" v="7801" actId="478"/>
          <ac:picMkLst>
            <pc:docMk/>
            <pc:sldMk cId="3986331808" sldId="466"/>
            <ac:picMk id="72" creationId="{9865542D-CFB7-4A39-89EE-8CA7BC2A77B0}"/>
          </ac:picMkLst>
        </pc:picChg>
        <pc:picChg chg="del mod topLvl">
          <ac:chgData name="Choi Jeomki" userId="f1912f8b0928b9f1" providerId="LiveId" clId="{2EB904E9-ED44-4D23-A32C-9D53BDF24188}" dt="2019-02-24T15:22:09.756" v="7801" actId="478"/>
          <ac:picMkLst>
            <pc:docMk/>
            <pc:sldMk cId="3986331808" sldId="466"/>
            <ac:picMk id="73" creationId="{BF157062-14A2-4E09-AAB8-30C64219F5A3}"/>
          </ac:picMkLst>
        </pc:picChg>
        <pc:picChg chg="add del mod">
          <ac:chgData name="Choi Jeomki" userId="f1912f8b0928b9f1" providerId="LiveId" clId="{2EB904E9-ED44-4D23-A32C-9D53BDF24188}" dt="2019-02-24T15:22:09.756" v="7801" actId="478"/>
          <ac:picMkLst>
            <pc:docMk/>
            <pc:sldMk cId="3986331808" sldId="466"/>
            <ac:picMk id="84" creationId="{4C24B59C-3B16-4C86-8A0B-A41ED8E38018}"/>
          </ac:picMkLst>
        </pc:picChg>
        <pc:picChg chg="add del mod">
          <ac:chgData name="Choi Jeomki" userId="f1912f8b0928b9f1" providerId="LiveId" clId="{2EB904E9-ED44-4D23-A32C-9D53BDF24188}" dt="2019-02-24T15:22:09.756" v="7801" actId="478"/>
          <ac:picMkLst>
            <pc:docMk/>
            <pc:sldMk cId="3986331808" sldId="466"/>
            <ac:picMk id="85" creationId="{A4A74BC3-4D45-4602-AF19-B9892EC36734}"/>
          </ac:picMkLst>
        </pc:picChg>
        <pc:picChg chg="mod">
          <ac:chgData name="Choi Jeomki" userId="f1912f8b0928b9f1" providerId="LiveId" clId="{2EB904E9-ED44-4D23-A32C-9D53BDF24188}" dt="2019-02-24T14:50:43.257" v="6911" actId="164"/>
          <ac:picMkLst>
            <pc:docMk/>
            <pc:sldMk cId="3986331808" sldId="466"/>
            <ac:picMk id="89" creationId="{8745BA31-BA3A-4150-96DD-D7E6D9BAEED9}"/>
          </ac:picMkLst>
        </pc:picChg>
        <pc:picChg chg="mod">
          <ac:chgData name="Choi Jeomki" userId="f1912f8b0928b9f1" providerId="LiveId" clId="{2EB904E9-ED44-4D23-A32C-9D53BDF24188}" dt="2019-02-24T14:50:43.257" v="6911" actId="164"/>
          <ac:picMkLst>
            <pc:docMk/>
            <pc:sldMk cId="3986331808" sldId="466"/>
            <ac:picMk id="90" creationId="{CFD01F76-8944-4D35-876E-3E45315E7E3C}"/>
          </ac:picMkLst>
        </pc:picChg>
        <pc:picChg chg="mod">
          <ac:chgData name="Choi Jeomki" userId="f1912f8b0928b9f1" providerId="LiveId" clId="{2EB904E9-ED44-4D23-A32C-9D53BDF24188}" dt="2019-02-24T14:50:43.257" v="6911" actId="164"/>
          <ac:picMkLst>
            <pc:docMk/>
            <pc:sldMk cId="3986331808" sldId="466"/>
            <ac:picMk id="91" creationId="{60DF21FD-95A3-4A85-8F05-D90D974F2AE7}"/>
          </ac:picMkLst>
        </pc:picChg>
        <pc:picChg chg="add mod">
          <ac:chgData name="Choi Jeomki" userId="f1912f8b0928b9f1" providerId="LiveId" clId="{2EB904E9-ED44-4D23-A32C-9D53BDF24188}" dt="2019-02-24T15:25:36.106" v="7869" actId="208"/>
          <ac:picMkLst>
            <pc:docMk/>
            <pc:sldMk cId="3986331808" sldId="466"/>
            <ac:picMk id="118" creationId="{D6C8AE3B-FAD4-4458-AC64-AFD295BDD5E9}"/>
          </ac:picMkLst>
        </pc:picChg>
        <pc:picChg chg="add mod">
          <ac:chgData name="Choi Jeomki" userId="f1912f8b0928b9f1" providerId="LiveId" clId="{2EB904E9-ED44-4D23-A32C-9D53BDF24188}" dt="2019-02-24T15:25:36.106" v="7869" actId="208"/>
          <ac:picMkLst>
            <pc:docMk/>
            <pc:sldMk cId="3986331808" sldId="466"/>
            <ac:picMk id="119" creationId="{DC437F22-2BB8-48AE-8FFA-5E863F9CB48C}"/>
          </ac:picMkLst>
        </pc:picChg>
        <pc:picChg chg="add mod">
          <ac:chgData name="Choi Jeomki" userId="f1912f8b0928b9f1" providerId="LiveId" clId="{2EB904E9-ED44-4D23-A32C-9D53BDF24188}" dt="2019-02-24T15:25:36.106" v="7869" actId="208"/>
          <ac:picMkLst>
            <pc:docMk/>
            <pc:sldMk cId="3986331808" sldId="466"/>
            <ac:picMk id="121" creationId="{4C53204F-A109-420B-93EB-84E98400FAD6}"/>
          </ac:picMkLst>
        </pc:picChg>
        <pc:picChg chg="add mod">
          <ac:chgData name="Choi Jeomki" userId="f1912f8b0928b9f1" providerId="LiveId" clId="{2EB904E9-ED44-4D23-A32C-9D53BDF24188}" dt="2019-02-24T15:25:36.106" v="7869" actId="208"/>
          <ac:picMkLst>
            <pc:docMk/>
            <pc:sldMk cId="3986331808" sldId="466"/>
            <ac:picMk id="122" creationId="{CAD4296A-BB97-48C7-A821-1CEAC54C5C7B}"/>
          </ac:picMkLst>
        </pc:picChg>
        <pc:picChg chg="add mod">
          <ac:chgData name="Choi Jeomki" userId="f1912f8b0928b9f1" providerId="LiveId" clId="{2EB904E9-ED44-4D23-A32C-9D53BDF24188}" dt="2019-02-24T15:25:36.106" v="7869" actId="208"/>
          <ac:picMkLst>
            <pc:docMk/>
            <pc:sldMk cId="3986331808" sldId="466"/>
            <ac:picMk id="123" creationId="{32D1DBEC-2211-4C54-8278-1F586EFCEF35}"/>
          </ac:picMkLst>
        </pc:picChg>
        <pc:picChg chg="add mod">
          <ac:chgData name="Choi Jeomki" userId="f1912f8b0928b9f1" providerId="LiveId" clId="{2EB904E9-ED44-4D23-A32C-9D53BDF24188}" dt="2019-02-24T15:25:36.106" v="7869" actId="208"/>
          <ac:picMkLst>
            <pc:docMk/>
            <pc:sldMk cId="3986331808" sldId="466"/>
            <ac:picMk id="124" creationId="{2DCF9EB5-49F0-46D2-A8E1-8C5D70C1DD63}"/>
          </ac:picMkLst>
        </pc:picChg>
        <pc:picChg chg="add mod">
          <ac:chgData name="Choi Jeomki" userId="f1912f8b0928b9f1" providerId="LiveId" clId="{2EB904E9-ED44-4D23-A32C-9D53BDF24188}" dt="2019-02-24T15:25:36.106" v="7869" actId="208"/>
          <ac:picMkLst>
            <pc:docMk/>
            <pc:sldMk cId="3986331808" sldId="466"/>
            <ac:picMk id="125" creationId="{DF52982E-64E0-4BEA-BD56-704BE63CA795}"/>
          </ac:picMkLst>
        </pc:picChg>
        <pc:picChg chg="add mod">
          <ac:chgData name="Choi Jeomki" userId="f1912f8b0928b9f1" providerId="LiveId" clId="{2EB904E9-ED44-4D23-A32C-9D53BDF24188}" dt="2019-02-24T15:25:36.106" v="7869" actId="208"/>
          <ac:picMkLst>
            <pc:docMk/>
            <pc:sldMk cId="3986331808" sldId="466"/>
            <ac:picMk id="126" creationId="{2D35C91D-B451-4514-9C21-10F288D6465E}"/>
          </ac:picMkLst>
        </pc:picChg>
        <pc:cxnChg chg="add del mod">
          <ac:chgData name="Choi Jeomki" userId="f1912f8b0928b9f1" providerId="LiveId" clId="{2EB904E9-ED44-4D23-A32C-9D53BDF24188}" dt="2019-02-24T15:02:32.312" v="7439" actId="478"/>
          <ac:cxnSpMkLst>
            <pc:docMk/>
            <pc:sldMk cId="3986331808" sldId="466"/>
            <ac:cxnSpMk id="14" creationId="{D2A4104F-8DFB-49FE-B4DC-C39A1EF21EA3}"/>
          </ac:cxnSpMkLst>
        </pc:cxnChg>
        <pc:cxnChg chg="add del mod">
          <ac:chgData name="Choi Jeomki" userId="f1912f8b0928b9f1" providerId="LiveId" clId="{2EB904E9-ED44-4D23-A32C-9D53BDF24188}" dt="2019-02-24T14:55:15.218" v="7069" actId="478"/>
          <ac:cxnSpMkLst>
            <pc:docMk/>
            <pc:sldMk cId="3986331808" sldId="466"/>
            <ac:cxnSpMk id="22" creationId="{9BA5E2EC-D284-489C-901E-048E3A495BA7}"/>
          </ac:cxnSpMkLst>
        </pc:cxnChg>
        <pc:cxnChg chg="add del mod">
          <ac:chgData name="Choi Jeomki" userId="f1912f8b0928b9f1" providerId="LiveId" clId="{2EB904E9-ED44-4D23-A32C-9D53BDF24188}" dt="2019-02-24T15:22:09.756" v="7801" actId="478"/>
          <ac:cxnSpMkLst>
            <pc:docMk/>
            <pc:sldMk cId="3986331808" sldId="466"/>
            <ac:cxnSpMk id="33" creationId="{BBA3D049-BC74-41D8-8452-D85582B9F77E}"/>
          </ac:cxnSpMkLst>
        </pc:cxnChg>
        <pc:cxnChg chg="del">
          <ac:chgData name="Choi Jeomki" userId="f1912f8b0928b9f1" providerId="LiveId" clId="{2EB904E9-ED44-4D23-A32C-9D53BDF24188}" dt="2019-02-24T14:50:36.541" v="6909" actId="478"/>
          <ac:cxnSpMkLst>
            <pc:docMk/>
            <pc:sldMk cId="3986331808" sldId="466"/>
            <ac:cxnSpMk id="40" creationId="{681A1A18-D7A4-4621-B25D-B5E747A0986F}"/>
          </ac:cxnSpMkLst>
        </pc:cxnChg>
        <pc:cxnChg chg="add del mod">
          <ac:chgData name="Choi Jeomki" userId="f1912f8b0928b9f1" providerId="LiveId" clId="{2EB904E9-ED44-4D23-A32C-9D53BDF24188}" dt="2019-02-24T14:50:36.541" v="6909" actId="478"/>
          <ac:cxnSpMkLst>
            <pc:docMk/>
            <pc:sldMk cId="3986331808" sldId="466"/>
            <ac:cxnSpMk id="52" creationId="{F1E844DF-20C8-49F2-8A96-65B7729AF3CF}"/>
          </ac:cxnSpMkLst>
        </pc:cxnChg>
        <pc:cxnChg chg="add del mod">
          <ac:chgData name="Choi Jeomki" userId="f1912f8b0928b9f1" providerId="LiveId" clId="{2EB904E9-ED44-4D23-A32C-9D53BDF24188}" dt="2019-02-24T14:50:36.541" v="6909" actId="478"/>
          <ac:cxnSpMkLst>
            <pc:docMk/>
            <pc:sldMk cId="3986331808" sldId="466"/>
            <ac:cxnSpMk id="53" creationId="{18703CAB-5F57-43D2-8B5C-835034235545}"/>
          </ac:cxnSpMkLst>
        </pc:cxnChg>
        <pc:cxnChg chg="add del mod">
          <ac:chgData name="Choi Jeomki" userId="f1912f8b0928b9f1" providerId="LiveId" clId="{2EB904E9-ED44-4D23-A32C-9D53BDF24188}" dt="2019-02-24T14:50:36.541" v="6909" actId="478"/>
          <ac:cxnSpMkLst>
            <pc:docMk/>
            <pc:sldMk cId="3986331808" sldId="466"/>
            <ac:cxnSpMk id="54" creationId="{A30FD72A-1F31-4F3C-BA44-40476554939C}"/>
          </ac:cxnSpMkLst>
        </pc:cxnChg>
        <pc:cxnChg chg="del">
          <ac:chgData name="Choi Jeomki" userId="f1912f8b0928b9f1" providerId="LiveId" clId="{2EB904E9-ED44-4D23-A32C-9D53BDF24188}" dt="2019-02-24T14:42:28.342" v="6555" actId="478"/>
          <ac:cxnSpMkLst>
            <pc:docMk/>
            <pc:sldMk cId="3986331808" sldId="466"/>
            <ac:cxnSpMk id="55" creationId="{A5B13BA5-6AE1-4F8C-A657-92EB9CB1548F}"/>
          </ac:cxnSpMkLst>
        </pc:cxnChg>
        <pc:cxnChg chg="del mod topLvl">
          <ac:chgData name="Choi Jeomki" userId="f1912f8b0928b9f1" providerId="LiveId" clId="{2EB904E9-ED44-4D23-A32C-9D53BDF24188}" dt="2019-02-24T15:22:09.756" v="7801" actId="478"/>
          <ac:cxnSpMkLst>
            <pc:docMk/>
            <pc:sldMk cId="3986331808" sldId="466"/>
            <ac:cxnSpMk id="66" creationId="{C120A23C-EC22-4F2F-BB96-F829EC0F9737}"/>
          </ac:cxnSpMkLst>
        </pc:cxnChg>
        <pc:cxnChg chg="del mod topLvl">
          <ac:chgData name="Choi Jeomki" userId="f1912f8b0928b9f1" providerId="LiveId" clId="{2EB904E9-ED44-4D23-A32C-9D53BDF24188}" dt="2019-02-24T15:22:09.756" v="7801" actId="478"/>
          <ac:cxnSpMkLst>
            <pc:docMk/>
            <pc:sldMk cId="3986331808" sldId="466"/>
            <ac:cxnSpMk id="75" creationId="{1D314AF9-08FF-46F5-828B-ACEDE0F8BFC9}"/>
          </ac:cxnSpMkLst>
        </pc:cxnChg>
        <pc:cxnChg chg="del mod topLvl">
          <ac:chgData name="Choi Jeomki" userId="f1912f8b0928b9f1" providerId="LiveId" clId="{2EB904E9-ED44-4D23-A32C-9D53BDF24188}" dt="2019-02-24T15:22:09.756" v="7801" actId="478"/>
          <ac:cxnSpMkLst>
            <pc:docMk/>
            <pc:sldMk cId="3986331808" sldId="466"/>
            <ac:cxnSpMk id="76" creationId="{EB22DD36-83C3-45A5-8081-4AC2ADA1A4FD}"/>
          </ac:cxnSpMkLst>
        </pc:cxnChg>
        <pc:cxnChg chg="del mod topLvl">
          <ac:chgData name="Choi Jeomki" userId="f1912f8b0928b9f1" providerId="LiveId" clId="{2EB904E9-ED44-4D23-A32C-9D53BDF24188}" dt="2019-02-24T15:22:09.756" v="7801" actId="478"/>
          <ac:cxnSpMkLst>
            <pc:docMk/>
            <pc:sldMk cId="3986331808" sldId="466"/>
            <ac:cxnSpMk id="77" creationId="{7B9247A9-D224-466D-8CD6-FAE143F33B6A}"/>
          </ac:cxnSpMkLst>
        </pc:cxnChg>
        <pc:cxnChg chg="del">
          <ac:chgData name="Choi Jeomki" userId="f1912f8b0928b9f1" providerId="LiveId" clId="{2EB904E9-ED44-4D23-A32C-9D53BDF24188}" dt="2019-02-24T14:42:29.887" v="6556" actId="478"/>
          <ac:cxnSpMkLst>
            <pc:docMk/>
            <pc:sldMk cId="3986331808" sldId="466"/>
            <ac:cxnSpMk id="92" creationId="{29CDA28F-5220-4C42-8BE6-7F2E6E81CFF5}"/>
          </ac:cxnSpMkLst>
        </pc:cxnChg>
        <pc:cxnChg chg="add del mod">
          <ac:chgData name="Choi Jeomki" userId="f1912f8b0928b9f1" providerId="LiveId" clId="{2EB904E9-ED44-4D23-A32C-9D53BDF24188}" dt="2019-02-24T14:54:13.319" v="7036" actId="478"/>
          <ac:cxnSpMkLst>
            <pc:docMk/>
            <pc:sldMk cId="3986331808" sldId="466"/>
            <ac:cxnSpMk id="101" creationId="{9FD466F1-C7BB-42FE-BE0F-5F4988488B2E}"/>
          </ac:cxnSpMkLst>
        </pc:cxnChg>
        <pc:cxnChg chg="add del mod">
          <ac:chgData name="Choi Jeomki" userId="f1912f8b0928b9f1" providerId="LiveId" clId="{2EB904E9-ED44-4D23-A32C-9D53BDF24188}" dt="2019-02-24T14:54:35.589" v="7040" actId="478"/>
          <ac:cxnSpMkLst>
            <pc:docMk/>
            <pc:sldMk cId="3986331808" sldId="466"/>
            <ac:cxnSpMk id="102" creationId="{8E25E441-A8DD-4FD9-846A-8B9B3CBD7714}"/>
          </ac:cxnSpMkLst>
        </pc:cxnChg>
        <pc:cxnChg chg="add del mod">
          <ac:chgData name="Choi Jeomki" userId="f1912f8b0928b9f1" providerId="LiveId" clId="{2EB904E9-ED44-4D23-A32C-9D53BDF24188}" dt="2019-02-24T15:22:09.756" v="7801" actId="478"/>
          <ac:cxnSpMkLst>
            <pc:docMk/>
            <pc:sldMk cId="3986331808" sldId="466"/>
            <ac:cxnSpMk id="104" creationId="{54E73936-8BFC-4756-9771-81763E27943A}"/>
          </ac:cxnSpMkLst>
        </pc:cxnChg>
        <pc:cxnChg chg="add del mod">
          <ac:chgData name="Choi Jeomki" userId="f1912f8b0928b9f1" providerId="LiveId" clId="{2EB904E9-ED44-4D23-A32C-9D53BDF24188}" dt="2019-02-24T15:22:09.756" v="7801" actId="478"/>
          <ac:cxnSpMkLst>
            <pc:docMk/>
            <pc:sldMk cId="3986331808" sldId="466"/>
            <ac:cxnSpMk id="106" creationId="{895062C6-6E17-4DF3-AE91-1D1EBBE68DE1}"/>
          </ac:cxnSpMkLst>
        </pc:cxnChg>
      </pc:sldChg>
      <pc:sldChg chg="addSp delSp modSp add ord">
        <pc:chgData name="Choi Jeomki" userId="f1912f8b0928b9f1" providerId="LiveId" clId="{2EB904E9-ED44-4D23-A32C-9D53BDF24188}" dt="2019-02-25T11:50:24.818" v="11151" actId="1036"/>
        <pc:sldMkLst>
          <pc:docMk/>
          <pc:sldMk cId="3079376584" sldId="470"/>
        </pc:sldMkLst>
        <pc:spChg chg="mod">
          <ac:chgData name="Choi Jeomki" userId="f1912f8b0928b9f1" providerId="LiveId" clId="{2EB904E9-ED44-4D23-A32C-9D53BDF24188}" dt="2019-02-24T15:23:14.171" v="7829" actId="20577"/>
          <ac:spMkLst>
            <pc:docMk/>
            <pc:sldMk cId="3079376584" sldId="470"/>
            <ac:spMk id="67" creationId="{7232C689-7E6F-45B4-9D7C-04A860F8BD54}"/>
          </ac:spMkLst>
        </pc:spChg>
        <pc:spChg chg="mod">
          <ac:chgData name="Choi Jeomki" userId="f1912f8b0928b9f1" providerId="LiveId" clId="{2EB904E9-ED44-4D23-A32C-9D53BDF24188}" dt="2019-02-25T11:50:03.461" v="11138" actId="20577"/>
          <ac:spMkLst>
            <pc:docMk/>
            <pc:sldMk cId="3079376584" sldId="470"/>
            <ac:spMk id="74" creationId="{FD51C102-9682-4841-98F9-B293A1E33431}"/>
          </ac:spMkLst>
        </pc:spChg>
        <pc:picChg chg="add del mod modCrop">
          <ac:chgData name="Choi Jeomki" userId="f1912f8b0928b9f1" providerId="LiveId" clId="{2EB904E9-ED44-4D23-A32C-9D53BDF24188}" dt="2019-02-25T11:49:52.874" v="11130" actId="478"/>
          <ac:picMkLst>
            <pc:docMk/>
            <pc:sldMk cId="3079376584" sldId="470"/>
            <ac:picMk id="4" creationId="{78516848-85B5-419C-AE60-04C45E444BCC}"/>
          </ac:picMkLst>
        </pc:picChg>
        <pc:picChg chg="add del mod">
          <ac:chgData name="Choi Jeomki" userId="f1912f8b0928b9f1" providerId="LiveId" clId="{2EB904E9-ED44-4D23-A32C-9D53BDF24188}" dt="2019-02-25T11:47:21.798" v="11092" actId="478"/>
          <ac:picMkLst>
            <pc:docMk/>
            <pc:sldMk cId="3079376584" sldId="470"/>
            <ac:picMk id="44" creationId="{C83AB697-F327-4B48-97E3-235F60E6FCC7}"/>
          </ac:picMkLst>
        </pc:picChg>
        <pc:picChg chg="add del mod modCrop">
          <ac:chgData name="Choi Jeomki" userId="f1912f8b0928b9f1" providerId="LiveId" clId="{2EB904E9-ED44-4D23-A32C-9D53BDF24188}" dt="2019-02-25T11:49:54.158" v="11132" actId="478"/>
          <ac:picMkLst>
            <pc:docMk/>
            <pc:sldMk cId="3079376584" sldId="470"/>
            <ac:picMk id="45" creationId="{D28C5175-50FF-444F-B112-BEB5A8CD0421}"/>
          </ac:picMkLst>
        </pc:picChg>
        <pc:picChg chg="add del mod modCrop">
          <ac:chgData name="Choi Jeomki" userId="f1912f8b0928b9f1" providerId="LiveId" clId="{2EB904E9-ED44-4D23-A32C-9D53BDF24188}" dt="2019-02-25T11:49:54.692" v="11133" actId="478"/>
          <ac:picMkLst>
            <pc:docMk/>
            <pc:sldMk cId="3079376584" sldId="470"/>
            <ac:picMk id="46" creationId="{0C10CC51-A37A-4822-8289-F9DAB50C8680}"/>
          </ac:picMkLst>
        </pc:picChg>
        <pc:picChg chg="add del mod modCrop">
          <ac:chgData name="Choi Jeomki" userId="f1912f8b0928b9f1" providerId="LiveId" clId="{2EB904E9-ED44-4D23-A32C-9D53BDF24188}" dt="2019-02-25T11:49:53.609" v="11131" actId="478"/>
          <ac:picMkLst>
            <pc:docMk/>
            <pc:sldMk cId="3079376584" sldId="470"/>
            <ac:picMk id="47" creationId="{577D679F-AF53-467C-AD07-A9A8823128E5}"/>
          </ac:picMkLst>
        </pc:picChg>
        <pc:picChg chg="add mod">
          <ac:chgData name="Choi Jeomki" userId="f1912f8b0928b9f1" providerId="LiveId" clId="{2EB904E9-ED44-4D23-A32C-9D53BDF24188}" dt="2019-02-25T11:49:43.070" v="11122" actId="571"/>
          <ac:picMkLst>
            <pc:docMk/>
            <pc:sldMk cId="3079376584" sldId="470"/>
            <ac:picMk id="48" creationId="{4EA0843E-C2D8-4746-BD2A-E5E331D60CAC}"/>
          </ac:picMkLst>
        </pc:picChg>
        <pc:picChg chg="add mod">
          <ac:chgData name="Choi Jeomki" userId="f1912f8b0928b9f1" providerId="LiveId" clId="{2EB904E9-ED44-4D23-A32C-9D53BDF24188}" dt="2019-02-25T11:49:43.070" v="11122" actId="571"/>
          <ac:picMkLst>
            <pc:docMk/>
            <pc:sldMk cId="3079376584" sldId="470"/>
            <ac:picMk id="49" creationId="{A109D96E-0EFF-4508-974C-A8C3AB8C0F0A}"/>
          </ac:picMkLst>
        </pc:picChg>
        <pc:picChg chg="add del mod">
          <ac:chgData name="Choi Jeomki" userId="f1912f8b0928b9f1" providerId="LiveId" clId="{2EB904E9-ED44-4D23-A32C-9D53BDF24188}" dt="2019-02-25T11:49:42.582" v="11121" actId="571"/>
          <ac:picMkLst>
            <pc:docMk/>
            <pc:sldMk cId="3079376584" sldId="470"/>
            <ac:picMk id="50" creationId="{FAA691A8-8D33-4447-99C6-9B000C46BCCF}"/>
          </ac:picMkLst>
        </pc:picChg>
        <pc:picChg chg="add del mod">
          <ac:chgData name="Choi Jeomki" userId="f1912f8b0928b9f1" providerId="LiveId" clId="{2EB904E9-ED44-4D23-A32C-9D53BDF24188}" dt="2019-02-25T11:49:42.582" v="11121" actId="571"/>
          <ac:picMkLst>
            <pc:docMk/>
            <pc:sldMk cId="3079376584" sldId="470"/>
            <ac:picMk id="51" creationId="{868A2888-7EB2-4D55-93B0-B06B06392356}"/>
          </ac:picMkLst>
        </pc:picChg>
        <pc:picChg chg="add del mod">
          <ac:chgData name="Choi Jeomki" userId="f1912f8b0928b9f1" providerId="LiveId" clId="{2EB904E9-ED44-4D23-A32C-9D53BDF24188}" dt="2019-02-25T11:49:42.582" v="11121" actId="571"/>
          <ac:picMkLst>
            <pc:docMk/>
            <pc:sldMk cId="3079376584" sldId="470"/>
            <ac:picMk id="52" creationId="{CB84738B-74E3-41F3-87DC-AFE4418DC4EA}"/>
          </ac:picMkLst>
        </pc:picChg>
        <pc:picChg chg="add del mod">
          <ac:chgData name="Choi Jeomki" userId="f1912f8b0928b9f1" providerId="LiveId" clId="{2EB904E9-ED44-4D23-A32C-9D53BDF24188}" dt="2019-02-25T11:49:42.582" v="11121" actId="571"/>
          <ac:picMkLst>
            <pc:docMk/>
            <pc:sldMk cId="3079376584" sldId="470"/>
            <ac:picMk id="53" creationId="{F2219432-30BE-4438-A9D7-8AC110DDF373}"/>
          </ac:picMkLst>
        </pc:picChg>
        <pc:picChg chg="mod">
          <ac:chgData name="Choi Jeomki" userId="f1912f8b0928b9f1" providerId="LiveId" clId="{2EB904E9-ED44-4D23-A32C-9D53BDF24188}" dt="2019-02-25T11:50:21.584" v="11147" actId="1035"/>
          <ac:picMkLst>
            <pc:docMk/>
            <pc:sldMk cId="3079376584" sldId="470"/>
            <ac:picMk id="69" creationId="{72503F2B-AC35-4D50-ADB2-C554AE18E93E}"/>
          </ac:picMkLst>
        </pc:picChg>
        <pc:picChg chg="mod">
          <ac:chgData name="Choi Jeomki" userId="f1912f8b0928b9f1" providerId="LiveId" clId="{2EB904E9-ED44-4D23-A32C-9D53BDF24188}" dt="2019-02-25T11:50:22.219" v="11148" actId="1035"/>
          <ac:picMkLst>
            <pc:docMk/>
            <pc:sldMk cId="3079376584" sldId="470"/>
            <ac:picMk id="71" creationId="{92AD6902-5F6E-4284-8A83-BAAED05ABFA0}"/>
          </ac:picMkLst>
        </pc:picChg>
        <pc:picChg chg="mod">
          <ac:chgData name="Choi Jeomki" userId="f1912f8b0928b9f1" providerId="LiveId" clId="{2EB904E9-ED44-4D23-A32C-9D53BDF24188}" dt="2019-02-25T11:50:24.818" v="11151" actId="1036"/>
          <ac:picMkLst>
            <pc:docMk/>
            <pc:sldMk cId="3079376584" sldId="470"/>
            <ac:picMk id="72" creationId="{9865542D-CFB7-4A39-89EE-8CA7BC2A77B0}"/>
          </ac:picMkLst>
        </pc:picChg>
        <pc:picChg chg="mod">
          <ac:chgData name="Choi Jeomki" userId="f1912f8b0928b9f1" providerId="LiveId" clId="{2EB904E9-ED44-4D23-A32C-9D53BDF24188}" dt="2019-02-25T11:50:17.945" v="11143" actId="465"/>
          <ac:picMkLst>
            <pc:docMk/>
            <pc:sldMk cId="3079376584" sldId="470"/>
            <ac:picMk id="73" creationId="{BF157062-14A2-4E09-AAB8-30C64219F5A3}"/>
          </ac:picMkLst>
        </pc:picChg>
      </pc:sldChg>
      <pc:sldChg chg="addSp delSp modSp add">
        <pc:chgData name="Choi Jeomki" userId="f1912f8b0928b9f1" providerId="LiveId" clId="{2EB904E9-ED44-4D23-A32C-9D53BDF24188}" dt="2019-02-24T15:35:53.849" v="8238" actId="14100"/>
        <pc:sldMkLst>
          <pc:docMk/>
          <pc:sldMk cId="3849831124" sldId="471"/>
        </pc:sldMkLst>
        <pc:spChg chg="mod">
          <ac:chgData name="Choi Jeomki" userId="f1912f8b0928b9f1" providerId="LiveId" clId="{2EB904E9-ED44-4D23-A32C-9D53BDF24188}" dt="2019-02-24T15:23:01.852" v="7816"/>
          <ac:spMkLst>
            <pc:docMk/>
            <pc:sldMk cId="3849831124" sldId="471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23:29.632" v="7832" actId="20577"/>
          <ac:spMkLst>
            <pc:docMk/>
            <pc:sldMk cId="3849831124" sldId="471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35:53.849" v="8238" actId="14100"/>
          <ac:spMkLst>
            <pc:docMk/>
            <pc:sldMk cId="3849831124" sldId="471"/>
            <ac:spMk id="117" creationId="{04C1874A-02D8-4CF5-BDE5-A85079AA60A4}"/>
          </ac:spMkLst>
        </pc:spChg>
        <pc:spChg chg="mod">
          <ac:chgData name="Choi Jeomki" userId="f1912f8b0928b9f1" providerId="LiveId" clId="{2EB904E9-ED44-4D23-A32C-9D53BDF24188}" dt="2019-02-24T15:35:48.536" v="8237" actId="1038"/>
          <ac:spMkLst>
            <pc:docMk/>
            <pc:sldMk cId="3849831124" sldId="471"/>
            <ac:spMk id="120" creationId="{3976BA95-1040-4CCD-A5DE-7203AB71C78A}"/>
          </ac:spMkLst>
        </pc:spChg>
        <pc:picChg chg="add mod modCrop">
          <ac:chgData name="Choi Jeomki" userId="f1912f8b0928b9f1" providerId="LiveId" clId="{2EB904E9-ED44-4D23-A32C-9D53BDF24188}" dt="2019-02-24T15:35:48.536" v="8237" actId="1038"/>
          <ac:picMkLst>
            <pc:docMk/>
            <pc:sldMk cId="3849831124" sldId="471"/>
            <ac:picMk id="4" creationId="{EC7EF2BE-C024-4085-BF57-BC9CCFA67C2F}"/>
          </ac:picMkLst>
        </pc:picChg>
        <pc:picChg chg="add mod modCrop">
          <ac:chgData name="Choi Jeomki" userId="f1912f8b0928b9f1" providerId="LiveId" clId="{2EB904E9-ED44-4D23-A32C-9D53BDF24188}" dt="2019-02-24T15:35:48.536" v="8237" actId="1038"/>
          <ac:picMkLst>
            <pc:docMk/>
            <pc:sldMk cId="3849831124" sldId="471"/>
            <ac:picMk id="15" creationId="{1013C639-51E2-49DA-9778-81C8DEB8958D}"/>
          </ac:picMkLst>
        </pc:picChg>
        <pc:picChg chg="add mod modCrop">
          <ac:chgData name="Choi Jeomki" userId="f1912f8b0928b9f1" providerId="LiveId" clId="{2EB904E9-ED44-4D23-A32C-9D53BDF24188}" dt="2019-02-24T15:30:20.105" v="8042" actId="732"/>
          <ac:picMkLst>
            <pc:docMk/>
            <pc:sldMk cId="3849831124" sldId="471"/>
            <ac:picMk id="16" creationId="{69B90F55-909D-44ED-A737-0051B9027783}"/>
          </ac:picMkLst>
        </pc:picChg>
        <pc:picChg chg="add mod modCrop">
          <ac:chgData name="Choi Jeomki" userId="f1912f8b0928b9f1" providerId="LiveId" clId="{2EB904E9-ED44-4D23-A32C-9D53BDF24188}" dt="2019-02-24T15:30:22.546" v="8043" actId="552"/>
          <ac:picMkLst>
            <pc:docMk/>
            <pc:sldMk cId="3849831124" sldId="471"/>
            <ac:picMk id="17" creationId="{0A51BF86-A144-4170-AC58-AAEE1E61FEAC}"/>
          </ac:picMkLst>
        </pc:picChg>
        <pc:picChg chg="add mod modCrop">
          <ac:chgData name="Choi Jeomki" userId="f1912f8b0928b9f1" providerId="LiveId" clId="{2EB904E9-ED44-4D23-A32C-9D53BDF24188}" dt="2019-02-24T15:35:48.536" v="8237" actId="1038"/>
          <ac:picMkLst>
            <pc:docMk/>
            <pc:sldMk cId="3849831124" sldId="471"/>
            <ac:picMk id="18" creationId="{18B19D14-2C37-460E-819E-F0C4E7088634}"/>
          </ac:picMkLst>
        </pc:picChg>
        <pc:picChg chg="add mod modCrop">
          <ac:chgData name="Choi Jeomki" userId="f1912f8b0928b9f1" providerId="LiveId" clId="{2EB904E9-ED44-4D23-A32C-9D53BDF24188}" dt="2019-02-24T15:35:48.536" v="8237" actId="1038"/>
          <ac:picMkLst>
            <pc:docMk/>
            <pc:sldMk cId="3849831124" sldId="471"/>
            <ac:picMk id="19" creationId="{E291D804-8127-4A88-A3F6-4BA787A20560}"/>
          </ac:picMkLst>
        </pc:picChg>
        <pc:picChg chg="mod">
          <ac:chgData name="Choi Jeomki" userId="f1912f8b0928b9f1" providerId="LiveId" clId="{2EB904E9-ED44-4D23-A32C-9D53BDF24188}" dt="2019-02-24T15:29:19.303" v="8026" actId="1035"/>
          <ac:picMkLst>
            <pc:docMk/>
            <pc:sldMk cId="3849831124" sldId="471"/>
            <ac:picMk id="118" creationId="{D6C8AE3B-FAD4-4458-AC64-AFD295BDD5E9}"/>
          </ac:picMkLst>
        </pc:picChg>
        <pc:picChg chg="mod">
          <ac:chgData name="Choi Jeomki" userId="f1912f8b0928b9f1" providerId="LiveId" clId="{2EB904E9-ED44-4D23-A32C-9D53BDF24188}" dt="2019-02-24T15:30:22.546" v="8043" actId="552"/>
          <ac:picMkLst>
            <pc:docMk/>
            <pc:sldMk cId="3849831124" sldId="471"/>
            <ac:picMk id="119" creationId="{DC437F22-2BB8-48AE-8FFA-5E863F9CB48C}"/>
          </ac:picMkLst>
        </pc:picChg>
        <pc:picChg chg="del">
          <ac:chgData name="Choi Jeomki" userId="f1912f8b0928b9f1" providerId="LiveId" clId="{2EB904E9-ED44-4D23-A32C-9D53BDF24188}" dt="2019-02-24T15:24:20.031" v="7837" actId="478"/>
          <ac:picMkLst>
            <pc:docMk/>
            <pc:sldMk cId="3849831124" sldId="471"/>
            <ac:picMk id="121" creationId="{4C53204F-A109-420B-93EB-84E98400FAD6}"/>
          </ac:picMkLst>
        </pc:picChg>
        <pc:picChg chg="del">
          <ac:chgData name="Choi Jeomki" userId="f1912f8b0928b9f1" providerId="LiveId" clId="{2EB904E9-ED44-4D23-A32C-9D53BDF24188}" dt="2019-02-24T15:24:20.031" v="7837" actId="478"/>
          <ac:picMkLst>
            <pc:docMk/>
            <pc:sldMk cId="3849831124" sldId="471"/>
            <ac:picMk id="122" creationId="{CAD4296A-BB97-48C7-A821-1CEAC54C5C7B}"/>
          </ac:picMkLst>
        </pc:picChg>
        <pc:picChg chg="del">
          <ac:chgData name="Choi Jeomki" userId="f1912f8b0928b9f1" providerId="LiveId" clId="{2EB904E9-ED44-4D23-A32C-9D53BDF24188}" dt="2019-02-24T15:24:20.031" v="7837" actId="478"/>
          <ac:picMkLst>
            <pc:docMk/>
            <pc:sldMk cId="3849831124" sldId="471"/>
            <ac:picMk id="123" creationId="{32D1DBEC-2211-4C54-8278-1F586EFCEF35}"/>
          </ac:picMkLst>
        </pc:picChg>
        <pc:picChg chg="del">
          <ac:chgData name="Choi Jeomki" userId="f1912f8b0928b9f1" providerId="LiveId" clId="{2EB904E9-ED44-4D23-A32C-9D53BDF24188}" dt="2019-02-24T15:24:20.031" v="7837" actId="478"/>
          <ac:picMkLst>
            <pc:docMk/>
            <pc:sldMk cId="3849831124" sldId="471"/>
            <ac:picMk id="124" creationId="{2DCF9EB5-49F0-46D2-A8E1-8C5D70C1DD63}"/>
          </ac:picMkLst>
        </pc:picChg>
        <pc:picChg chg="del">
          <ac:chgData name="Choi Jeomki" userId="f1912f8b0928b9f1" providerId="LiveId" clId="{2EB904E9-ED44-4D23-A32C-9D53BDF24188}" dt="2019-02-24T15:24:20.031" v="7837" actId="478"/>
          <ac:picMkLst>
            <pc:docMk/>
            <pc:sldMk cId="3849831124" sldId="471"/>
            <ac:picMk id="125" creationId="{DF52982E-64E0-4BEA-BD56-704BE63CA795}"/>
          </ac:picMkLst>
        </pc:picChg>
        <pc:picChg chg="del">
          <ac:chgData name="Choi Jeomki" userId="f1912f8b0928b9f1" providerId="LiveId" clId="{2EB904E9-ED44-4D23-A32C-9D53BDF24188}" dt="2019-02-24T15:24:20.031" v="7837" actId="478"/>
          <ac:picMkLst>
            <pc:docMk/>
            <pc:sldMk cId="3849831124" sldId="471"/>
            <ac:picMk id="126" creationId="{2D35C91D-B451-4514-9C21-10F288D6465E}"/>
          </ac:picMkLst>
        </pc:picChg>
      </pc:sldChg>
      <pc:sldChg chg="addSp delSp modSp add">
        <pc:chgData name="Choi Jeomki" userId="f1912f8b0928b9f1" providerId="LiveId" clId="{2EB904E9-ED44-4D23-A32C-9D53BDF24188}" dt="2019-02-24T15:42:33.305" v="8394" actId="208"/>
        <pc:sldMkLst>
          <pc:docMk/>
          <pc:sldMk cId="693245282" sldId="473"/>
        </pc:sldMkLst>
        <pc:spChg chg="mod">
          <ac:chgData name="Choi Jeomki" userId="f1912f8b0928b9f1" providerId="LiveId" clId="{2EB904E9-ED44-4D23-A32C-9D53BDF24188}" dt="2019-02-24T15:31:57.555" v="8124" actId="20577"/>
          <ac:spMkLst>
            <pc:docMk/>
            <pc:sldMk cId="693245282" sldId="473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32:46.048" v="8155"/>
          <ac:spMkLst>
            <pc:docMk/>
            <pc:sldMk cId="693245282" sldId="473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37:45.125" v="8272" actId="20577"/>
          <ac:spMkLst>
            <pc:docMk/>
            <pc:sldMk cId="693245282" sldId="473"/>
            <ac:spMk id="117" creationId="{04C1874A-02D8-4CF5-BDE5-A85079AA60A4}"/>
          </ac:spMkLst>
        </pc:spChg>
        <pc:spChg chg="mod">
          <ac:chgData name="Choi Jeomki" userId="f1912f8b0928b9f1" providerId="LiveId" clId="{2EB904E9-ED44-4D23-A32C-9D53BDF24188}" dt="2019-02-24T15:40:36.181" v="8342" actId="20577"/>
          <ac:spMkLst>
            <pc:docMk/>
            <pc:sldMk cId="693245282" sldId="473"/>
            <ac:spMk id="120" creationId="{3976BA95-1040-4CCD-A5DE-7203AB71C78A}"/>
          </ac:spMkLst>
        </pc:spChg>
        <pc:picChg chg="del">
          <ac:chgData name="Choi Jeomki" userId="f1912f8b0928b9f1" providerId="LiveId" clId="{2EB904E9-ED44-4D23-A32C-9D53BDF24188}" dt="2019-02-24T15:33:52.786" v="8178" actId="478"/>
          <ac:picMkLst>
            <pc:docMk/>
            <pc:sldMk cId="693245282" sldId="473"/>
            <ac:picMk id="4" creationId="{EC7EF2BE-C024-4085-BF57-BC9CCFA67C2F}"/>
          </ac:picMkLst>
        </pc:picChg>
        <pc:picChg chg="add mod modCrop">
          <ac:chgData name="Choi Jeomki" userId="f1912f8b0928b9f1" providerId="LiveId" clId="{2EB904E9-ED44-4D23-A32C-9D53BDF24188}" dt="2019-02-24T15:42:33.305" v="8394" actId="208"/>
          <ac:picMkLst>
            <pc:docMk/>
            <pc:sldMk cId="693245282" sldId="473"/>
            <ac:picMk id="5" creationId="{4E56CC91-4068-4ADF-B912-A44FD75185F7}"/>
          </ac:picMkLst>
        </pc:picChg>
        <pc:picChg chg="del">
          <ac:chgData name="Choi Jeomki" userId="f1912f8b0928b9f1" providerId="LiveId" clId="{2EB904E9-ED44-4D23-A32C-9D53BDF24188}" dt="2019-02-24T15:33:52.786" v="8178" actId="478"/>
          <ac:picMkLst>
            <pc:docMk/>
            <pc:sldMk cId="693245282" sldId="473"/>
            <ac:picMk id="15" creationId="{1013C639-51E2-49DA-9778-81C8DEB8958D}"/>
          </ac:picMkLst>
        </pc:picChg>
        <pc:picChg chg="del">
          <ac:chgData name="Choi Jeomki" userId="f1912f8b0928b9f1" providerId="LiveId" clId="{2EB904E9-ED44-4D23-A32C-9D53BDF24188}" dt="2019-02-24T15:33:52.786" v="8178" actId="478"/>
          <ac:picMkLst>
            <pc:docMk/>
            <pc:sldMk cId="693245282" sldId="473"/>
            <ac:picMk id="16" creationId="{69B90F55-909D-44ED-A737-0051B9027783}"/>
          </ac:picMkLst>
        </pc:picChg>
        <pc:picChg chg="del">
          <ac:chgData name="Choi Jeomki" userId="f1912f8b0928b9f1" providerId="LiveId" clId="{2EB904E9-ED44-4D23-A32C-9D53BDF24188}" dt="2019-02-24T15:33:52.786" v="8178" actId="478"/>
          <ac:picMkLst>
            <pc:docMk/>
            <pc:sldMk cId="693245282" sldId="473"/>
            <ac:picMk id="17" creationId="{0A51BF86-A144-4170-AC58-AAEE1E61FEAC}"/>
          </ac:picMkLst>
        </pc:picChg>
        <pc:picChg chg="del">
          <ac:chgData name="Choi Jeomki" userId="f1912f8b0928b9f1" providerId="LiveId" clId="{2EB904E9-ED44-4D23-A32C-9D53BDF24188}" dt="2019-02-24T15:33:52.786" v="8178" actId="478"/>
          <ac:picMkLst>
            <pc:docMk/>
            <pc:sldMk cId="693245282" sldId="473"/>
            <ac:picMk id="18" creationId="{18B19D14-2C37-460E-819E-F0C4E7088634}"/>
          </ac:picMkLst>
        </pc:picChg>
        <pc:picChg chg="del">
          <ac:chgData name="Choi Jeomki" userId="f1912f8b0928b9f1" providerId="LiveId" clId="{2EB904E9-ED44-4D23-A32C-9D53BDF24188}" dt="2019-02-24T15:33:52.786" v="8178" actId="478"/>
          <ac:picMkLst>
            <pc:docMk/>
            <pc:sldMk cId="693245282" sldId="473"/>
            <ac:picMk id="19" creationId="{E291D804-8127-4A88-A3F6-4BA787A20560}"/>
          </ac:picMkLst>
        </pc:picChg>
        <pc:picChg chg="add mod modCrop">
          <ac:chgData name="Choi Jeomki" userId="f1912f8b0928b9f1" providerId="LiveId" clId="{2EB904E9-ED44-4D23-A32C-9D53BDF24188}" dt="2019-02-24T15:42:33.305" v="8394" actId="208"/>
          <ac:picMkLst>
            <pc:docMk/>
            <pc:sldMk cId="693245282" sldId="473"/>
            <ac:picMk id="20" creationId="{647C0C2E-5540-4FA1-8FB1-5A23DC87C4D2}"/>
          </ac:picMkLst>
        </pc:picChg>
        <pc:picChg chg="add mod modCrop">
          <ac:chgData name="Choi Jeomki" userId="f1912f8b0928b9f1" providerId="LiveId" clId="{2EB904E9-ED44-4D23-A32C-9D53BDF24188}" dt="2019-02-24T15:42:33.305" v="8394" actId="208"/>
          <ac:picMkLst>
            <pc:docMk/>
            <pc:sldMk cId="693245282" sldId="473"/>
            <ac:picMk id="21" creationId="{51C3027C-16AB-4E3E-B0C0-D2F9BA6DD60E}"/>
          </ac:picMkLst>
        </pc:picChg>
        <pc:picChg chg="add mod modCrop">
          <ac:chgData name="Choi Jeomki" userId="f1912f8b0928b9f1" providerId="LiveId" clId="{2EB904E9-ED44-4D23-A32C-9D53BDF24188}" dt="2019-02-24T15:42:33.305" v="8394" actId="208"/>
          <ac:picMkLst>
            <pc:docMk/>
            <pc:sldMk cId="693245282" sldId="473"/>
            <ac:picMk id="22" creationId="{C8FA2A91-C3F7-4835-8204-5C54432BC381}"/>
          </ac:picMkLst>
        </pc:picChg>
        <pc:picChg chg="add mod modCrop">
          <ac:chgData name="Choi Jeomki" userId="f1912f8b0928b9f1" providerId="LiveId" clId="{2EB904E9-ED44-4D23-A32C-9D53BDF24188}" dt="2019-02-24T15:42:33.305" v="8394" actId="208"/>
          <ac:picMkLst>
            <pc:docMk/>
            <pc:sldMk cId="693245282" sldId="473"/>
            <ac:picMk id="23" creationId="{DC131C59-1447-4245-9022-D67926522D29}"/>
          </ac:picMkLst>
        </pc:picChg>
        <pc:picChg chg="add mod modCrop">
          <ac:chgData name="Choi Jeomki" userId="f1912f8b0928b9f1" providerId="LiveId" clId="{2EB904E9-ED44-4D23-A32C-9D53BDF24188}" dt="2019-02-24T15:42:33.305" v="8394" actId="208"/>
          <ac:picMkLst>
            <pc:docMk/>
            <pc:sldMk cId="693245282" sldId="473"/>
            <ac:picMk id="24" creationId="{4F2116A3-21CE-452C-B4B6-178175245491}"/>
          </ac:picMkLst>
        </pc:picChg>
        <pc:picChg chg="mod">
          <ac:chgData name="Choi Jeomki" userId="f1912f8b0928b9f1" providerId="LiveId" clId="{2EB904E9-ED44-4D23-A32C-9D53BDF24188}" dt="2019-02-24T15:42:33.305" v="8394" actId="208"/>
          <ac:picMkLst>
            <pc:docMk/>
            <pc:sldMk cId="693245282" sldId="473"/>
            <ac:picMk id="118" creationId="{D6C8AE3B-FAD4-4458-AC64-AFD295BDD5E9}"/>
          </ac:picMkLst>
        </pc:picChg>
        <pc:picChg chg="mod">
          <ac:chgData name="Choi Jeomki" userId="f1912f8b0928b9f1" providerId="LiveId" clId="{2EB904E9-ED44-4D23-A32C-9D53BDF24188}" dt="2019-02-24T15:42:33.305" v="8394" actId="208"/>
          <ac:picMkLst>
            <pc:docMk/>
            <pc:sldMk cId="693245282" sldId="473"/>
            <ac:picMk id="119" creationId="{DC437F22-2BB8-48AE-8FFA-5E863F9CB48C}"/>
          </ac:picMkLst>
        </pc:picChg>
      </pc:sldChg>
      <pc:sldChg chg="addSp delSp modSp add">
        <pc:chgData name="Choi Jeomki" userId="f1912f8b0928b9f1" providerId="LiveId" clId="{2EB904E9-ED44-4D23-A32C-9D53BDF24188}" dt="2019-02-24T15:53:02.544" v="8551" actId="20577"/>
        <pc:sldMkLst>
          <pc:docMk/>
          <pc:sldMk cId="2754331360" sldId="474"/>
        </pc:sldMkLst>
        <pc:spChg chg="mod">
          <ac:chgData name="Choi Jeomki" userId="f1912f8b0928b9f1" providerId="LiveId" clId="{2EB904E9-ED44-4D23-A32C-9D53BDF24188}" dt="2019-02-24T15:40:58.635" v="8361"/>
          <ac:spMkLst>
            <pc:docMk/>
            <pc:sldMk cId="2754331360" sldId="474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41:17.107" v="8378"/>
          <ac:spMkLst>
            <pc:docMk/>
            <pc:sldMk cId="2754331360" sldId="474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53:02.544" v="8551" actId="20577"/>
          <ac:spMkLst>
            <pc:docMk/>
            <pc:sldMk cId="2754331360" sldId="474"/>
            <ac:spMk id="117" creationId="{04C1874A-02D8-4CF5-BDE5-A85079AA60A4}"/>
          </ac:spMkLst>
        </pc:spChg>
        <pc:spChg chg="mod">
          <ac:chgData name="Choi Jeomki" userId="f1912f8b0928b9f1" providerId="LiveId" clId="{2EB904E9-ED44-4D23-A32C-9D53BDF24188}" dt="2019-02-24T15:49:18.210" v="8476" actId="20577"/>
          <ac:spMkLst>
            <pc:docMk/>
            <pc:sldMk cId="2754331360" sldId="474"/>
            <ac:spMk id="120" creationId="{3976BA95-1040-4CCD-A5DE-7203AB71C78A}"/>
          </ac:spMkLst>
        </pc:spChg>
        <pc:picChg chg="add del mod modCrop">
          <ac:chgData name="Choi Jeomki" userId="f1912f8b0928b9f1" providerId="LiveId" clId="{2EB904E9-ED44-4D23-A32C-9D53BDF24188}" dt="2019-02-24T15:53:01.739" v="8550" actId="478"/>
          <ac:picMkLst>
            <pc:docMk/>
            <pc:sldMk cId="2754331360" sldId="474"/>
            <ac:picMk id="4" creationId="{0AC6CFB3-0494-43C9-A702-5B6431A9369B}"/>
          </ac:picMkLst>
        </pc:picChg>
        <pc:picChg chg="del">
          <ac:chgData name="Choi Jeomki" userId="f1912f8b0928b9f1" providerId="LiveId" clId="{2EB904E9-ED44-4D23-A32C-9D53BDF24188}" dt="2019-02-24T15:43:36.851" v="8417" actId="478"/>
          <ac:picMkLst>
            <pc:docMk/>
            <pc:sldMk cId="2754331360" sldId="474"/>
            <ac:picMk id="5" creationId="{4E56CC91-4068-4ADF-B912-A44FD75185F7}"/>
          </ac:picMkLst>
        </pc:picChg>
        <pc:picChg chg="add mod modCrop">
          <ac:chgData name="Choi Jeomki" userId="f1912f8b0928b9f1" providerId="LiveId" clId="{2EB904E9-ED44-4D23-A32C-9D53BDF24188}" dt="2019-02-24T15:48:57.946" v="8469" actId="552"/>
          <ac:picMkLst>
            <pc:docMk/>
            <pc:sldMk cId="2754331360" sldId="474"/>
            <ac:picMk id="15" creationId="{DE5C5EF2-96BF-41D7-82B2-EEEDABE3179F}"/>
          </ac:picMkLst>
        </pc:picChg>
        <pc:picChg chg="add mod modCrop">
          <ac:chgData name="Choi Jeomki" userId="f1912f8b0928b9f1" providerId="LiveId" clId="{2EB904E9-ED44-4D23-A32C-9D53BDF24188}" dt="2019-02-24T15:49:09.424" v="8471" actId="732"/>
          <ac:picMkLst>
            <pc:docMk/>
            <pc:sldMk cId="2754331360" sldId="474"/>
            <ac:picMk id="16" creationId="{A6C0F9B7-7E01-4907-ACEE-486B944387D8}"/>
          </ac:picMkLst>
        </pc:picChg>
        <pc:picChg chg="add del mod modCrop">
          <ac:chgData name="Choi Jeomki" userId="f1912f8b0928b9f1" providerId="LiveId" clId="{2EB904E9-ED44-4D23-A32C-9D53BDF24188}" dt="2019-02-24T15:53:01.053" v="8549" actId="478"/>
          <ac:picMkLst>
            <pc:docMk/>
            <pc:sldMk cId="2754331360" sldId="474"/>
            <ac:picMk id="17" creationId="{50D23DC8-64EC-41DB-A4E3-19C60EBD5AFC}"/>
          </ac:picMkLst>
        </pc:picChg>
        <pc:picChg chg="add mod modCrop">
          <ac:chgData name="Choi Jeomki" userId="f1912f8b0928b9f1" providerId="LiveId" clId="{2EB904E9-ED44-4D23-A32C-9D53BDF24188}" dt="2019-02-24T15:49:12.582" v="8475" actId="1037"/>
          <ac:picMkLst>
            <pc:docMk/>
            <pc:sldMk cId="2754331360" sldId="474"/>
            <ac:picMk id="18" creationId="{088D6829-A484-4D7F-87D9-FF1015823E38}"/>
          </ac:picMkLst>
        </pc:picChg>
        <pc:picChg chg="add mod modCrop">
          <ac:chgData name="Choi Jeomki" userId="f1912f8b0928b9f1" providerId="LiveId" clId="{2EB904E9-ED44-4D23-A32C-9D53BDF24188}" dt="2019-02-24T15:49:12.582" v="8475" actId="1037"/>
          <ac:picMkLst>
            <pc:docMk/>
            <pc:sldMk cId="2754331360" sldId="474"/>
            <ac:picMk id="19" creationId="{F6B8BE11-893D-41C0-8DBE-D7DFAC58D7B5}"/>
          </ac:picMkLst>
        </pc:picChg>
        <pc:picChg chg="del">
          <ac:chgData name="Choi Jeomki" userId="f1912f8b0928b9f1" providerId="LiveId" clId="{2EB904E9-ED44-4D23-A32C-9D53BDF24188}" dt="2019-02-24T15:41:46.140" v="8381" actId="478"/>
          <ac:picMkLst>
            <pc:docMk/>
            <pc:sldMk cId="2754331360" sldId="474"/>
            <ac:picMk id="20" creationId="{647C0C2E-5540-4FA1-8FB1-5A23DC87C4D2}"/>
          </ac:picMkLst>
        </pc:picChg>
        <pc:picChg chg="del">
          <ac:chgData name="Choi Jeomki" userId="f1912f8b0928b9f1" providerId="LiveId" clId="{2EB904E9-ED44-4D23-A32C-9D53BDF24188}" dt="2019-02-24T15:41:47.883" v="8382" actId="478"/>
          <ac:picMkLst>
            <pc:docMk/>
            <pc:sldMk cId="2754331360" sldId="474"/>
            <ac:picMk id="21" creationId="{51C3027C-16AB-4E3E-B0C0-D2F9BA6DD60E}"/>
          </ac:picMkLst>
        </pc:picChg>
        <pc:picChg chg="del">
          <ac:chgData name="Choi Jeomki" userId="f1912f8b0928b9f1" providerId="LiveId" clId="{2EB904E9-ED44-4D23-A32C-9D53BDF24188}" dt="2019-02-24T15:43:36.851" v="8417" actId="478"/>
          <ac:picMkLst>
            <pc:docMk/>
            <pc:sldMk cId="2754331360" sldId="474"/>
            <ac:picMk id="22" creationId="{C8FA2A91-C3F7-4835-8204-5C54432BC381}"/>
          </ac:picMkLst>
        </pc:picChg>
        <pc:picChg chg="del">
          <ac:chgData name="Choi Jeomki" userId="f1912f8b0928b9f1" providerId="LiveId" clId="{2EB904E9-ED44-4D23-A32C-9D53BDF24188}" dt="2019-02-24T15:41:46.140" v="8381" actId="478"/>
          <ac:picMkLst>
            <pc:docMk/>
            <pc:sldMk cId="2754331360" sldId="474"/>
            <ac:picMk id="23" creationId="{DC131C59-1447-4245-9022-D67926522D29}"/>
          </ac:picMkLst>
        </pc:picChg>
        <pc:picChg chg="del">
          <ac:chgData name="Choi Jeomki" userId="f1912f8b0928b9f1" providerId="LiveId" clId="{2EB904E9-ED44-4D23-A32C-9D53BDF24188}" dt="2019-02-24T15:41:47.883" v="8382" actId="478"/>
          <ac:picMkLst>
            <pc:docMk/>
            <pc:sldMk cId="2754331360" sldId="474"/>
            <ac:picMk id="24" creationId="{4F2116A3-21CE-452C-B4B6-178175245491}"/>
          </ac:picMkLst>
        </pc:picChg>
        <pc:picChg chg="mod">
          <ac:chgData name="Choi Jeomki" userId="f1912f8b0928b9f1" providerId="LiveId" clId="{2EB904E9-ED44-4D23-A32C-9D53BDF24188}" dt="2019-02-24T15:43:51.642" v="8423" actId="552"/>
          <ac:picMkLst>
            <pc:docMk/>
            <pc:sldMk cId="2754331360" sldId="474"/>
            <ac:picMk id="118" creationId="{D6C8AE3B-FAD4-4458-AC64-AFD295BDD5E9}"/>
          </ac:picMkLst>
        </pc:picChg>
        <pc:picChg chg="mod">
          <ac:chgData name="Choi Jeomki" userId="f1912f8b0928b9f1" providerId="LiveId" clId="{2EB904E9-ED44-4D23-A32C-9D53BDF24188}" dt="2019-02-24T15:45:07.761" v="8459" actId="554"/>
          <ac:picMkLst>
            <pc:docMk/>
            <pc:sldMk cId="2754331360" sldId="474"/>
            <ac:picMk id="119" creationId="{DC437F22-2BB8-48AE-8FFA-5E863F9CB48C}"/>
          </ac:picMkLst>
        </pc:picChg>
      </pc:sldChg>
      <pc:sldChg chg="addSp delSp modSp add">
        <pc:chgData name="Choi Jeomki" userId="f1912f8b0928b9f1" providerId="LiveId" clId="{2EB904E9-ED44-4D23-A32C-9D53BDF24188}" dt="2019-02-24T15:59:34.562" v="8683" actId="554"/>
        <pc:sldMkLst>
          <pc:docMk/>
          <pc:sldMk cId="2375195796" sldId="475"/>
        </pc:sldMkLst>
        <pc:spChg chg="mod">
          <ac:chgData name="Choi Jeomki" userId="f1912f8b0928b9f1" providerId="LiveId" clId="{2EB904E9-ED44-4D23-A32C-9D53BDF24188}" dt="2019-02-24T15:52:23.512" v="8545" actId="20577"/>
          <ac:spMkLst>
            <pc:docMk/>
            <pc:sldMk cId="2375195796" sldId="475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50:02.369" v="8506" actId="20577"/>
          <ac:spMkLst>
            <pc:docMk/>
            <pc:sldMk cId="2375195796" sldId="475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55:42.633" v="8628"/>
          <ac:spMkLst>
            <pc:docMk/>
            <pc:sldMk cId="2375195796" sldId="475"/>
            <ac:spMk id="117" creationId="{04C1874A-02D8-4CF5-BDE5-A85079AA60A4}"/>
          </ac:spMkLst>
        </pc:spChg>
        <pc:spChg chg="mod">
          <ac:chgData name="Choi Jeomki" userId="f1912f8b0928b9f1" providerId="LiveId" clId="{2EB904E9-ED44-4D23-A32C-9D53BDF24188}" dt="2019-02-24T15:50:34.043" v="8508"/>
          <ac:spMkLst>
            <pc:docMk/>
            <pc:sldMk cId="2375195796" sldId="475"/>
            <ac:spMk id="120" creationId="{3976BA95-1040-4CCD-A5DE-7203AB71C78A}"/>
          </ac:spMkLst>
        </pc:spChg>
        <pc:picChg chg="del">
          <ac:chgData name="Choi Jeomki" userId="f1912f8b0928b9f1" providerId="LiveId" clId="{2EB904E9-ED44-4D23-A32C-9D53BDF24188}" dt="2019-02-24T15:53:07.733" v="8552" actId="478"/>
          <ac:picMkLst>
            <pc:docMk/>
            <pc:sldMk cId="2375195796" sldId="475"/>
            <ac:picMk id="4" creationId="{0AC6CFB3-0494-43C9-A702-5B6431A9369B}"/>
          </ac:picMkLst>
        </pc:picChg>
        <pc:picChg chg="add mod modCrop">
          <ac:chgData name="Choi Jeomki" userId="f1912f8b0928b9f1" providerId="LiveId" clId="{2EB904E9-ED44-4D23-A32C-9D53BDF24188}" dt="2019-02-24T15:59:34.562" v="8683" actId="554"/>
          <ac:picMkLst>
            <pc:docMk/>
            <pc:sldMk cId="2375195796" sldId="475"/>
            <ac:picMk id="5" creationId="{24DF40B9-0708-402E-AA57-6E70B85D884D}"/>
          </ac:picMkLst>
        </pc:picChg>
        <pc:picChg chg="del">
          <ac:chgData name="Choi Jeomki" userId="f1912f8b0928b9f1" providerId="LiveId" clId="{2EB904E9-ED44-4D23-A32C-9D53BDF24188}" dt="2019-02-24T15:53:13.491" v="8554" actId="478"/>
          <ac:picMkLst>
            <pc:docMk/>
            <pc:sldMk cId="2375195796" sldId="475"/>
            <ac:picMk id="15" creationId="{DE5C5EF2-96BF-41D7-82B2-EEEDABE3179F}"/>
          </ac:picMkLst>
        </pc:picChg>
        <pc:picChg chg="del">
          <ac:chgData name="Choi Jeomki" userId="f1912f8b0928b9f1" providerId="LiveId" clId="{2EB904E9-ED44-4D23-A32C-9D53BDF24188}" dt="2019-02-24T15:53:13.491" v="8554" actId="478"/>
          <ac:picMkLst>
            <pc:docMk/>
            <pc:sldMk cId="2375195796" sldId="475"/>
            <ac:picMk id="16" creationId="{A6C0F9B7-7E01-4907-ACEE-486B944387D8}"/>
          </ac:picMkLst>
        </pc:picChg>
        <pc:picChg chg="del">
          <ac:chgData name="Choi Jeomki" userId="f1912f8b0928b9f1" providerId="LiveId" clId="{2EB904E9-ED44-4D23-A32C-9D53BDF24188}" dt="2019-02-24T15:53:07.733" v="8552" actId="478"/>
          <ac:picMkLst>
            <pc:docMk/>
            <pc:sldMk cId="2375195796" sldId="475"/>
            <ac:picMk id="17" creationId="{50D23DC8-64EC-41DB-A4E3-19C60EBD5AFC}"/>
          </ac:picMkLst>
        </pc:picChg>
        <pc:picChg chg="del">
          <ac:chgData name="Choi Jeomki" userId="f1912f8b0928b9f1" providerId="LiveId" clId="{2EB904E9-ED44-4D23-A32C-9D53BDF24188}" dt="2019-02-24T15:53:13.491" v="8554" actId="478"/>
          <ac:picMkLst>
            <pc:docMk/>
            <pc:sldMk cId="2375195796" sldId="475"/>
            <ac:picMk id="18" creationId="{088D6829-A484-4D7F-87D9-FF1015823E38}"/>
          </ac:picMkLst>
        </pc:picChg>
        <pc:picChg chg="del">
          <ac:chgData name="Choi Jeomki" userId="f1912f8b0928b9f1" providerId="LiveId" clId="{2EB904E9-ED44-4D23-A32C-9D53BDF24188}" dt="2019-02-24T15:53:13.491" v="8554" actId="478"/>
          <ac:picMkLst>
            <pc:docMk/>
            <pc:sldMk cId="2375195796" sldId="475"/>
            <ac:picMk id="19" creationId="{F6B8BE11-893D-41C0-8DBE-D7DFAC58D7B5}"/>
          </ac:picMkLst>
        </pc:picChg>
        <pc:picChg chg="add del mod">
          <ac:chgData name="Choi Jeomki" userId="f1912f8b0928b9f1" providerId="LiveId" clId="{2EB904E9-ED44-4D23-A32C-9D53BDF24188}" dt="2019-02-24T15:53:19.828" v="8558"/>
          <ac:picMkLst>
            <pc:docMk/>
            <pc:sldMk cId="2375195796" sldId="475"/>
            <ac:picMk id="20" creationId="{8A7300D0-66AF-485D-B28D-5FAF50D1A39E}"/>
          </ac:picMkLst>
        </pc:picChg>
        <pc:picChg chg="add mod modCrop">
          <ac:chgData name="Choi Jeomki" userId="f1912f8b0928b9f1" providerId="LiveId" clId="{2EB904E9-ED44-4D23-A32C-9D53BDF24188}" dt="2019-02-24T15:56:18.344" v="8638" actId="208"/>
          <ac:picMkLst>
            <pc:docMk/>
            <pc:sldMk cId="2375195796" sldId="475"/>
            <ac:picMk id="21" creationId="{A6B0526C-C5CC-491D-AF15-D352C532D388}"/>
          </ac:picMkLst>
        </pc:picChg>
        <pc:picChg chg="add mod modCrop">
          <ac:chgData name="Choi Jeomki" userId="f1912f8b0928b9f1" providerId="LiveId" clId="{2EB904E9-ED44-4D23-A32C-9D53BDF24188}" dt="2019-02-24T15:59:34.562" v="8683" actId="554"/>
          <ac:picMkLst>
            <pc:docMk/>
            <pc:sldMk cId="2375195796" sldId="475"/>
            <ac:picMk id="22" creationId="{4ADDEA10-AFEE-48E5-86B6-99EBB02084C7}"/>
          </ac:picMkLst>
        </pc:picChg>
        <pc:picChg chg="add mod modCrop">
          <ac:chgData name="Choi Jeomki" userId="f1912f8b0928b9f1" providerId="LiveId" clId="{2EB904E9-ED44-4D23-A32C-9D53BDF24188}" dt="2019-02-24T15:56:18.344" v="8638" actId="208"/>
          <ac:picMkLst>
            <pc:docMk/>
            <pc:sldMk cId="2375195796" sldId="475"/>
            <ac:picMk id="23" creationId="{8BDD44F5-ADBB-440B-8A77-1440295C7641}"/>
          </ac:picMkLst>
        </pc:picChg>
        <pc:picChg chg="mod">
          <ac:chgData name="Choi Jeomki" userId="f1912f8b0928b9f1" providerId="LiveId" clId="{2EB904E9-ED44-4D23-A32C-9D53BDF24188}" dt="2019-02-24T15:56:18.344" v="8638" actId="208"/>
          <ac:picMkLst>
            <pc:docMk/>
            <pc:sldMk cId="2375195796" sldId="475"/>
            <ac:picMk id="118" creationId="{D6C8AE3B-FAD4-4458-AC64-AFD295BDD5E9}"/>
          </ac:picMkLst>
        </pc:picChg>
        <pc:picChg chg="mod">
          <ac:chgData name="Choi Jeomki" userId="f1912f8b0928b9f1" providerId="LiveId" clId="{2EB904E9-ED44-4D23-A32C-9D53BDF24188}" dt="2019-02-24T15:59:34.562" v="8683" actId="554"/>
          <ac:picMkLst>
            <pc:docMk/>
            <pc:sldMk cId="2375195796" sldId="475"/>
            <ac:picMk id="119" creationId="{DC437F22-2BB8-48AE-8FFA-5E863F9CB48C}"/>
          </ac:picMkLst>
        </pc:picChg>
      </pc:sldChg>
      <pc:sldChg chg="addSp delSp modSp add">
        <pc:chgData name="Choi Jeomki" userId="f1912f8b0928b9f1" providerId="LiveId" clId="{2EB904E9-ED44-4D23-A32C-9D53BDF24188}" dt="2019-02-24T16:00:12.385" v="8699"/>
        <pc:sldMkLst>
          <pc:docMk/>
          <pc:sldMk cId="1196051128" sldId="476"/>
        </pc:sldMkLst>
        <pc:spChg chg="mod">
          <ac:chgData name="Choi Jeomki" userId="f1912f8b0928b9f1" providerId="LiveId" clId="{2EB904E9-ED44-4D23-A32C-9D53BDF24188}" dt="2019-02-24T15:55:01.652" v="8607"/>
          <ac:spMkLst>
            <pc:docMk/>
            <pc:sldMk cId="1196051128" sldId="476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6:00:12.385" v="8699"/>
          <ac:spMkLst>
            <pc:docMk/>
            <pc:sldMk cId="1196051128" sldId="476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5:55:37.500" v="8622"/>
          <ac:spMkLst>
            <pc:docMk/>
            <pc:sldMk cId="1196051128" sldId="476"/>
            <ac:spMk id="117" creationId="{04C1874A-02D8-4CF5-BDE5-A85079AA60A4}"/>
          </ac:spMkLst>
        </pc:spChg>
        <pc:spChg chg="mod">
          <ac:chgData name="Choi Jeomki" userId="f1912f8b0928b9f1" providerId="LiveId" clId="{2EB904E9-ED44-4D23-A32C-9D53BDF24188}" dt="2019-02-24T15:56:04.504" v="8634"/>
          <ac:spMkLst>
            <pc:docMk/>
            <pc:sldMk cId="1196051128" sldId="476"/>
            <ac:spMk id="120" creationId="{3976BA95-1040-4CCD-A5DE-7203AB71C78A}"/>
          </ac:spMkLst>
        </pc:spChg>
        <pc:picChg chg="del">
          <ac:chgData name="Choi Jeomki" userId="f1912f8b0928b9f1" providerId="LiveId" clId="{2EB904E9-ED44-4D23-A32C-9D53BDF24188}" dt="2019-02-24T15:55:57.856" v="8630" actId="478"/>
          <ac:picMkLst>
            <pc:docMk/>
            <pc:sldMk cId="1196051128" sldId="476"/>
            <ac:picMk id="5" creationId="{24DF40B9-0708-402E-AA57-6E70B85D884D}"/>
          </ac:picMkLst>
        </pc:picChg>
        <pc:picChg chg="add mod modCrop">
          <ac:chgData name="Choi Jeomki" userId="f1912f8b0928b9f1" providerId="LiveId" clId="{2EB904E9-ED44-4D23-A32C-9D53BDF24188}" dt="2019-02-24T15:59:22.248" v="8680" actId="552"/>
          <ac:picMkLst>
            <pc:docMk/>
            <pc:sldMk cId="1196051128" sldId="476"/>
            <ac:picMk id="12" creationId="{6F142E21-A2F2-4EAE-B804-8C30429AA01B}"/>
          </ac:picMkLst>
        </pc:picChg>
        <pc:picChg chg="add mod modCrop">
          <ac:chgData name="Choi Jeomki" userId="f1912f8b0928b9f1" providerId="LiveId" clId="{2EB904E9-ED44-4D23-A32C-9D53BDF24188}" dt="2019-02-24T15:59:41.657" v="8687" actId="1035"/>
          <ac:picMkLst>
            <pc:docMk/>
            <pc:sldMk cId="1196051128" sldId="476"/>
            <ac:picMk id="13" creationId="{CCAA959F-9536-4426-AC35-09C463681A81}"/>
          </ac:picMkLst>
        </pc:picChg>
        <pc:picChg chg="add mod modCrop">
          <ac:chgData name="Choi Jeomki" userId="f1912f8b0928b9f1" providerId="LiveId" clId="{2EB904E9-ED44-4D23-A32C-9D53BDF24188}" dt="2019-02-24T15:59:24.921" v="8681" actId="552"/>
          <ac:picMkLst>
            <pc:docMk/>
            <pc:sldMk cId="1196051128" sldId="476"/>
            <ac:picMk id="14" creationId="{6DE7840D-3969-431E-B3E3-2588DBEAE59D}"/>
          </ac:picMkLst>
        </pc:picChg>
        <pc:picChg chg="add mod modCrop">
          <ac:chgData name="Choi Jeomki" userId="f1912f8b0928b9f1" providerId="LiveId" clId="{2EB904E9-ED44-4D23-A32C-9D53BDF24188}" dt="2019-02-24T15:59:41.657" v="8687" actId="1035"/>
          <ac:picMkLst>
            <pc:docMk/>
            <pc:sldMk cId="1196051128" sldId="476"/>
            <ac:picMk id="15" creationId="{10BFDE93-83F4-49F4-8F40-425E0AAB18CA}"/>
          </ac:picMkLst>
        </pc:picChg>
        <pc:picChg chg="del">
          <ac:chgData name="Choi Jeomki" userId="f1912f8b0928b9f1" providerId="LiveId" clId="{2EB904E9-ED44-4D23-A32C-9D53BDF24188}" dt="2019-02-24T15:55:58.297" v="8631" actId="478"/>
          <ac:picMkLst>
            <pc:docMk/>
            <pc:sldMk cId="1196051128" sldId="476"/>
            <ac:picMk id="21" creationId="{A6B0526C-C5CC-491D-AF15-D352C532D388}"/>
          </ac:picMkLst>
        </pc:picChg>
        <pc:picChg chg="del">
          <ac:chgData name="Choi Jeomki" userId="f1912f8b0928b9f1" providerId="LiveId" clId="{2EB904E9-ED44-4D23-A32C-9D53BDF24188}" dt="2019-02-24T15:55:57.856" v="8630" actId="478"/>
          <ac:picMkLst>
            <pc:docMk/>
            <pc:sldMk cId="1196051128" sldId="476"/>
            <ac:picMk id="22" creationId="{4ADDEA10-AFEE-48E5-86B6-99EBB02084C7}"/>
          </ac:picMkLst>
        </pc:picChg>
        <pc:picChg chg="del">
          <ac:chgData name="Choi Jeomki" userId="f1912f8b0928b9f1" providerId="LiveId" clId="{2EB904E9-ED44-4D23-A32C-9D53BDF24188}" dt="2019-02-24T15:55:58.625" v="8632" actId="478"/>
          <ac:picMkLst>
            <pc:docMk/>
            <pc:sldMk cId="1196051128" sldId="476"/>
            <ac:picMk id="23" creationId="{8BDD44F5-ADBB-440B-8A77-1440295C7641}"/>
          </ac:picMkLst>
        </pc:picChg>
        <pc:picChg chg="mod">
          <ac:chgData name="Choi Jeomki" userId="f1912f8b0928b9f1" providerId="LiveId" clId="{2EB904E9-ED44-4D23-A32C-9D53BDF24188}" dt="2019-02-24T15:58:35.666" v="8661" actId="554"/>
          <ac:picMkLst>
            <pc:docMk/>
            <pc:sldMk cId="1196051128" sldId="476"/>
            <ac:picMk id="119" creationId="{DC437F22-2BB8-48AE-8FFA-5E863F9CB48C}"/>
          </ac:picMkLst>
        </pc:picChg>
      </pc:sldChg>
      <pc:sldChg chg="addSp delSp modSp add">
        <pc:chgData name="Choi Jeomki" userId="f1912f8b0928b9f1" providerId="LiveId" clId="{2EB904E9-ED44-4D23-A32C-9D53BDF24188}" dt="2019-03-07T10:40:14.333" v="11337" actId="14100"/>
        <pc:sldMkLst>
          <pc:docMk/>
          <pc:sldMk cId="1786396298" sldId="477"/>
        </pc:sldMkLst>
        <pc:spChg chg="mod">
          <ac:chgData name="Choi Jeomki" userId="f1912f8b0928b9f1" providerId="LiveId" clId="{2EB904E9-ED44-4D23-A32C-9D53BDF24188}" dt="2019-02-24T17:22:47.622" v="9341"/>
          <ac:spMkLst>
            <pc:docMk/>
            <pc:sldMk cId="1786396298" sldId="477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7:26:00.073" v="10075" actId="20577"/>
          <ac:spMkLst>
            <pc:docMk/>
            <pc:sldMk cId="1786396298" sldId="477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2-24T17:35:53.832" v="10394" actId="1076"/>
          <ac:spMkLst>
            <pc:docMk/>
            <pc:sldMk cId="1786396298" sldId="477"/>
            <ac:spMk id="4" creationId="{C79D062B-1463-45B2-A25C-0E3B98914C04}"/>
          </ac:spMkLst>
        </pc:spChg>
        <pc:spChg chg="add del mod">
          <ac:chgData name="Choi Jeomki" userId="f1912f8b0928b9f1" providerId="LiveId" clId="{2EB904E9-ED44-4D23-A32C-9D53BDF24188}" dt="2019-02-24T17:18:51.584" v="9277" actId="478"/>
          <ac:spMkLst>
            <pc:docMk/>
            <pc:sldMk cId="1786396298" sldId="477"/>
            <ac:spMk id="8" creationId="{92114CE7-4AA7-488C-869B-777BDDA2F542}"/>
          </ac:spMkLst>
        </pc:spChg>
        <pc:grpChg chg="add mod">
          <ac:chgData name="Choi Jeomki" userId="f1912f8b0928b9f1" providerId="LiveId" clId="{2EB904E9-ED44-4D23-A32C-9D53BDF24188}" dt="2019-03-07T10:40:14.333" v="11337" actId="14100"/>
          <ac:grpSpMkLst>
            <pc:docMk/>
            <pc:sldMk cId="1786396298" sldId="477"/>
            <ac:grpSpMk id="9" creationId="{14903761-EB94-4CB2-A415-EF754B080FA9}"/>
          </ac:grpSpMkLst>
        </pc:grpChg>
        <pc:picChg chg="add del mod">
          <ac:chgData name="Choi Jeomki" userId="f1912f8b0928b9f1" providerId="LiveId" clId="{2EB904E9-ED44-4D23-A32C-9D53BDF24188}" dt="2019-02-24T17:33:59.090" v="10369" actId="478"/>
          <ac:picMkLst>
            <pc:docMk/>
            <pc:sldMk cId="1786396298" sldId="477"/>
            <ac:picMk id="5" creationId="{0863B2D0-FE49-4469-A88D-71A534F808D1}"/>
          </ac:picMkLst>
        </pc:picChg>
        <pc:picChg chg="add mod">
          <ac:chgData name="Choi Jeomki" userId="f1912f8b0928b9f1" providerId="LiveId" clId="{2EB904E9-ED44-4D23-A32C-9D53BDF24188}" dt="2019-03-07T10:40:08.166" v="11334" actId="164"/>
          <ac:picMkLst>
            <pc:docMk/>
            <pc:sldMk cId="1786396298" sldId="477"/>
            <ac:picMk id="5" creationId="{75B467AE-FA91-46A3-B051-8E58A37E1E29}"/>
          </ac:picMkLst>
        </pc:picChg>
        <pc:picChg chg="add del mod modCrop">
          <ac:chgData name="Choi Jeomki" userId="f1912f8b0928b9f1" providerId="LiveId" clId="{2EB904E9-ED44-4D23-A32C-9D53BDF24188}" dt="2019-02-24T17:18:52.377" v="9279" actId="478"/>
          <ac:picMkLst>
            <pc:docMk/>
            <pc:sldMk cId="1786396298" sldId="477"/>
            <ac:picMk id="6" creationId="{82E55213-E5AE-48C5-96F6-68F210267537}"/>
          </ac:picMkLst>
        </pc:picChg>
        <pc:picChg chg="add mod">
          <ac:chgData name="Choi Jeomki" userId="f1912f8b0928b9f1" providerId="LiveId" clId="{2EB904E9-ED44-4D23-A32C-9D53BDF24188}" dt="2019-03-07T10:40:08.166" v="11334" actId="164"/>
          <ac:picMkLst>
            <pc:docMk/>
            <pc:sldMk cId="1786396298" sldId="477"/>
            <ac:picMk id="6" creationId="{D1EBB93B-0521-4A99-A3F2-8E2777F06CF4}"/>
          </ac:picMkLst>
        </pc:picChg>
        <pc:picChg chg="add del mod modCrop">
          <ac:chgData name="Choi Jeomki" userId="f1912f8b0928b9f1" providerId="LiveId" clId="{2EB904E9-ED44-4D23-A32C-9D53BDF24188}" dt="2019-02-24T17:18:52.031" v="9278" actId="478"/>
          <ac:picMkLst>
            <pc:docMk/>
            <pc:sldMk cId="1786396298" sldId="477"/>
            <ac:picMk id="7" creationId="{C21172D3-B9C6-460B-92C2-13D7E5E470FD}"/>
          </ac:picMkLst>
        </pc:picChg>
        <pc:picChg chg="add mod modCrop">
          <ac:chgData name="Choi Jeomki" userId="f1912f8b0928b9f1" providerId="LiveId" clId="{2EB904E9-ED44-4D23-A32C-9D53BDF24188}" dt="2019-03-07T10:40:08.166" v="11334" actId="164"/>
          <ac:picMkLst>
            <pc:docMk/>
            <pc:sldMk cId="1786396298" sldId="477"/>
            <ac:picMk id="7" creationId="{C7E7F871-2ACC-46EB-B681-41FBC4D66D3C}"/>
          </ac:picMkLst>
        </pc:picChg>
        <pc:picChg chg="add mod modCrop">
          <ac:chgData name="Choi Jeomki" userId="f1912f8b0928b9f1" providerId="LiveId" clId="{2EB904E9-ED44-4D23-A32C-9D53BDF24188}" dt="2019-03-07T10:40:05.382" v="11333" actId="208"/>
          <ac:picMkLst>
            <pc:docMk/>
            <pc:sldMk cId="1786396298" sldId="477"/>
            <ac:picMk id="8" creationId="{12E8D7D1-A2CA-4978-8F17-66E95B2FDF62}"/>
          </ac:picMkLst>
        </pc:picChg>
        <pc:picChg chg="add del mod">
          <ac:chgData name="Choi Jeomki" userId="f1912f8b0928b9f1" providerId="LiveId" clId="{2EB904E9-ED44-4D23-A32C-9D53BDF24188}" dt="2019-02-24T17:33:59.090" v="10369" actId="478"/>
          <ac:picMkLst>
            <pc:docMk/>
            <pc:sldMk cId="1786396298" sldId="477"/>
            <ac:picMk id="9" creationId="{839FA5CE-FC97-48C1-8622-59CF126DABC5}"/>
          </ac:picMkLst>
        </pc:picChg>
        <pc:picChg chg="add del mod modCrop">
          <ac:chgData name="Choi Jeomki" userId="f1912f8b0928b9f1" providerId="LiveId" clId="{2EB904E9-ED44-4D23-A32C-9D53BDF24188}" dt="2019-02-24T17:33:59.090" v="10369" actId="478"/>
          <ac:picMkLst>
            <pc:docMk/>
            <pc:sldMk cId="1786396298" sldId="477"/>
            <ac:picMk id="10" creationId="{5D3E87A4-C90B-4092-A1A1-E2E531264E1A}"/>
          </ac:picMkLst>
        </pc:picChg>
        <pc:picChg chg="add del mod modCrop">
          <ac:chgData name="Choi Jeomki" userId="f1912f8b0928b9f1" providerId="LiveId" clId="{2EB904E9-ED44-4D23-A32C-9D53BDF24188}" dt="2019-02-24T17:33:59.090" v="10369" actId="478"/>
          <ac:picMkLst>
            <pc:docMk/>
            <pc:sldMk cId="1786396298" sldId="477"/>
            <ac:picMk id="11" creationId="{B094A339-DD78-4015-A51F-DF3EE12DBFB0}"/>
          </ac:picMkLst>
        </pc:picChg>
        <pc:picChg chg="add del mod modCrop">
          <ac:chgData name="Choi Jeomki" userId="f1912f8b0928b9f1" providerId="LiveId" clId="{2EB904E9-ED44-4D23-A32C-9D53BDF24188}" dt="2019-02-24T17:33:59.090" v="10369" actId="478"/>
          <ac:picMkLst>
            <pc:docMk/>
            <pc:sldMk cId="1786396298" sldId="477"/>
            <ac:picMk id="12" creationId="{C3629765-AFD3-42F4-9A3F-5F13C903B213}"/>
          </ac:picMkLst>
        </pc:picChg>
        <pc:picChg chg="add del mod">
          <ac:chgData name="Choi Jeomki" userId="f1912f8b0928b9f1" providerId="LiveId" clId="{2EB904E9-ED44-4D23-A32C-9D53BDF24188}" dt="2019-03-07T10:36:20.426" v="11278" actId="478"/>
          <ac:picMkLst>
            <pc:docMk/>
            <pc:sldMk cId="1786396298" sldId="477"/>
            <ac:picMk id="13" creationId="{426F1112-00CB-4720-A92E-AABC2E9773B2}"/>
          </ac:picMkLst>
        </pc:picChg>
        <pc:picChg chg="add del mod">
          <ac:chgData name="Choi Jeomki" userId="f1912f8b0928b9f1" providerId="LiveId" clId="{2EB904E9-ED44-4D23-A32C-9D53BDF24188}" dt="2019-03-07T10:36:20.426" v="11278" actId="478"/>
          <ac:picMkLst>
            <pc:docMk/>
            <pc:sldMk cId="1786396298" sldId="477"/>
            <ac:picMk id="14" creationId="{D512143D-BF46-4EE6-AD76-FF99333D4153}"/>
          </ac:picMkLst>
        </pc:picChg>
        <pc:picChg chg="add del mod modCrop">
          <ac:chgData name="Choi Jeomki" userId="f1912f8b0928b9f1" providerId="LiveId" clId="{2EB904E9-ED44-4D23-A32C-9D53BDF24188}" dt="2019-03-07T10:36:20.426" v="11278" actId="478"/>
          <ac:picMkLst>
            <pc:docMk/>
            <pc:sldMk cId="1786396298" sldId="477"/>
            <ac:picMk id="15" creationId="{B3B34CFA-764B-4058-9DA1-396EB0024D1F}"/>
          </ac:picMkLst>
        </pc:picChg>
        <pc:picChg chg="add del mod modCrop">
          <ac:chgData name="Choi Jeomki" userId="f1912f8b0928b9f1" providerId="LiveId" clId="{2EB904E9-ED44-4D23-A32C-9D53BDF24188}" dt="2019-03-07T10:36:20.426" v="11278" actId="478"/>
          <ac:picMkLst>
            <pc:docMk/>
            <pc:sldMk cId="1786396298" sldId="477"/>
            <ac:picMk id="16" creationId="{B5CD95CC-6B86-4D65-B032-E4AB377A221B}"/>
          </ac:picMkLst>
        </pc:picChg>
        <pc:picChg chg="add del mod modCrop">
          <ac:chgData name="Choi Jeomki" userId="f1912f8b0928b9f1" providerId="LiveId" clId="{2EB904E9-ED44-4D23-A32C-9D53BDF24188}" dt="2019-03-07T10:36:20.426" v="11278" actId="478"/>
          <ac:picMkLst>
            <pc:docMk/>
            <pc:sldMk cId="1786396298" sldId="477"/>
            <ac:picMk id="17" creationId="{94F191C5-AB48-4418-8D80-70881736B074}"/>
          </ac:picMkLst>
        </pc:picChg>
        <pc:picChg chg="add mod modCrop">
          <ac:chgData name="Choi Jeomki" userId="f1912f8b0928b9f1" providerId="LiveId" clId="{2EB904E9-ED44-4D23-A32C-9D53BDF24188}" dt="2019-03-07T10:40:08.166" v="11334" actId="164"/>
          <ac:picMkLst>
            <pc:docMk/>
            <pc:sldMk cId="1786396298" sldId="477"/>
            <ac:picMk id="18" creationId="{849D9FD1-3590-41F5-8B5D-A0B140530553}"/>
          </ac:picMkLst>
        </pc:picChg>
        <pc:picChg chg="add mod modCrop">
          <ac:chgData name="Choi Jeomki" userId="f1912f8b0928b9f1" providerId="LiveId" clId="{2EB904E9-ED44-4D23-A32C-9D53BDF24188}" dt="2019-03-07T10:40:05.382" v="11333" actId="208"/>
          <ac:picMkLst>
            <pc:docMk/>
            <pc:sldMk cId="1786396298" sldId="477"/>
            <ac:picMk id="19" creationId="{F51C5100-225D-438C-9CCB-E477BBDC22F6}"/>
          </ac:picMkLst>
        </pc:picChg>
      </pc:sldChg>
      <pc:sldChg chg="addSp delSp modSp add">
        <pc:chgData name="Choi Jeomki" userId="f1912f8b0928b9f1" providerId="LiveId" clId="{2EB904E9-ED44-4D23-A32C-9D53BDF24188}" dt="2019-03-07T10:41:53.317" v="11354" actId="1076"/>
        <pc:sldMkLst>
          <pc:docMk/>
          <pc:sldMk cId="3138602581" sldId="478"/>
        </pc:sldMkLst>
        <pc:spChg chg="mod">
          <ac:chgData name="Choi Jeomki" userId="f1912f8b0928b9f1" providerId="LiveId" clId="{2EB904E9-ED44-4D23-A32C-9D53BDF24188}" dt="2019-02-24T17:26:26.229" v="10101"/>
          <ac:spMkLst>
            <pc:docMk/>
            <pc:sldMk cId="3138602581" sldId="478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7:26:53.980" v="10287" actId="20577"/>
          <ac:spMkLst>
            <pc:docMk/>
            <pc:sldMk cId="3138602581" sldId="478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3-07T10:41:32.479" v="11351" actId="14100"/>
          <ac:spMkLst>
            <pc:docMk/>
            <pc:sldMk cId="3138602581" sldId="478"/>
            <ac:spMk id="4" creationId="{C79D062B-1463-45B2-A25C-0E3B98914C04}"/>
          </ac:spMkLst>
        </pc:spChg>
        <pc:picChg chg="add del mod modCrop">
          <ac:chgData name="Choi Jeomki" userId="f1912f8b0928b9f1" providerId="LiveId" clId="{2EB904E9-ED44-4D23-A32C-9D53BDF24188}" dt="2019-03-07T10:41:00.453" v="11338" actId="478"/>
          <ac:picMkLst>
            <pc:docMk/>
            <pc:sldMk cId="3138602581" sldId="478"/>
            <ac:picMk id="5" creationId="{72B04CDA-6F70-458E-8EC2-6DFD0F9CF0F0}"/>
          </ac:picMkLst>
        </pc:picChg>
        <pc:picChg chg="add del mod modCrop">
          <ac:chgData name="Choi Jeomki" userId="f1912f8b0928b9f1" providerId="LiveId" clId="{2EB904E9-ED44-4D23-A32C-9D53BDF24188}" dt="2019-03-07T10:41:00.453" v="11338" actId="478"/>
          <ac:picMkLst>
            <pc:docMk/>
            <pc:sldMk cId="3138602581" sldId="478"/>
            <ac:picMk id="6" creationId="{51F3003F-332E-4025-81F8-75DEDDE54DD6}"/>
          </ac:picMkLst>
        </pc:picChg>
        <pc:picChg chg="add del mod modCrop">
          <ac:chgData name="Choi Jeomki" userId="f1912f8b0928b9f1" providerId="LiveId" clId="{2EB904E9-ED44-4D23-A32C-9D53BDF24188}" dt="2019-03-07T10:41:00.453" v="11338" actId="478"/>
          <ac:picMkLst>
            <pc:docMk/>
            <pc:sldMk cId="3138602581" sldId="478"/>
            <ac:picMk id="7" creationId="{A053321F-325A-4D4E-A29A-F8DEB5EB3A41}"/>
          </ac:picMkLst>
        </pc:picChg>
        <pc:picChg chg="add del mod modCrop">
          <ac:chgData name="Choi Jeomki" userId="f1912f8b0928b9f1" providerId="LiveId" clId="{2EB904E9-ED44-4D23-A32C-9D53BDF24188}" dt="2019-03-07T10:41:00.453" v="11338" actId="478"/>
          <ac:picMkLst>
            <pc:docMk/>
            <pc:sldMk cId="3138602581" sldId="478"/>
            <ac:picMk id="8" creationId="{E7113D6F-11AF-40DF-8989-622E6B6C6B7E}"/>
          </ac:picMkLst>
        </pc:picChg>
        <pc:picChg chg="add mod modCrop">
          <ac:chgData name="Choi Jeomki" userId="f1912f8b0928b9f1" providerId="LiveId" clId="{2EB904E9-ED44-4D23-A32C-9D53BDF24188}" dt="2019-03-07T10:41:53.317" v="11354" actId="1076"/>
          <ac:picMkLst>
            <pc:docMk/>
            <pc:sldMk cId="3138602581" sldId="478"/>
            <ac:picMk id="9" creationId="{3ECCD483-8AA3-498F-819B-A18006D06A4F}"/>
          </ac:picMkLst>
        </pc:picChg>
        <pc:picChg chg="add mod modCrop">
          <ac:chgData name="Choi Jeomki" userId="f1912f8b0928b9f1" providerId="LiveId" clId="{2EB904E9-ED44-4D23-A32C-9D53BDF24188}" dt="2019-03-07T10:41:53.317" v="11354" actId="1076"/>
          <ac:picMkLst>
            <pc:docMk/>
            <pc:sldMk cId="3138602581" sldId="478"/>
            <ac:picMk id="10" creationId="{3895D7B7-79A1-4A24-A455-4E68ACD9E5E9}"/>
          </ac:picMkLst>
        </pc:picChg>
      </pc:sldChg>
      <pc:sldChg chg="addSp delSp modSp add">
        <pc:chgData name="Choi Jeomki" userId="f1912f8b0928b9f1" providerId="LiveId" clId="{2EB904E9-ED44-4D23-A32C-9D53BDF24188}" dt="2019-03-07T10:43:35.629" v="11364" actId="14100"/>
        <pc:sldMkLst>
          <pc:docMk/>
          <pc:sldMk cId="810472307" sldId="479"/>
        </pc:sldMkLst>
        <pc:spChg chg="mod">
          <ac:chgData name="Choi Jeomki" userId="f1912f8b0928b9f1" providerId="LiveId" clId="{2EB904E9-ED44-4D23-A32C-9D53BDF24188}" dt="2019-02-24T17:40:53.052" v="10697"/>
          <ac:spMkLst>
            <pc:docMk/>
            <pc:sldMk cId="810472307" sldId="479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7:40:32.882" v="10646"/>
          <ac:spMkLst>
            <pc:docMk/>
            <pc:sldMk cId="810472307" sldId="479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3-07T10:43:35.629" v="11364" actId="14100"/>
          <ac:spMkLst>
            <pc:docMk/>
            <pc:sldMk cId="810472307" sldId="479"/>
            <ac:spMk id="4" creationId="{C79D062B-1463-45B2-A25C-0E3B98914C04}"/>
          </ac:spMkLst>
        </pc:spChg>
        <pc:picChg chg="add del mod">
          <ac:chgData name="Choi Jeomki" userId="f1912f8b0928b9f1" providerId="LiveId" clId="{2EB904E9-ED44-4D23-A32C-9D53BDF24188}" dt="2019-03-07T10:43:02.033" v="11355" actId="478"/>
          <ac:picMkLst>
            <pc:docMk/>
            <pc:sldMk cId="810472307" sldId="479"/>
            <ac:picMk id="5" creationId="{7BEEDFFE-21A4-48AD-878D-BFE5304FFDBA}"/>
          </ac:picMkLst>
        </pc:picChg>
        <pc:picChg chg="add del mod">
          <ac:chgData name="Choi Jeomki" userId="f1912f8b0928b9f1" providerId="LiveId" clId="{2EB904E9-ED44-4D23-A32C-9D53BDF24188}" dt="2019-03-07T10:43:02.033" v="11355" actId="478"/>
          <ac:picMkLst>
            <pc:docMk/>
            <pc:sldMk cId="810472307" sldId="479"/>
            <ac:picMk id="6" creationId="{196DCDE0-4767-4CA0-8139-6D0B254E09D1}"/>
          </ac:picMkLst>
        </pc:picChg>
        <pc:picChg chg="add mod">
          <ac:chgData name="Choi Jeomki" userId="f1912f8b0928b9f1" providerId="LiveId" clId="{2EB904E9-ED44-4D23-A32C-9D53BDF24188}" dt="2019-03-07T10:43:25.342" v="11362" actId="554"/>
          <ac:picMkLst>
            <pc:docMk/>
            <pc:sldMk cId="810472307" sldId="479"/>
            <ac:picMk id="7" creationId="{AF6748A1-9552-4CCB-AF8C-455A5F4EEEA9}"/>
          </ac:picMkLst>
        </pc:picChg>
        <pc:picChg chg="add mod">
          <ac:chgData name="Choi Jeomki" userId="f1912f8b0928b9f1" providerId="LiveId" clId="{2EB904E9-ED44-4D23-A32C-9D53BDF24188}" dt="2019-03-07T10:43:30.285" v="11363" actId="14100"/>
          <ac:picMkLst>
            <pc:docMk/>
            <pc:sldMk cId="810472307" sldId="479"/>
            <ac:picMk id="8" creationId="{10F056E4-0EFA-482C-8764-1E6DF883424C}"/>
          </ac:picMkLst>
        </pc:picChg>
      </pc:sldChg>
      <pc:sldChg chg="addSp delSp modSp add">
        <pc:chgData name="Choi Jeomki" userId="f1912f8b0928b9f1" providerId="LiveId" clId="{2EB904E9-ED44-4D23-A32C-9D53BDF24188}" dt="2019-03-07T10:46:08.885" v="11374" actId="208"/>
        <pc:sldMkLst>
          <pc:docMk/>
          <pc:sldMk cId="1318596566" sldId="480"/>
        </pc:sldMkLst>
        <pc:spChg chg="mod">
          <ac:chgData name="Choi Jeomki" userId="f1912f8b0928b9f1" providerId="LiveId" clId="{2EB904E9-ED44-4D23-A32C-9D53BDF24188}" dt="2019-02-24T17:44:37.847" v="10814"/>
          <ac:spMkLst>
            <pc:docMk/>
            <pc:sldMk cId="1318596566" sldId="480"/>
            <ac:spMk id="2" creationId="{00000000-0000-0000-0000-000000000000}"/>
          </ac:spMkLst>
        </pc:spChg>
        <pc:spChg chg="mod">
          <ac:chgData name="Choi Jeomki" userId="f1912f8b0928b9f1" providerId="LiveId" clId="{2EB904E9-ED44-4D23-A32C-9D53BDF24188}" dt="2019-02-24T17:48:28.253" v="11054" actId="20577"/>
          <ac:spMkLst>
            <pc:docMk/>
            <pc:sldMk cId="1318596566" sldId="480"/>
            <ac:spMk id="3" creationId="{00000000-0000-0000-0000-000000000000}"/>
          </ac:spMkLst>
        </pc:spChg>
        <pc:spChg chg="mod">
          <ac:chgData name="Choi Jeomki" userId="f1912f8b0928b9f1" providerId="LiveId" clId="{2EB904E9-ED44-4D23-A32C-9D53BDF24188}" dt="2019-03-07T10:46:08.885" v="11374" actId="208"/>
          <ac:spMkLst>
            <pc:docMk/>
            <pc:sldMk cId="1318596566" sldId="480"/>
            <ac:spMk id="4" creationId="{C79D062B-1463-45B2-A25C-0E3B98914C04}"/>
          </ac:spMkLst>
        </pc:spChg>
        <pc:picChg chg="add del mod modCrop">
          <ac:chgData name="Choi Jeomki" userId="f1912f8b0928b9f1" providerId="LiveId" clId="{2EB904E9-ED44-4D23-A32C-9D53BDF24188}" dt="2019-03-07T10:45:41.901" v="11368" actId="478"/>
          <ac:picMkLst>
            <pc:docMk/>
            <pc:sldMk cId="1318596566" sldId="480"/>
            <ac:picMk id="5" creationId="{4402DF56-2374-4C6B-90BD-F268281B990C}"/>
          </ac:picMkLst>
        </pc:picChg>
        <pc:picChg chg="add del mod">
          <ac:chgData name="Choi Jeomki" userId="f1912f8b0928b9f1" providerId="LiveId" clId="{2EB904E9-ED44-4D23-A32C-9D53BDF24188}" dt="2019-03-07T10:45:41.901" v="11368" actId="478"/>
          <ac:picMkLst>
            <pc:docMk/>
            <pc:sldMk cId="1318596566" sldId="480"/>
            <ac:picMk id="6" creationId="{DD49B0B3-CB30-4504-BA5B-BBFD14E84377}"/>
          </ac:picMkLst>
        </pc:picChg>
        <pc:picChg chg="add del mod">
          <ac:chgData name="Choi Jeomki" userId="f1912f8b0928b9f1" providerId="LiveId" clId="{2EB904E9-ED44-4D23-A32C-9D53BDF24188}" dt="2019-03-07T10:45:51.673" v="11369" actId="478"/>
          <ac:picMkLst>
            <pc:docMk/>
            <pc:sldMk cId="1318596566" sldId="480"/>
            <ac:picMk id="7" creationId="{F66F535D-693B-4EB8-87D6-371362078965}"/>
          </ac:picMkLst>
        </pc:picChg>
        <pc:picChg chg="add del mod modCrop">
          <ac:chgData name="Choi Jeomki" userId="f1912f8b0928b9f1" providerId="LiveId" clId="{2EB904E9-ED44-4D23-A32C-9D53BDF24188}" dt="2019-03-07T10:45:41.901" v="11368" actId="478"/>
          <ac:picMkLst>
            <pc:docMk/>
            <pc:sldMk cId="1318596566" sldId="480"/>
            <ac:picMk id="8" creationId="{3AD5DFDA-C909-46EC-ADA7-8CB835F2C257}"/>
          </ac:picMkLst>
        </pc:picChg>
        <pc:picChg chg="add mod">
          <ac:chgData name="Choi Jeomki" userId="f1912f8b0928b9f1" providerId="LiveId" clId="{2EB904E9-ED44-4D23-A32C-9D53BDF24188}" dt="2019-03-07T10:46:02.685" v="11372" actId="1076"/>
          <ac:picMkLst>
            <pc:docMk/>
            <pc:sldMk cId="1318596566" sldId="480"/>
            <ac:picMk id="9" creationId="{8FB79251-51CF-46A5-9EFD-3633BC015FED}"/>
          </ac:picMkLst>
        </pc:picChg>
      </pc:sldChg>
    </pc:docChg>
  </pc:docChgLst>
  <pc:docChgLst>
    <pc:chgData name="Choi Jeomki" userId="f1912f8b0928b9f1" providerId="LiveId" clId="{A5D8EF6E-B5B7-4946-90FE-4183DE11540E}"/>
    <pc:docChg chg="undo custSel addSld delSld modSld sldOrd">
      <pc:chgData name="Choi Jeomki" userId="f1912f8b0928b9f1" providerId="LiveId" clId="{A5D8EF6E-B5B7-4946-90FE-4183DE11540E}" dt="2019-02-24T08:50:41.806" v="5278" actId="2696"/>
      <pc:docMkLst>
        <pc:docMk/>
      </pc:docMkLst>
      <pc:sldChg chg="addSp delSp modSp">
        <pc:chgData name="Choi Jeomki" userId="f1912f8b0928b9f1" providerId="LiveId" clId="{A5D8EF6E-B5B7-4946-90FE-4183DE11540E}" dt="2019-02-24T05:49:07.954" v="116" actId="14100"/>
        <pc:sldMkLst>
          <pc:docMk/>
          <pc:sldMk cId="2342380751" sldId="328"/>
        </pc:sldMkLst>
        <pc:spChg chg="mod">
          <ac:chgData name="Choi Jeomki" userId="f1912f8b0928b9f1" providerId="LiveId" clId="{A5D8EF6E-B5B7-4946-90FE-4183DE11540E}" dt="2019-02-24T05:49:07.954" v="116" actId="14100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A5D8EF6E-B5B7-4946-90FE-4183DE11540E}" dt="2019-02-24T05:48:38.557" v="28"/>
          <ac:spMkLst>
            <pc:docMk/>
            <pc:sldMk cId="2342380751" sldId="328"/>
            <ac:spMk id="22" creationId="{1A322131-E279-448F-9C8D-3FD113363A3D}"/>
          </ac:spMkLst>
        </pc:spChg>
        <pc:spChg chg="add">
          <ac:chgData name="Choi Jeomki" userId="f1912f8b0928b9f1" providerId="LiveId" clId="{A5D8EF6E-B5B7-4946-90FE-4183DE11540E}" dt="2019-02-24T05:48:40.625" v="30"/>
          <ac:spMkLst>
            <pc:docMk/>
            <pc:sldMk cId="2342380751" sldId="328"/>
            <ac:spMk id="28" creationId="{2D0E10EC-2209-4818-94C7-ADE541045ABC}"/>
          </ac:spMkLst>
        </pc:spChg>
        <pc:spChg chg="mod">
          <ac:chgData name="Choi Jeomki" userId="f1912f8b0928b9f1" providerId="LiveId" clId="{A5D8EF6E-B5B7-4946-90FE-4183DE11540E}" dt="2019-02-24T05:48:47.412" v="60" actId="2057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A5D8EF6E-B5B7-4946-90FE-4183DE11540E}" dt="2019-02-24T05:48:40.265" v="29" actId="14100"/>
          <ac:spMkLst>
            <pc:docMk/>
            <pc:sldMk cId="2342380751" sldId="328"/>
            <ac:spMk id="39" creationId="{00000000-0000-0000-0000-000000000000}"/>
          </ac:spMkLst>
        </pc:spChg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  <pc:docChgLst>
    <pc:chgData name="Choi Jeomki" userId="f1912f8b0928b9f1" providerId="LiveId" clId="{3125F63D-9B4B-464C-A171-C6D67B09C83B}"/>
    <pc:docChg chg="undo custSel addSld delSld modSld sldOrd">
      <pc:chgData name="Choi Jeomki" userId="f1912f8b0928b9f1" providerId="LiveId" clId="{3125F63D-9B4B-464C-A171-C6D67B09C83B}" dt="2019-02-21T00:37:27.369" v="6828" actId="2696"/>
      <pc:docMkLst>
        <pc:docMk/>
      </pc:docMkLst>
      <pc:sldChg chg="addSp delSp modSp">
        <pc:chgData name="Choi Jeomki" userId="f1912f8b0928b9f1" providerId="LiveId" clId="{3125F63D-9B4B-464C-A171-C6D67B09C83B}" dt="2019-02-20T06:19:43.673" v="93"/>
        <pc:sldMkLst>
          <pc:docMk/>
          <pc:sldMk cId="2342380751" sldId="328"/>
        </pc:sldMkLst>
        <pc:spChg chg="mod">
          <ac:chgData name="Choi Jeomki" userId="f1912f8b0928b9f1" providerId="LiveId" clId="{3125F63D-9B4B-464C-A171-C6D67B09C83B}" dt="2019-02-20T06:19:35.280" v="90" actId="5793"/>
          <ac:spMkLst>
            <pc:docMk/>
            <pc:sldMk cId="2342380751" sldId="328"/>
            <ac:spMk id="21" creationId="{9F771F1A-289E-4A2A-9DA2-873F091B5C83}"/>
          </ac:spMkLst>
        </pc:spChg>
        <pc:spChg chg="add">
          <ac:chgData name="Choi Jeomki" userId="f1912f8b0928b9f1" providerId="LiveId" clId="{3125F63D-9B4B-464C-A171-C6D67B09C83B}" dt="2019-02-20T06:19:43.673" v="93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3125F63D-9B4B-464C-A171-C6D67B09C83B}" dt="2019-02-20T06:18:57.400" v="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3125F63D-9B4B-464C-A171-C6D67B09C83B}" dt="2019-02-20T06:19:43.327" v="92" actId="14100"/>
          <ac:spMkLst>
            <pc:docMk/>
            <pc:sldMk cId="2342380751" sldId="328"/>
            <ac:spMk id="39" creationId="{00000000-0000-0000-0000-000000000000}"/>
          </ac:spMkLst>
        </pc:spChg>
        <pc:spChg chg="del mod">
          <ac:chgData name="Choi Jeomki" userId="f1912f8b0928b9f1" providerId="LiveId" clId="{3125F63D-9B4B-464C-A171-C6D67B09C83B}" dt="2019-02-20T06:19:41.263" v="91"/>
          <ac:spMkLst>
            <pc:docMk/>
            <pc:sldMk cId="2342380751" sldId="328"/>
            <ac:spMk id="40" creationId="{2E8B52F4-5469-4176-A3F4-7DE5E5DE62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4.xml"/><Relationship Id="rId11" Type="http://schemas.openxmlformats.org/officeDocument/2006/relationships/image" Target="../media/image10.png"/><Relationship Id="rId5" Type="http://schemas.openxmlformats.org/officeDocument/2006/relationships/tags" Target="../tags/tag5.xml"/><Relationship Id="rId10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7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4.xml"/><Relationship Id="rId12" Type="http://schemas.openxmlformats.org/officeDocument/2006/relationships/image" Target="../media/image2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8.png"/><Relationship Id="rId5" Type="http://schemas.openxmlformats.org/officeDocument/2006/relationships/tags" Target="../tags/tag10.xml"/><Relationship Id="rId10" Type="http://schemas.openxmlformats.org/officeDocument/2006/relationships/image" Target="../media/image7.png"/><Relationship Id="rId4" Type="http://schemas.openxmlformats.org/officeDocument/2006/relationships/tags" Target="../tags/tag9.xml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10.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결합과 분할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068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바인딩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조인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11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분할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4" y="4339639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19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36577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2144146"/>
            <a:ext cx="2782173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23593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조인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2503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분할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D0E10EC-2209-4818-94C7-ADE541045ABC}"/>
              </a:ext>
            </a:extLst>
          </p:cNvPr>
          <p:cNvSpPr txBox="1"/>
          <p:nvPr/>
        </p:nvSpPr>
        <p:spPr>
          <a:xfrm>
            <a:off x="4672614" y="2148345"/>
            <a:ext cx="27821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바인딩</a:t>
            </a: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간 </a:t>
            </a:r>
            <a:r>
              <a:rPr lang="ko-KR" altLang="en-US" dirty="0"/>
              <a:t>다양한 결합방법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두 개 데이터셋 간 결합방법에는 </a:t>
            </a:r>
            <a:r>
              <a:rPr lang="en-US" altLang="ko-KR" dirty="0"/>
              <a:t>(1) </a:t>
            </a:r>
            <a:r>
              <a:rPr lang="ko-KR" altLang="en-US" dirty="0"/>
              <a:t>교집합</a:t>
            </a:r>
            <a:r>
              <a:rPr lang="en-US" altLang="ko-KR" dirty="0"/>
              <a:t>·</a:t>
            </a:r>
            <a:r>
              <a:rPr lang="ko-KR" altLang="en-US" dirty="0"/>
              <a:t>합집합</a:t>
            </a:r>
            <a:r>
              <a:rPr lang="en-US" altLang="ko-KR" dirty="0"/>
              <a:t>·</a:t>
            </a:r>
            <a:r>
              <a:rPr lang="ko-KR" altLang="en-US" dirty="0" err="1"/>
              <a:t>차집합</a:t>
            </a:r>
            <a:r>
              <a:rPr lang="ko-KR" altLang="en-US" dirty="0"/>
              <a:t> 관점의 데이터셋 집합연산</a:t>
            </a:r>
            <a:r>
              <a:rPr lang="en-US" altLang="ko-KR" dirty="0"/>
              <a:t>(Set Operations)</a:t>
            </a:r>
            <a:r>
              <a:rPr lang="ko-KR" altLang="en-US" dirty="0"/>
              <a:t>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(2) </a:t>
            </a:r>
            <a:r>
              <a:rPr lang="ko-KR" altLang="en-US" dirty="0"/>
              <a:t>데이터셋을 행과 열을 기준으로 결합하는 데이터셋 바인딩</a:t>
            </a:r>
            <a:r>
              <a:rPr lang="en-US" altLang="ko-KR" dirty="0"/>
              <a:t>(Dataset Binding) </a:t>
            </a:r>
            <a:r>
              <a:rPr lang="ko-KR" altLang="en-US" dirty="0"/>
              <a:t>방법이 있음</a:t>
            </a:r>
            <a:endParaRPr lang="en-US" altLang="ko-KR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xmlns="" id="{755FDE5E-40F9-4840-8A1D-4F7A4D8BD4D0}"/>
              </a:ext>
            </a:extLst>
          </p:cNvPr>
          <p:cNvGrpSpPr/>
          <p:nvPr/>
        </p:nvGrpSpPr>
        <p:grpSpPr>
          <a:xfrm>
            <a:off x="563814" y="2293348"/>
            <a:ext cx="3442243" cy="396044"/>
            <a:chOff x="1790966" y="2184693"/>
            <a:chExt cx="3116902" cy="396044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xmlns="" id="{164758E0-5F3E-49C2-A650-CBE7B72DA6C6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60" name="오른쪽 대괄호 8">
                <a:extLst>
                  <a:ext uri="{FF2B5EF4-FFF2-40B4-BE49-F238E27FC236}">
                    <a16:creationId xmlns:a16="http://schemas.microsoft.com/office/drawing/2014/main" xmlns="" id="{9ABC8408-41A2-41DA-B8E4-4B9897333C46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1" name="오른쪽 대괄호 8">
                <a:extLst>
                  <a:ext uri="{FF2B5EF4-FFF2-40B4-BE49-F238E27FC236}">
                    <a16:creationId xmlns:a16="http://schemas.microsoft.com/office/drawing/2014/main" xmlns="" id="{C07BA098-BF7F-4559-BEAC-36DFC376D959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8D980B0-6055-4A4D-8117-DEF4A70344F3}"/>
                </a:ext>
              </a:extLst>
            </p:cNvPr>
            <p:cNvSpPr txBox="1"/>
            <p:nvPr/>
          </p:nvSpPr>
          <p:spPr>
            <a:xfrm>
              <a:off x="1845022" y="2287720"/>
              <a:ext cx="300881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데이터셋 집합연산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(Set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Operations)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0838995-9591-4711-A847-34148C30423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061" t="13335" r="58662" b="37994"/>
          <a:stretch/>
        </p:blipFill>
        <p:spPr>
          <a:xfrm>
            <a:off x="8184232" y="2895547"/>
            <a:ext cx="1224136" cy="1469557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95EA6315-364F-44F1-8B64-4A76542C6964}"/>
              </a:ext>
            </a:extLst>
          </p:cNvPr>
          <p:cNvGrpSpPr/>
          <p:nvPr/>
        </p:nvGrpSpPr>
        <p:grpSpPr>
          <a:xfrm>
            <a:off x="8222316" y="2293348"/>
            <a:ext cx="3442243" cy="396044"/>
            <a:chOff x="1790966" y="2184693"/>
            <a:chExt cx="3116902" cy="396044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xmlns="" id="{9165C72E-3A6D-4F43-ADAE-71094D461199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30" name="오른쪽 대괄호 8">
                <a:extLst>
                  <a:ext uri="{FF2B5EF4-FFF2-40B4-BE49-F238E27FC236}">
                    <a16:creationId xmlns:a16="http://schemas.microsoft.com/office/drawing/2014/main" xmlns="" id="{07FD23F8-AA4D-418A-8E71-D2F04A2E8B7C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1" name="오른쪽 대괄호 8">
                <a:extLst>
                  <a:ext uri="{FF2B5EF4-FFF2-40B4-BE49-F238E27FC236}">
                    <a16:creationId xmlns:a16="http://schemas.microsoft.com/office/drawing/2014/main" xmlns="" id="{EB2379AA-1C72-47F2-8F1E-EF23BC94F1DD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11558A35-CD91-497F-BF2A-170B09B4315C}"/>
                </a:ext>
              </a:extLst>
            </p:cNvPr>
            <p:cNvSpPr txBox="1"/>
            <p:nvPr/>
          </p:nvSpPr>
          <p:spPr>
            <a:xfrm>
              <a:off x="1935925" y="2287720"/>
              <a:ext cx="282700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데이터셋 바인딩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(Dataset Binding</a:t>
              </a:r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xmlns="" id="{CBEDAC41-330C-4DC4-842A-E49F94F24F2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49" t="65781" r="58899" b="1516"/>
          <a:stretch/>
        </p:blipFill>
        <p:spPr>
          <a:xfrm>
            <a:off x="8199628" y="4558665"/>
            <a:ext cx="2304256" cy="987441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xmlns="" id="{681A1A18-D7A4-4621-B25D-B5E747A0986F}"/>
              </a:ext>
            </a:extLst>
          </p:cNvPr>
          <p:cNvCxnSpPr>
            <a:cxnSpLocks/>
          </p:cNvCxnSpPr>
          <p:nvPr/>
        </p:nvCxnSpPr>
        <p:spPr>
          <a:xfrm>
            <a:off x="4848758" y="2271611"/>
            <a:ext cx="634949" cy="2729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xmlns="" id="{A2F2C69E-5D98-4256-8576-F62706D021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444373" y="2895547"/>
            <a:ext cx="2448272" cy="1433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데이터셋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행 기준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결합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9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두 데이터셋을 행을 기준으로 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아래로 연결해서 그대로 결합함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9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레코드 개수와 중복은 상관없으며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개수와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이름이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동일해야함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xmlns="" id="{01F3D81C-DD3D-4807-944E-84C2BC1FD4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456315" y="5643066"/>
            <a:ext cx="2580551" cy="1064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데이터셋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열 기준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결합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9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두 데이터셋을 열을 기준으로 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우로 연결해서 그대로 결합함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9"/>
              </a:buBlip>
            </a:pP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개수와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중복은 상관없으며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레코드 개수가 동일해야 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2A1E95AB-87F0-4503-AAF3-9AC2A9D64060}"/>
              </a:ext>
            </a:extLst>
          </p:cNvPr>
          <p:cNvGrpSpPr/>
          <p:nvPr/>
        </p:nvGrpSpPr>
        <p:grpSpPr>
          <a:xfrm>
            <a:off x="4439816" y="3914738"/>
            <a:ext cx="3269229" cy="1098438"/>
            <a:chOff x="4848758" y="3805725"/>
            <a:chExt cx="3269229" cy="1098438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xmlns="" id="{B5F72CB6-1C83-44DE-8105-5843F171E9D0}"/>
                </a:ext>
              </a:extLst>
            </p:cNvPr>
            <p:cNvSpPr/>
            <p:nvPr/>
          </p:nvSpPr>
          <p:spPr>
            <a:xfrm>
              <a:off x="4848758" y="3805725"/>
              <a:ext cx="3269229" cy="1098438"/>
            </a:xfrm>
            <a:prstGeom prst="rect">
              <a:avLst/>
            </a:prstGeom>
            <a:solidFill>
              <a:srgbClr val="FDE9D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701D439F-404E-4DB5-B5D0-74E03FC5E5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73484"/>
            <a:stretch/>
          </p:blipFill>
          <p:spPr>
            <a:xfrm>
              <a:off x="4920396" y="3856297"/>
              <a:ext cx="1053555" cy="997295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xmlns="" id="{FDD53567-F9CB-45CE-85EC-353B523B7E3C}"/>
                </a:ext>
              </a:extLst>
            </p:cNvPr>
            <p:cNvSpPr/>
            <p:nvPr/>
          </p:nvSpPr>
          <p:spPr>
            <a:xfrm>
              <a:off x="7620736" y="3893279"/>
              <a:ext cx="49725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ko-KR" sz="54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?</a:t>
              </a:r>
            </a:p>
          </p:txBody>
        </p: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xmlns="" id="{8745BA31-BA3A-4150-96DD-D7E6D9BAEE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76158" r="14780"/>
            <a:stretch/>
          </p:blipFill>
          <p:spPr>
            <a:xfrm>
              <a:off x="7318705" y="3856297"/>
              <a:ext cx="360041" cy="997295"/>
            </a:xfrm>
            <a:prstGeom prst="rect">
              <a:avLst/>
            </a:prstGeom>
          </p:spPr>
        </p:pic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xmlns="" id="{CFD01F76-8944-4D35-876E-3E45315E7E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45679" r="29341"/>
            <a:stretch/>
          </p:blipFill>
          <p:spPr>
            <a:xfrm>
              <a:off x="6294613" y="3856297"/>
              <a:ext cx="992511" cy="997295"/>
            </a:xfrm>
            <a:prstGeom prst="rect">
              <a:avLst/>
            </a:prstGeom>
          </p:spPr>
        </p:pic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xmlns="" id="{60DF21FD-95A3-4A85-8F05-D90D974F2A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31006" r="59303"/>
            <a:stretch/>
          </p:blipFill>
          <p:spPr>
            <a:xfrm>
              <a:off x="5923484" y="3856297"/>
              <a:ext cx="385045" cy="997295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B1DBE6C2-239F-416B-9119-FFF21F6E88E5}"/>
              </a:ext>
            </a:extLst>
          </p:cNvPr>
          <p:cNvGrpSpPr/>
          <p:nvPr/>
        </p:nvGrpSpPr>
        <p:grpSpPr>
          <a:xfrm>
            <a:off x="526501" y="2895547"/>
            <a:ext cx="3475876" cy="3808591"/>
            <a:chOff x="526501" y="2895547"/>
            <a:chExt cx="3475876" cy="380859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D3498588-C70F-4D1E-A3A4-03D23A3313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579" t="71554" r="78635" b="11053"/>
            <a:stretch/>
          </p:blipFill>
          <p:spPr>
            <a:xfrm>
              <a:off x="526501" y="5532022"/>
              <a:ext cx="1241422" cy="540060"/>
            </a:xfrm>
            <a:prstGeom prst="rect">
              <a:avLst/>
            </a:prstGeom>
          </p:spPr>
        </p:pic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xmlns="" id="{957AD701-AD21-453B-A2F1-022D6C7A1B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811525" y="2895547"/>
              <a:ext cx="2190852" cy="987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fontAlgn="base" latinLnBrk="0">
                <a:spcBef>
                  <a:spcPts val="200"/>
                </a:spcBef>
                <a:spcAft>
                  <a:spcPts val="2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교집합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(intersection set)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데이터셋 만들기</a:t>
              </a:r>
              <a:endPara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500063" lvl="1" indent="-285750" fontAlgn="base" latinLnBrk="0">
                <a:spcBef>
                  <a:spcPts val="300"/>
                </a:spcBef>
                <a:spcAft>
                  <a:spcPts val="300"/>
                </a:spcAft>
                <a:buSzPct val="130000"/>
                <a:buBlip>
                  <a:blip r:embed="rId9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두 데이터셋 에서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레코드와 변수가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일치하는 내용만을 도출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xmlns="" id="{A6487AE2-E286-40E9-A48C-C4C903B2B39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811525" y="4052986"/>
              <a:ext cx="2190852" cy="987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fontAlgn="base" latinLnBrk="0">
                <a:spcBef>
                  <a:spcPts val="200"/>
                </a:spcBef>
                <a:spcAft>
                  <a:spcPts val="2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합집합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(union set)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데이터셋 만들기</a:t>
              </a:r>
              <a:endPara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500063" lvl="1" indent="-285750" fontAlgn="base" latinLnBrk="0">
                <a:spcBef>
                  <a:spcPts val="300"/>
                </a:spcBef>
                <a:spcAft>
                  <a:spcPts val="300"/>
                </a:spcAft>
                <a:buSzPct val="130000"/>
                <a:buBlip>
                  <a:blip r:embed="rId9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두 데이터셋에 있는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모든 레코드와 변수를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그대로 합쳐 줌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xmlns="" id="{61DC8A5D-86EB-4E78-9998-39B55CB8D46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811525" y="5532022"/>
              <a:ext cx="2190852" cy="1172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fontAlgn="base" latinLnBrk="0">
                <a:spcBef>
                  <a:spcPts val="200"/>
                </a:spcBef>
                <a:spcAft>
                  <a:spcPts val="2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차집합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(difference set)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데이터셋 만들기</a:t>
              </a:r>
              <a:endPara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500063" lvl="1" indent="-285750" fontAlgn="base" latinLnBrk="0">
                <a:spcBef>
                  <a:spcPts val="300"/>
                </a:spcBef>
                <a:spcAft>
                  <a:spcPts val="300"/>
                </a:spcAft>
                <a:buSzPct val="130000"/>
                <a:buBlip>
                  <a:blip r:embed="rId9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한쪽에 있는 변수와 레코드에서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다른 쪽 변수와 레코드를 빼고 남은 것만 도출함</a:t>
              </a:r>
            </a:p>
          </p:txBody>
        </p: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xmlns="" id="{1A6822EA-4A21-4018-83A7-F96EF1B4D9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579" t="29546" r="78635" b="32575"/>
            <a:stretch/>
          </p:blipFill>
          <p:spPr>
            <a:xfrm>
              <a:off x="526501" y="4052986"/>
              <a:ext cx="1241422" cy="1176214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xmlns="" id="{9170648D-DC91-4DBC-9D29-E097EECB0B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579" r="78635" b="74491"/>
            <a:stretch/>
          </p:blipFill>
          <p:spPr>
            <a:xfrm>
              <a:off x="526501" y="2895547"/>
              <a:ext cx="1241422" cy="792088"/>
            </a:xfrm>
            <a:prstGeom prst="rect">
              <a:avLst/>
            </a:prstGeom>
          </p:spPr>
        </p:pic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xmlns="" id="{A5B13BA5-6AE1-4F8C-A657-92EB9CB1548F}"/>
                </a:ext>
              </a:extLst>
            </p:cNvPr>
            <p:cNvCxnSpPr>
              <a:cxnSpLocks/>
            </p:cNvCxnSpPr>
            <p:nvPr/>
          </p:nvCxnSpPr>
          <p:spPr>
            <a:xfrm>
              <a:off x="1890479" y="5373216"/>
              <a:ext cx="207070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xmlns="" id="{29CDA28F-5220-4C42-8BE6-7F2E6E81CFF5}"/>
                </a:ext>
              </a:extLst>
            </p:cNvPr>
            <p:cNvCxnSpPr>
              <a:cxnSpLocks/>
            </p:cNvCxnSpPr>
            <p:nvPr/>
          </p:nvCxnSpPr>
          <p:spPr>
            <a:xfrm>
              <a:off x="1890479" y="3932999"/>
              <a:ext cx="207070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모서리가 둥근 직사각형 29">
            <a:extLst>
              <a:ext uri="{FF2B5EF4-FFF2-40B4-BE49-F238E27FC236}">
                <a16:creationId xmlns:a16="http://schemas.microsoft.com/office/drawing/2014/main" xmlns="" id="{8CCC401A-3705-43BB-8831-EE9628FEC4AF}"/>
              </a:ext>
            </a:extLst>
          </p:cNvPr>
          <p:cNvSpPr/>
          <p:nvPr/>
        </p:nvSpPr>
        <p:spPr bwMode="auto">
          <a:xfrm>
            <a:off x="4439816" y="3529205"/>
            <a:ext cx="3269228" cy="334962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데이터셋간 결합방법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왼쪽 중괄호 16">
            <a:extLst>
              <a:ext uri="{FF2B5EF4-FFF2-40B4-BE49-F238E27FC236}">
                <a16:creationId xmlns:a16="http://schemas.microsoft.com/office/drawing/2014/main" xmlns="" id="{E65970DB-FE8F-4C03-9960-D5F7D0D04166}"/>
              </a:ext>
            </a:extLst>
          </p:cNvPr>
          <p:cNvSpPr/>
          <p:nvPr/>
        </p:nvSpPr>
        <p:spPr>
          <a:xfrm>
            <a:off x="7813174" y="2491370"/>
            <a:ext cx="333309" cy="4033972"/>
          </a:xfrm>
          <a:prstGeom prst="lef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왼쪽 중괄호 93">
            <a:extLst>
              <a:ext uri="{FF2B5EF4-FFF2-40B4-BE49-F238E27FC236}">
                <a16:creationId xmlns:a16="http://schemas.microsoft.com/office/drawing/2014/main" xmlns="" id="{6A6B6A2B-E6A4-4A69-AFC0-22A24CB0AFB4}"/>
              </a:ext>
            </a:extLst>
          </p:cNvPr>
          <p:cNvSpPr/>
          <p:nvPr/>
        </p:nvSpPr>
        <p:spPr>
          <a:xfrm rot="10800000">
            <a:off x="4078718" y="2491370"/>
            <a:ext cx="333309" cy="4033972"/>
          </a:xfrm>
          <a:prstGeom prst="lef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모서리가 둥근 직사각형 154">
            <a:extLst>
              <a:ext uri="{FF2B5EF4-FFF2-40B4-BE49-F238E27FC236}">
                <a16:creationId xmlns:a16="http://schemas.microsoft.com/office/drawing/2014/main" xmlns="" id="{B1124340-922F-4B3D-B390-6291969672F7}"/>
              </a:ext>
            </a:extLst>
          </p:cNvPr>
          <p:cNvSpPr/>
          <p:nvPr/>
        </p:nvSpPr>
        <p:spPr>
          <a:xfrm>
            <a:off x="4412568" y="5119032"/>
            <a:ext cx="3339997" cy="763333"/>
          </a:xfrm>
          <a:prstGeom prst="roundRect">
            <a:avLst>
              <a:gd name="adj" fmla="val 10468"/>
            </a:avLst>
          </a:prstGeom>
          <a:solidFill>
            <a:srgbClr val="B2CDE4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eaLnBrk="0" latinLnBrk="0" hangingPunct="0">
              <a:defRPr/>
            </a:pP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집합연산과 바인딩 방법 모두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결합대상 데이터셋 간에 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b="1" kern="0" dirty="0" err="1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변수컬럼</a:t>
            </a:r>
            <a:r>
              <a:rPr lang="ko-KR" altLang="en-US" sz="1200" b="1" kern="0" dirty="0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이름과 개수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레코드 개수가 결합방식에 따라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일치되어야 하는 조건이 비교적 엄격함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xmlns="" id="{D2023B04-96D9-42E2-B134-C89B55EE3E6B}"/>
              </a:ext>
            </a:extLst>
          </p:cNvPr>
          <p:cNvCxnSpPr>
            <a:cxnSpLocks/>
          </p:cNvCxnSpPr>
          <p:nvPr/>
        </p:nvCxnSpPr>
        <p:spPr>
          <a:xfrm>
            <a:off x="9650874" y="4365104"/>
            <a:ext cx="20707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800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35424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bind_rows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함수용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예제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 = c("c01","c02","c03","c04"),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last = c("Kim", "Lee", "Choi", "Park"),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gender = c("F", "M", "F", "M"),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 = c("c05", "c06", "c07"),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gender = c("F", "F", "M"),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last = c("Bae", "Kim", "Lim"),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 = c("c08", "c09"),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last = c("Lee", "Park"),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 = c("c10", "c11", "c12"),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last = c("Bang", "Kang", "Rim"),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gender = c("M", "F", "M"),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job = c(4, 3, 1),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xmlns="" id="{62E5F9B6-2C3D-4A1E-9F9D-C12E15C1B749}"/>
              </a:ext>
            </a:extLst>
          </p:cNvPr>
          <p:cNvSpPr/>
          <p:nvPr/>
        </p:nvSpPr>
        <p:spPr>
          <a:xfrm>
            <a:off x="5110654" y="2176936"/>
            <a:ext cx="544939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 = c("c13", "c14", "c15"),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first = 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Sangmin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Hyori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"Daniel"),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gender = c("M", "M", "F"),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예제데이터셋 내용 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n = 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gender, last, n = 3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n = 2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job, n = 3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first, gender, n = 3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</a:t>
            </a:r>
            <a:r>
              <a:rPr lang="en-US" altLang="ko-KR" dirty="0"/>
              <a:t>(row) </a:t>
            </a:r>
            <a:r>
              <a:rPr lang="ko-KR" altLang="en-US" dirty="0"/>
              <a:t>기준 바인딩용 데이터셋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다양한 </a:t>
            </a:r>
            <a:r>
              <a:rPr lang="ko-KR" altLang="en-US" dirty="0" err="1"/>
              <a:t>레코드관찰치와</a:t>
            </a:r>
            <a:r>
              <a:rPr lang="ko-KR" altLang="en-US" dirty="0"/>
              <a:t>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컬럼을</a:t>
            </a:r>
            <a:r>
              <a:rPr lang="ko-KR" altLang="en-US" dirty="0" smtClean="0"/>
              <a:t> </a:t>
            </a:r>
            <a:r>
              <a:rPr lang="ko-KR" altLang="en-US" dirty="0"/>
              <a:t>가진 데이터셋 간에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행</a:t>
            </a:r>
            <a:r>
              <a:rPr lang="en-US" altLang="ko-KR" dirty="0"/>
              <a:t>(row)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기준으로 결합하는 바인딩을 테스트 해보기 위해 관련 데이터셋을 준비함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55DD3B50-61B5-4D6F-8D3F-7AFD513F81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641"/>
          <a:stretch/>
        </p:blipFill>
        <p:spPr>
          <a:xfrm>
            <a:off x="8039887" y="5611419"/>
            <a:ext cx="2314575" cy="7310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85DEF36E-DA75-4B69-9C4E-BE3521D6C4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156" b="20792"/>
          <a:stretch/>
        </p:blipFill>
        <p:spPr>
          <a:xfrm>
            <a:off x="8039887" y="4700114"/>
            <a:ext cx="2314575" cy="720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F226CA1F-5D44-4364-A393-C48B9C5343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547" b="40411"/>
          <a:stretch/>
        </p:blipFill>
        <p:spPr>
          <a:xfrm>
            <a:off x="8039887" y="3918567"/>
            <a:ext cx="2314575" cy="5760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839AF127-4256-4BB5-B597-475BF2AD95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063" b="55884"/>
          <a:stretch/>
        </p:blipFill>
        <p:spPr>
          <a:xfrm>
            <a:off x="5267908" y="5622393"/>
            <a:ext cx="2314575" cy="720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464A884A-F43D-46E5-8120-DB30E88F40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631"/>
          <a:stretch/>
        </p:blipFill>
        <p:spPr>
          <a:xfrm>
            <a:off x="5267908" y="4545124"/>
            <a:ext cx="2314575" cy="8750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49740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</a:t>
            </a:r>
            <a:r>
              <a:rPr lang="en-US" altLang="ko-KR" dirty="0"/>
              <a:t>(row) </a:t>
            </a:r>
            <a:r>
              <a:rPr lang="ko-KR" altLang="en-US" dirty="0"/>
              <a:t>기준 바인딩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8403302" cy="334963"/>
          </a:xfrm>
        </p:spPr>
        <p:txBody>
          <a:bodyPr/>
          <a:lstStyle/>
          <a:p>
            <a:r>
              <a:rPr lang="ko-KR" altLang="en-US" dirty="0"/>
              <a:t>         두 개 데이터셋 간에 행을 기준으로 위</a:t>
            </a:r>
            <a:r>
              <a:rPr lang="en-US" altLang="ko-KR" dirty="0"/>
              <a:t>·</a:t>
            </a:r>
            <a:r>
              <a:rPr lang="ko-KR" altLang="en-US" dirty="0"/>
              <a:t>아래로 결합하는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행 기준 </a:t>
            </a:r>
            <a:r>
              <a:rPr lang="ko-KR" altLang="en-US" dirty="0"/>
              <a:t>바인딩 작업을 위해 </a:t>
            </a:r>
            <a:r>
              <a:rPr lang="en-US" altLang="ko-KR" dirty="0"/>
              <a:t>base::</a:t>
            </a:r>
            <a:r>
              <a:rPr lang="en-US" altLang="ko-KR" dirty="0" err="1"/>
              <a:t>rbind</a:t>
            </a:r>
            <a:r>
              <a:rPr lang="en-US" altLang="ko-KR" dirty="0"/>
              <a:t>()</a:t>
            </a:r>
            <a:r>
              <a:rPr lang="ko-KR" altLang="en-US" dirty="0"/>
              <a:t>와 </a:t>
            </a:r>
            <a:r>
              <a:rPr lang="en-US" altLang="ko-KR" dirty="0" err="1"/>
              <a:t>dplyr</a:t>
            </a:r>
            <a:r>
              <a:rPr lang="en-US" altLang="ko-KR" dirty="0"/>
              <a:t>::</a:t>
            </a:r>
            <a:r>
              <a:rPr lang="en-US" altLang="ko-KR" dirty="0" err="1"/>
              <a:t>bind_rows</a:t>
            </a:r>
            <a:r>
              <a:rPr lang="en-US" altLang="ko-KR" dirty="0"/>
              <a:t>()</a:t>
            </a:r>
            <a:r>
              <a:rPr lang="ko-KR" altLang="en-US" dirty="0"/>
              <a:t>를 이용함</a:t>
            </a:r>
          </a:p>
          <a:p>
            <a:endParaRPr lang="ko-KR" altLang="en-US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86368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B) 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bind_rows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B)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identical(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B),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bind_rows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B))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id, last, gender ==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정상결합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== id, gender, last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(B, A)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bind_rows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(B, A)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identical(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(B, A),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bind_rows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(B, A))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id, gender, last ==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정상결합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== id, last, gender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C)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bind_rows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C)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id, last, gender &lt;=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에러발생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=&gt; id, last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D)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bind_rows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D)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id, last, gender &lt;=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에러발생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=&gt; id, last, gender, job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E)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bind_rows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id, last, gender &lt;=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에러발생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=&gt; id, first, gender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71870C24-F2E3-4B84-86CA-957B0008ECF7}"/>
              </a:ext>
            </a:extLst>
          </p:cNvPr>
          <p:cNvGrpSpPr/>
          <p:nvPr/>
        </p:nvGrpSpPr>
        <p:grpSpPr>
          <a:xfrm>
            <a:off x="4959876" y="2437286"/>
            <a:ext cx="2762250" cy="1639786"/>
            <a:chOff x="4868818" y="2368164"/>
            <a:chExt cx="2762250" cy="163978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632ED8FA-2770-4427-9A37-69F8DB2DA0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5683" b="54532"/>
            <a:stretch/>
          </p:blipFill>
          <p:spPr>
            <a:xfrm>
              <a:off x="4868818" y="2368164"/>
              <a:ext cx="1224136" cy="130358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0016E82D-FDCF-4569-9A1E-31A1CCE4BD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9368"/>
            <a:stretch/>
          </p:blipFill>
          <p:spPr>
            <a:xfrm>
              <a:off x="4868818" y="3703121"/>
              <a:ext cx="2762250" cy="30482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E33514B5-723A-44A1-9B5D-20E0DA5491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4469" r="55683" b="10323"/>
            <a:stretch/>
          </p:blipFill>
          <p:spPr>
            <a:xfrm>
              <a:off x="6406932" y="2368164"/>
              <a:ext cx="1224136" cy="1296144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81907A8C-A56A-4D52-BF49-4B9B9B43588E}"/>
              </a:ext>
            </a:extLst>
          </p:cNvPr>
          <p:cNvGrpSpPr/>
          <p:nvPr/>
        </p:nvGrpSpPr>
        <p:grpSpPr>
          <a:xfrm>
            <a:off x="4943872" y="4339016"/>
            <a:ext cx="2800350" cy="1646268"/>
            <a:chOff x="4868818" y="4111405"/>
            <a:chExt cx="2800350" cy="164626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F291AFD1-94DB-436E-9689-1D3F33164F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9368"/>
            <a:stretch/>
          </p:blipFill>
          <p:spPr>
            <a:xfrm>
              <a:off x="4868818" y="5452844"/>
              <a:ext cx="2800350" cy="30482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1AA0F1AB-7504-401F-A1F0-87AFD4405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1" r="54926" b="10490"/>
            <a:stretch/>
          </p:blipFill>
          <p:spPr>
            <a:xfrm>
              <a:off x="6406932" y="4111405"/>
              <a:ext cx="1262236" cy="129614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AEF9687E-7EC4-437A-A525-79F44F951C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4892" b="54791"/>
            <a:stretch/>
          </p:blipFill>
          <p:spPr>
            <a:xfrm>
              <a:off x="4868818" y="4111405"/>
              <a:ext cx="1263186" cy="129614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6C5C57FB-3831-477A-B1CB-7078D9B64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258" y="1583980"/>
            <a:ext cx="3124200" cy="1562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5704CAF2-9FA4-463D-884E-7E019B5D1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258" y="3192676"/>
            <a:ext cx="3133725" cy="1714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48FF5159-36FB-4F0F-9BD7-C99DB1E26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258" y="4953773"/>
            <a:ext cx="2714625" cy="1704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474627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51390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bind_cols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함수용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예제데이터셋 생성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 = c("c01","c02","c03","c04"),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last = c("Kim", "Lee", "Choi", "Park"),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gender = c("F", "M", "F", "M"),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 = c(20, 25, 19, 40),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income = c(2500, 2700, 0, 7000),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Q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 = c(20, 25, 19, 40, 32, 39, 28),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income = c(2500, 2700, 0, 7000, 3400, 3600, 2900),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(id=c("c01","c02","c03","c04"),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age = c(20, 25, 19, 40),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income = c(2500, 2700, 0, 7000),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</p:txBody>
      </p:sp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xmlns="" id="{62E5F9B6-2C3D-4A1E-9F9D-C12E15C1B749}"/>
              </a:ext>
            </a:extLst>
          </p:cNvPr>
          <p:cNvSpPr/>
          <p:nvPr/>
        </p:nvSpPr>
        <p:spPr>
          <a:xfrm>
            <a:off x="5843972" y="2176936"/>
            <a:ext cx="507644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(id=c("c03","c04","c07","c08"),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age = c(19, 40, 29, 30),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income = c(1500, 3400, 3020, 4500),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예제데이터셋 내용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n = 4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age, income, n=4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Q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age, income, n=7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age, income, gender, n=4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age, income, n=4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</a:t>
            </a:r>
            <a:r>
              <a:rPr lang="en-US" altLang="ko-KR" dirty="0"/>
              <a:t>(column) </a:t>
            </a:r>
            <a:r>
              <a:rPr lang="ko-KR" altLang="en-US" dirty="0"/>
              <a:t>기준 바인딩용 데이터셋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다양한 </a:t>
            </a:r>
            <a:r>
              <a:rPr lang="ko-KR" altLang="en-US" dirty="0" smtClean="0"/>
              <a:t>레코드 </a:t>
            </a:r>
            <a:r>
              <a:rPr lang="ko-KR" altLang="en-US" dirty="0" err="1" smtClean="0"/>
              <a:t>관찰치와</a:t>
            </a:r>
            <a:r>
              <a:rPr lang="ko-KR" altLang="en-US" dirty="0" smtClean="0"/>
              <a:t> 변수 </a:t>
            </a:r>
            <a:r>
              <a:rPr lang="ko-KR" altLang="en-US" dirty="0" err="1" smtClean="0"/>
              <a:t>컬럼을</a:t>
            </a:r>
            <a:r>
              <a:rPr lang="ko-KR" altLang="en-US" dirty="0" smtClean="0"/>
              <a:t> </a:t>
            </a:r>
            <a:r>
              <a:rPr lang="ko-KR" altLang="en-US" dirty="0"/>
              <a:t>가진 데이터셋 간에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열</a:t>
            </a:r>
            <a:r>
              <a:rPr lang="en-US" altLang="ko-KR" dirty="0"/>
              <a:t>(column)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기준으로 결합하는 바인딩을 테스트 해보기 위해 관련 데이터셋을 준비함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061E98F2-EDCE-4734-8D58-29C2214CCD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207"/>
          <a:stretch/>
        </p:blipFill>
        <p:spPr>
          <a:xfrm>
            <a:off x="8670285" y="5644058"/>
            <a:ext cx="2047875" cy="8643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175913D1-4F66-4408-A74A-D2E82059B8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482" b="17725"/>
          <a:stretch/>
        </p:blipFill>
        <p:spPr>
          <a:xfrm>
            <a:off x="8670285" y="4636182"/>
            <a:ext cx="2047875" cy="8643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324AD628-0AFA-40E4-8EB8-78E45EEAC7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541" b="35518"/>
          <a:stretch/>
        </p:blipFill>
        <p:spPr>
          <a:xfrm>
            <a:off x="8670285" y="3196022"/>
            <a:ext cx="2047875" cy="12601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19C0CC27-1378-431E-A581-B4083D5455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57" b="61555"/>
          <a:stretch/>
        </p:blipFill>
        <p:spPr>
          <a:xfrm>
            <a:off x="6030051" y="5644295"/>
            <a:ext cx="2047875" cy="864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6503B51A-A562-4584-9928-A2F224BB3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2212"/>
          <a:stretch/>
        </p:blipFill>
        <p:spPr>
          <a:xfrm>
            <a:off x="6030051" y="4636418"/>
            <a:ext cx="2047875" cy="8640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983582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</a:t>
            </a:r>
            <a:r>
              <a:rPr lang="en-US" altLang="ko-KR" dirty="0"/>
              <a:t>(column) </a:t>
            </a:r>
            <a:r>
              <a:rPr lang="ko-KR" altLang="en-US" dirty="0"/>
              <a:t>기준 바인딩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    두 개  데이터셋 간에 열</a:t>
            </a:r>
            <a:r>
              <a:rPr lang="en-US" altLang="ko-KR" dirty="0"/>
              <a:t>(column)</a:t>
            </a:r>
            <a:r>
              <a:rPr lang="ko-KR" altLang="en-US" dirty="0"/>
              <a:t>을 기준으로 좌</a:t>
            </a:r>
            <a:r>
              <a:rPr lang="en-US" altLang="ko-KR" dirty="0"/>
              <a:t>·</a:t>
            </a:r>
            <a:r>
              <a:rPr lang="ko-KR" altLang="en-US" dirty="0"/>
              <a:t>우로 결합하는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    </a:t>
            </a:r>
            <a:r>
              <a:rPr lang="ko-KR" altLang="en-US" dirty="0" smtClean="0"/>
              <a:t>열 기준 </a:t>
            </a:r>
            <a:r>
              <a:rPr lang="ko-KR" altLang="en-US" dirty="0"/>
              <a:t>바인딩 작업을 위해   </a:t>
            </a:r>
            <a:r>
              <a:rPr lang="en-US" altLang="ko-KR" dirty="0"/>
              <a:t>base::</a:t>
            </a:r>
            <a:r>
              <a:rPr lang="en-US" altLang="ko-KR" dirty="0" err="1"/>
              <a:t>cbind</a:t>
            </a:r>
            <a:r>
              <a:rPr lang="en-US" altLang="ko-KR" dirty="0"/>
              <a:t>()</a:t>
            </a:r>
            <a:r>
              <a:rPr lang="ko-KR" altLang="en-US" dirty="0"/>
              <a:t>와 </a:t>
            </a:r>
            <a:r>
              <a:rPr lang="en-US" altLang="ko-KR" dirty="0" err="1"/>
              <a:t>dplyr</a:t>
            </a:r>
            <a:r>
              <a:rPr lang="en-US" altLang="ko-KR" dirty="0"/>
              <a:t>::</a:t>
            </a:r>
            <a:r>
              <a:rPr lang="en-US" altLang="ko-KR" dirty="0" err="1"/>
              <a:t>bind_cols</a:t>
            </a:r>
            <a:r>
              <a:rPr lang="en-US" altLang="ko-KR" dirty="0"/>
              <a:t>()</a:t>
            </a:r>
            <a:r>
              <a:rPr lang="ko-KR" altLang="en-US" dirty="0"/>
              <a:t>를 이용함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2389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P)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bind_cols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P)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identical(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P),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bind_cols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P))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물리적 결합성공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그러나 논리적 에러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P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pk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변수가 없어 연결된 레코드가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번호고객인지 불확실함</a:t>
            </a: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(P, A)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bind_cols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(P, A)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identical(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(P, A),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bind_cols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(P, A))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상동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B495460F-07FB-4E3B-AA4C-3106FF87283B}"/>
              </a:ext>
            </a:extLst>
          </p:cNvPr>
          <p:cNvGrpSpPr/>
          <p:nvPr/>
        </p:nvGrpSpPr>
        <p:grpSpPr>
          <a:xfrm>
            <a:off x="664698" y="3320988"/>
            <a:ext cx="3952882" cy="1199602"/>
            <a:chOff x="4148738" y="2576295"/>
            <a:chExt cx="3952882" cy="119960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xmlns="" id="{35490B0E-B175-4676-8BA8-56022CEAB7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0097" b="81388"/>
            <a:stretch/>
          </p:blipFill>
          <p:spPr>
            <a:xfrm>
              <a:off x="4148738" y="2576295"/>
              <a:ext cx="1944216" cy="85270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xmlns="" id="{E1A97E32-3AA7-4697-8440-F3CC7E48DF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7469" b="56244"/>
            <a:stretch/>
          </p:blipFill>
          <p:spPr>
            <a:xfrm>
              <a:off x="4148738" y="3487865"/>
              <a:ext cx="2781300" cy="288032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xmlns="" id="{07A76654-9308-4977-ADBD-30E6DC440A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8358" r="30097" b="63030"/>
            <a:stretch/>
          </p:blipFill>
          <p:spPr>
            <a:xfrm>
              <a:off x="6157404" y="2576295"/>
              <a:ext cx="1944216" cy="85270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FB616167-8780-4E1C-94F0-9514B3287B17}"/>
              </a:ext>
            </a:extLst>
          </p:cNvPr>
          <p:cNvGrpSpPr/>
          <p:nvPr/>
        </p:nvGrpSpPr>
        <p:grpSpPr>
          <a:xfrm>
            <a:off x="664698" y="5362422"/>
            <a:ext cx="3949836" cy="1213790"/>
            <a:chOff x="4655840" y="3887224"/>
            <a:chExt cx="3949836" cy="121379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xmlns="" id="{728FC527-4F55-4D31-97B6-2E936A41F5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5804" r="30097" b="25584"/>
            <a:stretch/>
          </p:blipFill>
          <p:spPr>
            <a:xfrm>
              <a:off x="4655840" y="3887224"/>
              <a:ext cx="1944216" cy="85270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xmlns="" id="{31E5A4F5-5AE5-437E-B0CF-47E78AC2AA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3504"/>
            <a:stretch/>
          </p:blipFill>
          <p:spPr>
            <a:xfrm>
              <a:off x="4655840" y="4803419"/>
              <a:ext cx="2781300" cy="29759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xmlns="" id="{A72BB26C-F8BD-4F04-BEC1-F9EC209335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4943" r="30097" b="6446"/>
            <a:stretch/>
          </p:blipFill>
          <p:spPr>
            <a:xfrm>
              <a:off x="6661460" y="3887224"/>
              <a:ext cx="1944216" cy="85270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sp>
        <p:nvSpPr>
          <p:cNvPr id="22" name="사각형: 둥근 모서리 76">
            <a:extLst>
              <a:ext uri="{FF2B5EF4-FFF2-40B4-BE49-F238E27FC236}">
                <a16:creationId xmlns:a16="http://schemas.microsoft.com/office/drawing/2014/main" xmlns="" id="{324CD729-145E-4437-BA31-A4B76BD7AAF4}"/>
              </a:ext>
            </a:extLst>
          </p:cNvPr>
          <p:cNvSpPr/>
          <p:nvPr/>
        </p:nvSpPr>
        <p:spPr>
          <a:xfrm>
            <a:off x="4979876" y="2176936"/>
            <a:ext cx="594053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Q)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bind_cols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Q)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레코드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개수가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달라서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물리적으로 우선 에러발생</a:t>
            </a: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R)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bind_cols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R)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물리적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논리적 정상결합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양쪽 데이터셋에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pk(primary key)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변수가 있고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실제 고객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번호도 일치함</a:t>
            </a:r>
          </a:p>
          <a:p>
            <a:pPr>
              <a:lnSpc>
                <a:spcPct val="95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S)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bind_cols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(A, S)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물리적 결합성공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그러나 논리적 에러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양쪽 데이터셋에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pk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변수가 있지만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실제 고객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번호가 일치하지 않음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E636192E-8787-42EA-BBF7-70EC9C4410E9}"/>
              </a:ext>
            </a:extLst>
          </p:cNvPr>
          <p:cNvGrpSpPr/>
          <p:nvPr/>
        </p:nvGrpSpPr>
        <p:grpSpPr>
          <a:xfrm>
            <a:off x="7356140" y="2276475"/>
            <a:ext cx="3914775" cy="644492"/>
            <a:chOff x="4943872" y="5028656"/>
            <a:chExt cx="3914775" cy="644492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xmlns="" id="{ACB1EABA-F58E-425C-AB64-7D6194C72F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8890"/>
            <a:stretch/>
          </p:blipFill>
          <p:spPr>
            <a:xfrm>
              <a:off x="4943872" y="5028656"/>
              <a:ext cx="3914775" cy="29759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xmlns="" id="{28E095F1-06BB-4256-BF74-44593AD82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8890"/>
            <a:stretch/>
          </p:blipFill>
          <p:spPr>
            <a:xfrm>
              <a:off x="4943872" y="5375553"/>
              <a:ext cx="3914775" cy="29759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xmlns="" id="{83FD9A3F-596D-4188-B6E3-137C1A9AF7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913"/>
          <a:stretch/>
        </p:blipFill>
        <p:spPr>
          <a:xfrm>
            <a:off x="8544272" y="3068960"/>
            <a:ext cx="2238375" cy="1744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xmlns="" id="{92EC8CDA-8DEA-42B4-B7C7-573E9B16AA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913"/>
          <a:stretch/>
        </p:blipFill>
        <p:spPr>
          <a:xfrm>
            <a:off x="8544272" y="4890269"/>
            <a:ext cx="2238375" cy="1744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45114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집합연산용 데이터셋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다양한 </a:t>
            </a:r>
            <a:r>
              <a:rPr lang="ko-KR" altLang="en-US" dirty="0" err="1"/>
              <a:t>레코드관찰치와</a:t>
            </a:r>
            <a:r>
              <a:rPr lang="ko-KR" altLang="en-US" dirty="0"/>
              <a:t>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컬럼을</a:t>
            </a:r>
            <a:r>
              <a:rPr lang="ko-KR" altLang="en-US" dirty="0" smtClean="0"/>
              <a:t> </a:t>
            </a:r>
            <a:r>
              <a:rPr lang="ko-KR" altLang="en-US" dirty="0"/>
              <a:t>가진 데이터셋 간에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집합연산</a:t>
            </a:r>
            <a:r>
              <a:rPr lang="en-US" altLang="ko-KR" dirty="0"/>
              <a:t>(Set Operations) </a:t>
            </a:r>
            <a:r>
              <a:rPr lang="ko-KR" altLang="en-US" dirty="0"/>
              <a:t>방식을  적용할 관련 데이터셋을 준비하여 합집합</a:t>
            </a:r>
            <a:r>
              <a:rPr lang="en-US" altLang="ko-KR" dirty="0"/>
              <a:t>(union set) </a:t>
            </a:r>
            <a:r>
              <a:rPr lang="ko-KR" altLang="en-US" dirty="0"/>
              <a:t>연산을 적용해 봄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67099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객체형식으로 집합연산용 데이터셋 준비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(x1 = c('Ace', 'Best', 'Cross'),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x2 = c(1, 2, 3))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(x1 = c('Best', 'Cross', 'Dream', 'Energy'),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x2 = c(2, 3, 4, 5))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(x2 = c(1, 3, 7, 8),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x3 = c('Ace', 'Cross', 'Bird', 'Giant'))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x1, x1, n = 3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x1, x2, n = 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x2, x3, n = 3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D81960D-CAC7-4FEA-B077-67CBF03852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310"/>
          <a:stretch/>
        </p:blipFill>
        <p:spPr>
          <a:xfrm>
            <a:off x="743560" y="5445224"/>
            <a:ext cx="1381125" cy="10085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5364C58F-0FF6-480B-95B6-E1685E26C7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340" b="34600"/>
          <a:stretch/>
        </p:blipFill>
        <p:spPr>
          <a:xfrm>
            <a:off x="2234012" y="5445224"/>
            <a:ext cx="1381125" cy="11521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C0687170-BE5D-41A8-8457-674D5E579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418"/>
          <a:stretch/>
        </p:blipFill>
        <p:spPr>
          <a:xfrm>
            <a:off x="3724464" y="5445224"/>
            <a:ext cx="1381125" cy="11364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사각형: 둥근 모서리 76">
            <a:extLst>
              <a:ext uri="{FF2B5EF4-FFF2-40B4-BE49-F238E27FC236}">
                <a16:creationId xmlns:a16="http://schemas.microsoft.com/office/drawing/2014/main" xmlns="" id="{166CA6D6-A1C4-4011-92C3-CB96AAF96945}"/>
              </a:ext>
            </a:extLst>
          </p:cNvPr>
          <p:cNvSpPr/>
          <p:nvPr/>
        </p:nvSpPr>
        <p:spPr>
          <a:xfrm>
            <a:off x="5483933" y="2176936"/>
            <a:ext cx="507611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합집합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(union set)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만들기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union(M, 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::union(M, 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union(N, M)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::union(N, M)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union(M, O)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union(N, O)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3095B1B2-FD4D-47A3-B413-E6F497622E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1669" b="8913"/>
          <a:stretch/>
        </p:blipFill>
        <p:spPr>
          <a:xfrm>
            <a:off x="7068108" y="5933333"/>
            <a:ext cx="1933575" cy="5920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0C364471-FC7A-4053-A478-60C3CE3164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780" r="29242" b="38602"/>
          <a:stretch/>
        </p:blipFill>
        <p:spPr>
          <a:xfrm>
            <a:off x="7068108" y="4221087"/>
            <a:ext cx="1368152" cy="12961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F894D7E-4450-4A92-B8CF-EE69ADB1F7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242" b="79382"/>
          <a:stretch/>
        </p:blipFill>
        <p:spPr>
          <a:xfrm>
            <a:off x="7068108" y="2419955"/>
            <a:ext cx="1368152" cy="12961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8DB30490-EFCF-4659-BC19-558B6DB928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392" r="29242" b="58990"/>
          <a:stretch/>
        </p:blipFill>
        <p:spPr>
          <a:xfrm>
            <a:off x="8481599" y="2409598"/>
            <a:ext cx="1368152" cy="12961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9E0D10C2-7F26-4286-B228-5333E9D7B4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321" r="29242" b="18061"/>
          <a:stretch/>
        </p:blipFill>
        <p:spPr>
          <a:xfrm>
            <a:off x="8481599" y="4221088"/>
            <a:ext cx="1368152" cy="12961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25757150-1756-43C8-8FE7-49526685B0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583"/>
          <a:stretch/>
        </p:blipFill>
        <p:spPr>
          <a:xfrm>
            <a:off x="9057663" y="5933333"/>
            <a:ext cx="1933575" cy="5920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99113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4" y="2168525"/>
            <a:ext cx="459943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교집합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(intersect set)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만들기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intersect(M, 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::intersect(M, 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intersect(N, M)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::intersect(N, M)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intersect(M, O)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intersect(N, O)</a:t>
            </a:r>
          </a:p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xmlns="" id="{BDA39328-4F40-4DEC-8D37-CE26D7C49819}"/>
              </a:ext>
            </a:extLst>
          </p:cNvPr>
          <p:cNvSpPr/>
          <p:nvPr/>
        </p:nvSpPr>
        <p:spPr>
          <a:xfrm>
            <a:off x="5627949" y="2176936"/>
            <a:ext cx="493210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차집합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(difference set)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만들기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(M, 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(M, 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(N, M)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(N, M)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(M, O)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(N, O)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집합연산을 이용한 데이터셋간 결합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집합연산</a:t>
            </a:r>
            <a:r>
              <a:rPr lang="en-US" altLang="ko-KR" dirty="0"/>
              <a:t>(Set Operations) </a:t>
            </a:r>
            <a:r>
              <a:rPr lang="ko-KR" altLang="en-US" dirty="0"/>
              <a:t>방식 중 교집합</a:t>
            </a:r>
            <a:r>
              <a:rPr lang="en-US" altLang="ko-KR" dirty="0"/>
              <a:t>(intersect set)</a:t>
            </a:r>
            <a:r>
              <a:rPr lang="ko-KR" altLang="en-US" dirty="0"/>
              <a:t>과 </a:t>
            </a:r>
            <a:r>
              <a:rPr lang="ko-KR" altLang="en-US" dirty="0" err="1"/>
              <a:t>차집합</a:t>
            </a:r>
            <a:r>
              <a:rPr lang="en-US" altLang="ko-KR" dirty="0"/>
              <a:t>(difference set) </a:t>
            </a:r>
            <a:br>
              <a:rPr lang="en-US" altLang="ko-KR" dirty="0"/>
            </a:br>
            <a:r>
              <a:rPr lang="ko-KR" altLang="en-US" dirty="0"/>
              <a:t>연산방식을 적용해</a:t>
            </a:r>
            <a:r>
              <a:rPr lang="en-US" altLang="ko-KR" dirty="0"/>
              <a:t> </a:t>
            </a:r>
            <a:r>
              <a:rPr lang="ko-KR" altLang="en-US" dirty="0"/>
              <a:t>두 개 데이터셋간 결합을 시도함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2F926528-E0B1-4B0E-95F1-345BCF753D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353" r="15593" b="44406"/>
          <a:stretch/>
        </p:blipFill>
        <p:spPr>
          <a:xfrm>
            <a:off x="803410" y="4420158"/>
            <a:ext cx="1656184" cy="8357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E4A817F7-E2F2-498E-921B-BDFDE7E7F5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361" b="12512"/>
          <a:stretch/>
        </p:blipFill>
        <p:spPr>
          <a:xfrm>
            <a:off x="803410" y="5856126"/>
            <a:ext cx="1962150" cy="6014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0C4CF6FD-8776-4527-BFBC-79AD0A47E8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593" b="81139"/>
          <a:stretch/>
        </p:blipFill>
        <p:spPr>
          <a:xfrm>
            <a:off x="803410" y="3037339"/>
            <a:ext cx="1656184" cy="864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656BF3DE-0BC0-4FE2-BAC7-C24686FC59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808" r="15593" b="62332"/>
          <a:stretch/>
        </p:blipFill>
        <p:spPr>
          <a:xfrm>
            <a:off x="2593173" y="3037339"/>
            <a:ext cx="1656184" cy="864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4F42BF2A-A56E-4FDA-9B67-AB0C038354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114" r="15593" b="25644"/>
          <a:stretch/>
        </p:blipFill>
        <p:spPr>
          <a:xfrm>
            <a:off x="2593173" y="4420158"/>
            <a:ext cx="1656184" cy="8357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9AD9EC9-5EDA-4E8D-9F15-EEB0E17023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873"/>
          <a:stretch/>
        </p:blipFill>
        <p:spPr>
          <a:xfrm>
            <a:off x="2891644" y="5866969"/>
            <a:ext cx="1962150" cy="6014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10C0ECE4-F486-4990-AF69-5251D2E94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4578"/>
          <a:stretch/>
        </p:blipFill>
        <p:spPr>
          <a:xfrm>
            <a:off x="5951984" y="3037339"/>
            <a:ext cx="1962150" cy="7051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786FE09A-087F-494C-8895-7B31E172DF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545" b="12412"/>
          <a:stretch/>
        </p:blipFill>
        <p:spPr>
          <a:xfrm>
            <a:off x="5951984" y="5866969"/>
            <a:ext cx="1962150" cy="5963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2B65B6E6-87DD-4BD5-B28B-F7ACFDE43C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450" b="47039"/>
          <a:stretch/>
        </p:blipFill>
        <p:spPr>
          <a:xfrm>
            <a:off x="5951984" y="4420158"/>
            <a:ext cx="1962150" cy="8920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2180BB99-AAF0-4B1D-B575-2491DC2756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170" b="68433"/>
          <a:stretch/>
        </p:blipFill>
        <p:spPr>
          <a:xfrm>
            <a:off x="8094290" y="3037339"/>
            <a:ext cx="1962150" cy="7496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F639A01A-2B4E-48F2-800E-4196AC4B36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748" b="27742"/>
          <a:stretch/>
        </p:blipFill>
        <p:spPr>
          <a:xfrm>
            <a:off x="8094290" y="4420158"/>
            <a:ext cx="1962150" cy="8920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321A5EF8-164F-4506-A2EF-0615875FD5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957"/>
          <a:stretch/>
        </p:blipFill>
        <p:spPr>
          <a:xfrm>
            <a:off x="8094290" y="5866969"/>
            <a:ext cx="1962150" cy="5963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8060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3248980"/>
            <a:ext cx="2359301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23593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조인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2467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분할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D0E10EC-2209-4818-94C7-ADE541045ABC}"/>
              </a:ext>
            </a:extLst>
          </p:cNvPr>
          <p:cNvSpPr txBox="1"/>
          <p:nvPr/>
        </p:nvSpPr>
        <p:spPr>
          <a:xfrm>
            <a:off x="4672614" y="2148345"/>
            <a:ext cx="27821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바인딩</a:t>
            </a:r>
          </a:p>
        </p:txBody>
      </p:sp>
    </p:spTree>
    <p:extLst>
      <p:ext uri="{BB962C8B-B14F-4D97-AF65-F5344CB8AC3E}">
        <p14:creationId xmlns:p14="http://schemas.microsoft.com/office/powerpoint/2010/main" val="41390810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데이터셋간 다양한 조인방법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조인</a:t>
            </a:r>
            <a:r>
              <a:rPr lang="en-US" altLang="ko-KR" dirty="0"/>
              <a:t>(Joins)</a:t>
            </a:r>
            <a:r>
              <a:rPr lang="ko-KR" altLang="en-US" dirty="0"/>
              <a:t>이란 여러 데이터셋에 흩어져 있는 정보 중 사용자가 필요한 데이터만 추출해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의 데이터셋을 만드는 작업으로 </a:t>
            </a:r>
            <a:r>
              <a:rPr lang="en-US" altLang="ko-KR" dirty="0"/>
              <a:t>(1)</a:t>
            </a:r>
            <a:r>
              <a:rPr lang="ko-KR" altLang="en-US" dirty="0"/>
              <a:t>식별키 기반 조인과 </a:t>
            </a:r>
            <a:r>
              <a:rPr lang="en-US" altLang="ko-KR" dirty="0"/>
              <a:t>(2) </a:t>
            </a:r>
            <a:r>
              <a:rPr lang="ko-KR" altLang="en-US" dirty="0"/>
              <a:t>조인이후 필터링까지 진행하는 조인방식이 있음 </a:t>
            </a:r>
            <a:endParaRPr lang="en-US" altLang="ko-KR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3FEDC62E-CD36-4DD2-B221-629784614771}"/>
              </a:ext>
            </a:extLst>
          </p:cNvPr>
          <p:cNvGrpSpPr/>
          <p:nvPr/>
        </p:nvGrpSpPr>
        <p:grpSpPr>
          <a:xfrm>
            <a:off x="513023" y="2294434"/>
            <a:ext cx="3269229" cy="1483971"/>
            <a:chOff x="9588388" y="-298930"/>
            <a:chExt cx="3269229" cy="1483971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xmlns="" id="{B5F72CB6-1C83-44DE-8105-5843F171E9D0}"/>
                </a:ext>
              </a:extLst>
            </p:cNvPr>
            <p:cNvSpPr/>
            <p:nvPr/>
          </p:nvSpPr>
          <p:spPr>
            <a:xfrm>
              <a:off x="9588388" y="86603"/>
              <a:ext cx="3269229" cy="1098438"/>
            </a:xfrm>
            <a:prstGeom prst="rect">
              <a:avLst/>
            </a:prstGeom>
            <a:solidFill>
              <a:srgbClr val="FDE9D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701D439F-404E-4DB5-B5D0-74E03FC5E5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73484"/>
            <a:stretch/>
          </p:blipFill>
          <p:spPr>
            <a:xfrm>
              <a:off x="9660026" y="137175"/>
              <a:ext cx="1053555" cy="997295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xmlns="" id="{FDD53567-F9CB-45CE-85EC-353B523B7E3C}"/>
                </a:ext>
              </a:extLst>
            </p:cNvPr>
            <p:cNvSpPr/>
            <p:nvPr/>
          </p:nvSpPr>
          <p:spPr>
            <a:xfrm>
              <a:off x="12360366" y="174157"/>
              <a:ext cx="49725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ko-KR" sz="54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?</a:t>
              </a:r>
            </a:p>
          </p:txBody>
        </p: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xmlns="" id="{8745BA31-BA3A-4150-96DD-D7E6D9BAEE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76158" r="14780"/>
            <a:stretch/>
          </p:blipFill>
          <p:spPr>
            <a:xfrm>
              <a:off x="12058335" y="137175"/>
              <a:ext cx="360041" cy="997295"/>
            </a:xfrm>
            <a:prstGeom prst="rect">
              <a:avLst/>
            </a:prstGeom>
          </p:spPr>
        </p:pic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xmlns="" id="{CFD01F76-8944-4D35-876E-3E45315E7E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5679" r="29341"/>
            <a:stretch/>
          </p:blipFill>
          <p:spPr>
            <a:xfrm>
              <a:off x="11034243" y="137175"/>
              <a:ext cx="992511" cy="997295"/>
            </a:xfrm>
            <a:prstGeom prst="rect">
              <a:avLst/>
            </a:prstGeom>
          </p:spPr>
        </p:pic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xmlns="" id="{60DF21FD-95A3-4A85-8F05-D90D974F2A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1006" r="59303"/>
            <a:stretch/>
          </p:blipFill>
          <p:spPr>
            <a:xfrm>
              <a:off x="10663114" y="137175"/>
              <a:ext cx="385045" cy="997295"/>
            </a:xfrm>
            <a:prstGeom prst="rect">
              <a:avLst/>
            </a:prstGeom>
          </p:spPr>
        </p:pic>
        <p:sp>
          <p:nvSpPr>
            <p:cNvPr id="93" name="모서리가 둥근 직사각형 29">
              <a:extLst>
                <a:ext uri="{FF2B5EF4-FFF2-40B4-BE49-F238E27FC236}">
                  <a16:creationId xmlns:a16="http://schemas.microsoft.com/office/drawing/2014/main" xmlns="" id="{8CCC401A-3705-43BB-8831-EE9628FEC4AF}"/>
                </a:ext>
              </a:extLst>
            </p:cNvPr>
            <p:cNvSpPr/>
            <p:nvPr/>
          </p:nvSpPr>
          <p:spPr bwMode="auto">
            <a:xfrm>
              <a:off x="9588388" y="-298930"/>
              <a:ext cx="3269228" cy="334962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데이터셋간 </a:t>
              </a:r>
              <a:r>
                <a:rPr kumimoji="1" lang="ko-KR" altLang="en-US" sz="1400" b="1" kern="0" dirty="0">
                  <a:solidFill>
                    <a:srgbClr val="2B3749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조인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방법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?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A54D74AE-DF4F-4186-A203-22296FBA87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64768"/>
            <a:stretch/>
          </p:blipFill>
          <p:spPr>
            <a:xfrm>
              <a:off x="11034243" y="174157"/>
              <a:ext cx="986343" cy="923330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xmlns="" id="{F58548E2-9D30-4855-9CDB-A01F07AA4A4E}"/>
              </a:ext>
            </a:extLst>
          </p:cNvPr>
          <p:cNvGrpSpPr/>
          <p:nvPr/>
        </p:nvGrpSpPr>
        <p:grpSpPr>
          <a:xfrm>
            <a:off x="5879976" y="2290532"/>
            <a:ext cx="3442243" cy="396044"/>
            <a:chOff x="1790966" y="2184693"/>
            <a:chExt cx="3116902" cy="396044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xmlns="" id="{4E5FC54D-30C1-495D-AC68-F3ABF4E62AFB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80" name="오른쪽 대괄호 8">
                <a:extLst>
                  <a:ext uri="{FF2B5EF4-FFF2-40B4-BE49-F238E27FC236}">
                    <a16:creationId xmlns:a16="http://schemas.microsoft.com/office/drawing/2014/main" xmlns="" id="{8A3B5B74-60CC-401D-88A3-CA150E32CFDB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1" name="오른쪽 대괄호 8">
                <a:extLst>
                  <a:ext uri="{FF2B5EF4-FFF2-40B4-BE49-F238E27FC236}">
                    <a16:creationId xmlns:a16="http://schemas.microsoft.com/office/drawing/2014/main" xmlns="" id="{A2023758-8B05-4F15-BED5-9A1A95C1602C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E6087C49-7455-4849-868A-FD6A0F11488E}"/>
                </a:ext>
              </a:extLst>
            </p:cNvPr>
            <p:cNvSpPr txBox="1"/>
            <p:nvPr/>
          </p:nvSpPr>
          <p:spPr>
            <a:xfrm>
              <a:off x="2728189" y="2287720"/>
              <a:ext cx="1242481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식별키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기반 조인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xmlns="" id="{C120A23C-EC22-4F2F-BB96-F829EC0F9737}"/>
              </a:ext>
            </a:extLst>
          </p:cNvPr>
          <p:cNvCxnSpPr>
            <a:cxnSpLocks/>
          </p:cNvCxnSpPr>
          <p:nvPr/>
        </p:nvCxnSpPr>
        <p:spPr>
          <a:xfrm>
            <a:off x="10164920" y="2268795"/>
            <a:ext cx="634949" cy="2729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xmlns="" id="{7232C689-7E6F-45B4-9D7C-04A860F8BD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27685" y="2760128"/>
            <a:ext cx="4572509" cy="592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내부조인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(inner join)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양쪽 데이터셋에 같이 들어 있는 레코드를 기준으로 결합하며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결합된 레코드는 양쪽 데이터셋에 있는 모든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컬럼들로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표현됨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xmlns="" id="{01637B54-133C-44C5-94F3-38D926126A2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127685" y="5685064"/>
            <a:ext cx="4572509" cy="1020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오른쪽조인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(right join)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오른쪽 데이터셋을 기준자료로 삼아 해당 레코드를 모두 사용하며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 데이터셋은 오른쪽 데이터셋과 일치하는 레코드만 결합함</a:t>
            </a:r>
          </a:p>
          <a:p>
            <a:pPr marL="500063" lvl="1" indent="-285750" fontAlgn="base" latinLnBrk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오른쪽에만 존재하는 일부 레코드의 경우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컬럼이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결합되면서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셀 값이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없을 수 있음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xmlns="" id="{72503F2B-AC35-4D50-ADB2-C554AE18E93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581" t="453" r="77384" b="84488"/>
          <a:stretch/>
        </p:blipFill>
        <p:spPr>
          <a:xfrm>
            <a:off x="5918143" y="4617132"/>
            <a:ext cx="1162477" cy="837838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xmlns="" id="{7BB2EE6E-AC70-4D82-A7A1-FEEB18138CD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127685" y="3534026"/>
            <a:ext cx="4572509" cy="768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외부조인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(outer join)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양쪽 데이터셋에 같이 있든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어느 한쪽에 있든 모든 레코드들을 사용해 결합하며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양쪽에 있는 모든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컬럼이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결합되지만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일부 레코드의 경우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셀 값이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없을 수 있음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xmlns="" id="{92AD6902-5F6E-4284-8A83-BAAED05ABFA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49079" r="77384" b="33085"/>
          <a:stretch/>
        </p:blipFill>
        <p:spPr>
          <a:xfrm>
            <a:off x="5918143" y="3537012"/>
            <a:ext cx="1193126" cy="992422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xmlns="" id="{9865542D-CFB7-4A39-89EE-8CA7BC2A77B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581" t="17056" r="77384" b="67384"/>
          <a:stretch/>
        </p:blipFill>
        <p:spPr>
          <a:xfrm>
            <a:off x="5918143" y="5659600"/>
            <a:ext cx="1162477" cy="865744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xmlns="" id="{BF157062-14A2-4E09-AAB8-30C64219F5A3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581" t="33959" r="77384" b="54010"/>
          <a:stretch/>
        </p:blipFill>
        <p:spPr>
          <a:xfrm>
            <a:off x="5918143" y="2771312"/>
            <a:ext cx="1162477" cy="669402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xmlns="" id="{FD51C102-9682-4841-98F9-B293A1E3343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127685" y="4483357"/>
            <a:ext cx="4572509" cy="1020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왼쪽조인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(left join);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왼쪽외부조인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(left outer join)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 데이터셋을 기준자료로 삼아 해당 레코드를 모두 사용하며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오른쪽 데이터셋은 왼쪽 데이터셋과 일치하는 레코드만 결합함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왼쪽에만 존재하는 일부 레코드의 경우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오른쪽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컬럼이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결합되면서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셀 값이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없을 수 있음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xmlns="" id="{1D314AF9-08FF-46F5-828B-ACEDE0F8BFC9}"/>
              </a:ext>
            </a:extLst>
          </p:cNvPr>
          <p:cNvCxnSpPr>
            <a:cxnSpLocks/>
          </p:cNvCxnSpPr>
          <p:nvPr/>
        </p:nvCxnSpPr>
        <p:spPr>
          <a:xfrm>
            <a:off x="7343710" y="4356293"/>
            <a:ext cx="41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xmlns="" id="{EB22DD36-83C3-45A5-8081-4AC2ADA1A4FD}"/>
              </a:ext>
            </a:extLst>
          </p:cNvPr>
          <p:cNvCxnSpPr>
            <a:cxnSpLocks/>
          </p:cNvCxnSpPr>
          <p:nvPr/>
        </p:nvCxnSpPr>
        <p:spPr>
          <a:xfrm>
            <a:off x="7343710" y="5569139"/>
            <a:ext cx="41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xmlns="" id="{7B9247A9-D224-466D-8CD6-FAE143F33B6A}"/>
              </a:ext>
            </a:extLst>
          </p:cNvPr>
          <p:cNvCxnSpPr>
            <a:cxnSpLocks/>
          </p:cNvCxnSpPr>
          <p:nvPr/>
        </p:nvCxnSpPr>
        <p:spPr>
          <a:xfrm>
            <a:off x="7343710" y="3426184"/>
            <a:ext cx="41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그림 83">
            <a:extLst>
              <a:ext uri="{FF2B5EF4-FFF2-40B4-BE49-F238E27FC236}">
                <a16:creationId xmlns:a16="http://schemas.microsoft.com/office/drawing/2014/main" xmlns="" id="{4C24B59C-3B16-4C86-8A0B-A41ED8E38018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728" t="1241" r="80097" b="49933"/>
          <a:stretch/>
        </p:blipFill>
        <p:spPr>
          <a:xfrm>
            <a:off x="485218" y="5073109"/>
            <a:ext cx="1012591" cy="666441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xmlns="" id="{A4A74BC3-4D45-4602-AF19-B9892EC3673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296" t="62166" r="80529" b="6039"/>
          <a:stretch/>
        </p:blipFill>
        <p:spPr>
          <a:xfrm>
            <a:off x="485218" y="5937205"/>
            <a:ext cx="990265" cy="424399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xmlns="" id="{8C9C8F74-72C7-451B-B1ED-822D586CB91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523492" y="5937205"/>
            <a:ext cx="3861031" cy="768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안티조인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(anti join)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내부조인과 반대로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데이터셋에서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데이터셋과 비교해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일치하지 않는 레코드만을 찾으며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컬럼은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데이터셋에 존재하는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컬럼만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사용함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xmlns="" id="{E5D44517-163F-44F8-AE54-ECEB7E8792A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523492" y="5073109"/>
            <a:ext cx="3745810" cy="768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세미조인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(semi join)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내부조인처럼 양쪽에서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일치하는 레코드를 찾는 것은 동일하지만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컬럼은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데이터셋에 존재하는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컬럼만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사용함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xmlns="" id="{769BD789-31FD-4CE8-AD35-FF9DEE6B8E9B}"/>
              </a:ext>
            </a:extLst>
          </p:cNvPr>
          <p:cNvGrpSpPr/>
          <p:nvPr/>
        </p:nvGrpSpPr>
        <p:grpSpPr>
          <a:xfrm>
            <a:off x="551384" y="4581128"/>
            <a:ext cx="3442243" cy="396044"/>
            <a:chOff x="1790966" y="2184693"/>
            <a:chExt cx="3116902" cy="396044"/>
          </a:xfrm>
        </p:grpSpPr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xmlns="" id="{78730912-61B9-4384-81A4-39A966805532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97" name="오른쪽 대괄호 8">
                <a:extLst>
                  <a:ext uri="{FF2B5EF4-FFF2-40B4-BE49-F238E27FC236}">
                    <a16:creationId xmlns:a16="http://schemas.microsoft.com/office/drawing/2014/main" xmlns="" id="{2C22EA6D-0F80-45C5-9790-C04E8EC638D2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8" name="오른쪽 대괄호 8">
                <a:extLst>
                  <a:ext uri="{FF2B5EF4-FFF2-40B4-BE49-F238E27FC236}">
                    <a16:creationId xmlns:a16="http://schemas.microsoft.com/office/drawing/2014/main" xmlns="" id="{63B13C34-AE99-4894-B8B7-A60DE642B95A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26B43FA6-E5CB-4ABD-980B-37EA32D2DE26}"/>
                </a:ext>
              </a:extLst>
            </p:cNvPr>
            <p:cNvSpPr txBox="1"/>
            <p:nvPr/>
          </p:nvSpPr>
          <p:spPr>
            <a:xfrm>
              <a:off x="2728190" y="2287720"/>
              <a:ext cx="1242481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필터링 기반 조인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xmlns="" id="{BBA3D049-BC74-41D8-8452-D85582B9F77E}"/>
              </a:ext>
            </a:extLst>
          </p:cNvPr>
          <p:cNvCxnSpPr>
            <a:cxnSpLocks/>
            <a:stCxn id="103" idx="2"/>
          </p:cNvCxnSpPr>
          <p:nvPr/>
        </p:nvCxnSpPr>
        <p:spPr>
          <a:xfrm rot="16200000" flipH="1">
            <a:off x="2061920" y="4368620"/>
            <a:ext cx="278942" cy="1155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모서리가 둥근 직사각형 154">
            <a:extLst>
              <a:ext uri="{FF2B5EF4-FFF2-40B4-BE49-F238E27FC236}">
                <a16:creationId xmlns:a16="http://schemas.microsoft.com/office/drawing/2014/main" xmlns="" id="{B02778CC-0F44-4DA1-A566-F93B2DD53CAD}"/>
              </a:ext>
            </a:extLst>
          </p:cNvPr>
          <p:cNvSpPr/>
          <p:nvPr/>
        </p:nvSpPr>
        <p:spPr>
          <a:xfrm>
            <a:off x="504938" y="3821497"/>
            <a:ext cx="3277313" cy="465448"/>
          </a:xfrm>
          <a:prstGeom prst="roundRect">
            <a:avLst>
              <a:gd name="adj" fmla="val 10468"/>
            </a:avLst>
          </a:prstGeom>
          <a:solidFill>
            <a:srgbClr val="B2CDE4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eaLnBrk="0" latinLnBrk="0" hangingPunct="0">
              <a:defRPr/>
            </a:pP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데이터셋에 레코드를 유일하게 구별하는 기준인 식별키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(primary key) </a:t>
            </a:r>
            <a:r>
              <a:rPr lang="ko-KR" altLang="en-US" sz="1200" b="1" kern="0" dirty="0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b="1" kern="0" dirty="0" err="1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컬럼을</a:t>
            </a:r>
            <a:r>
              <a:rPr lang="ko-KR" altLang="en-US" sz="1200" b="1" kern="0" dirty="0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서로 연결함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xmlns="" id="{54E73936-8BFC-4756-9771-81763E27943A}"/>
              </a:ext>
            </a:extLst>
          </p:cNvPr>
          <p:cNvCxnSpPr>
            <a:cxnSpLocks/>
          </p:cNvCxnSpPr>
          <p:nvPr/>
        </p:nvCxnSpPr>
        <p:spPr>
          <a:xfrm>
            <a:off x="1584951" y="5888893"/>
            <a:ext cx="37455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xmlns="" id="{895062C6-6E17-4DF3-AE91-1D1EBBE68DE1}"/>
              </a:ext>
            </a:extLst>
          </p:cNvPr>
          <p:cNvCxnSpPr>
            <a:cxnSpLocks/>
            <a:stCxn id="103" idx="3"/>
          </p:cNvCxnSpPr>
          <p:nvPr/>
        </p:nvCxnSpPr>
        <p:spPr>
          <a:xfrm flipV="1">
            <a:off x="3782251" y="2473315"/>
            <a:ext cx="2061721" cy="15809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3765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내부조인을 이용한 데이터셋간 정보추출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내부조인</a:t>
            </a:r>
            <a:r>
              <a:rPr lang="en-US" altLang="ko-KR" dirty="0"/>
              <a:t>(inner join)</a:t>
            </a:r>
            <a:r>
              <a:rPr lang="ko-KR" altLang="en-US" dirty="0"/>
              <a:t>은 양쪽 데이터셋에 같이 들어 있는 레코드를 기준으로 결합하며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결합된 레코드는 양쪽 데이터셋에 있는 모든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컬럼들로</a:t>
            </a:r>
            <a:r>
              <a:rPr lang="ko-KR" altLang="en-US" dirty="0" smtClean="0"/>
              <a:t> </a:t>
            </a:r>
            <a:r>
              <a:rPr lang="ko-KR" altLang="en-US" dirty="0"/>
              <a:t>표현됨</a:t>
            </a:r>
          </a:p>
        </p:txBody>
      </p:sp>
      <p:sp>
        <p:nvSpPr>
          <p:cNvPr id="117" name="사각형: 둥근 모서리 76">
            <a:extLst>
              <a:ext uri="{FF2B5EF4-FFF2-40B4-BE49-F238E27FC236}">
                <a16:creationId xmlns:a16="http://schemas.microsoft.com/office/drawing/2014/main" xmlns="" id="{04C1874A-02D8-4CF5-BDE5-A85079AA60A4}"/>
              </a:ext>
            </a:extLst>
          </p:cNvPr>
          <p:cNvSpPr/>
          <p:nvPr/>
        </p:nvSpPr>
        <p:spPr>
          <a:xfrm>
            <a:off x="524905" y="2176936"/>
            <a:ext cx="438296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내부조인 대상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데이터셋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(id=c("c01","c02","c03","c04"),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last=c("Kim", "Lee", "Choi", "Park"),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gender = c("F", "M", "F", "M"),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(id=c("c03","c04","c07","c08"),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age = c(19, 40, 29, 30),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income = c(1500, 3400, 3020, 4500),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n = 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age, income, n = 4</a:t>
            </a: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xmlns="" id="{D6C8AE3B-FAD4-4458-AC64-AFD295BDD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233"/>
          <a:stretch/>
        </p:blipFill>
        <p:spPr>
          <a:xfrm>
            <a:off x="612775" y="488615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xmlns="" id="{DC437F22-2BB8-48AE-8FFA-5E863F9CB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67" b="966"/>
          <a:stretch/>
        </p:blipFill>
        <p:spPr>
          <a:xfrm>
            <a:off x="2738995" y="488615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0" name="사각형: 둥근 모서리 76">
            <a:extLst>
              <a:ext uri="{FF2B5EF4-FFF2-40B4-BE49-F238E27FC236}">
                <a16:creationId xmlns:a16="http://schemas.microsoft.com/office/drawing/2014/main" xmlns="" id="{3976BA95-1040-4CCD-A5DE-7203AB71C78A}"/>
              </a:ext>
            </a:extLst>
          </p:cNvPr>
          <p:cNvSpPr/>
          <p:nvPr/>
        </p:nvSpPr>
        <p:spPr>
          <a:xfrm>
            <a:off x="5087888" y="2176936"/>
            <a:ext cx="547216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base::merge()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merge(x=A,  y=S)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merge(x=A,  y=S,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::join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계열함수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inner_join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inner_join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 %&gt;% </a:t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파이프 연산자이용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inner_join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inner_join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xmlns="" id="{4C53204F-A109-420B-93EB-84E98400FA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409"/>
          <a:stretch/>
        </p:blipFill>
        <p:spPr>
          <a:xfrm>
            <a:off x="7680325" y="6002238"/>
            <a:ext cx="2247900" cy="5837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xmlns="" id="{CAD4296A-BB97-48C7-A821-1CEAC54C5C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956" b="14044"/>
          <a:stretch/>
        </p:blipFill>
        <p:spPr>
          <a:xfrm>
            <a:off x="7680325" y="5249964"/>
            <a:ext cx="2247900" cy="7200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xmlns="" id="{32D1DBEC-2211-4C54-8278-1F586EFCEF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681" b="32321"/>
          <a:stretch/>
        </p:blipFill>
        <p:spPr>
          <a:xfrm>
            <a:off x="7680325" y="4480545"/>
            <a:ext cx="2247900" cy="559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xmlns="" id="{2DCF9EB5-49F0-46D2-A8E1-8C5D70C1DD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813" b="46186"/>
          <a:stretch/>
        </p:blipFill>
        <p:spPr>
          <a:xfrm>
            <a:off x="7680325" y="3728381"/>
            <a:ext cx="2247900" cy="720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xmlns="" id="{DF52982E-64E0-4BEA-BD56-704BE63CA7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00" b="70248"/>
          <a:stretch/>
        </p:blipFill>
        <p:spPr>
          <a:xfrm>
            <a:off x="7680325" y="2877318"/>
            <a:ext cx="2247900" cy="6141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xmlns="" id="{2D35C91D-B451-4514-9C21-10F288D646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854"/>
          <a:stretch/>
        </p:blipFill>
        <p:spPr>
          <a:xfrm>
            <a:off x="7680325" y="2276872"/>
            <a:ext cx="2247900" cy="5659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863318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외부조인을 이용한 데이터셋간 정보추출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외부조인</a:t>
            </a:r>
            <a:r>
              <a:rPr lang="en-US" altLang="ko-KR" dirty="0"/>
              <a:t>(outer join)</a:t>
            </a:r>
            <a:r>
              <a:rPr lang="ko-KR" altLang="en-US" dirty="0"/>
              <a:t>은 양쪽 데이터셋에 같이 있든</a:t>
            </a:r>
            <a:r>
              <a:rPr lang="en-US" altLang="ko-KR" dirty="0"/>
              <a:t>, </a:t>
            </a:r>
            <a:r>
              <a:rPr lang="ko-KR" altLang="en-US" dirty="0"/>
              <a:t>어느 한쪽에 있든 모든 레코드들을 사용해 결합하며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양쪽에 있는 모든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컬럼이</a:t>
            </a:r>
            <a:r>
              <a:rPr lang="ko-KR" altLang="en-US" dirty="0" smtClean="0"/>
              <a:t> </a:t>
            </a:r>
            <a:r>
              <a:rPr lang="ko-KR" altLang="en-US" dirty="0"/>
              <a:t>결합되지만</a:t>
            </a:r>
            <a:r>
              <a:rPr lang="en-US" altLang="ko-KR" dirty="0"/>
              <a:t>, </a:t>
            </a:r>
            <a:r>
              <a:rPr lang="ko-KR" altLang="en-US" dirty="0"/>
              <a:t>일부 레코드의 경우 </a:t>
            </a:r>
            <a:r>
              <a:rPr lang="ko-KR" altLang="en-US" dirty="0" smtClean="0"/>
              <a:t>셀 값이 </a:t>
            </a:r>
            <a:r>
              <a:rPr lang="ko-KR" altLang="en-US" dirty="0"/>
              <a:t>없을 수 있음</a:t>
            </a:r>
          </a:p>
          <a:p>
            <a:endParaRPr lang="ko-KR" altLang="en-US" dirty="0"/>
          </a:p>
        </p:txBody>
      </p:sp>
      <p:sp>
        <p:nvSpPr>
          <p:cNvPr id="117" name="사각형: 둥근 모서리 76">
            <a:extLst>
              <a:ext uri="{FF2B5EF4-FFF2-40B4-BE49-F238E27FC236}">
                <a16:creationId xmlns:a16="http://schemas.microsoft.com/office/drawing/2014/main" xmlns="" id="{04C1874A-02D8-4CF5-BDE5-A85079AA60A4}"/>
              </a:ext>
            </a:extLst>
          </p:cNvPr>
          <p:cNvSpPr/>
          <p:nvPr/>
        </p:nvSpPr>
        <p:spPr>
          <a:xfrm>
            <a:off x="524905" y="2176936"/>
            <a:ext cx="48870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외부조인 대상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데이터셋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n = 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age, income, n = 4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base::merge()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merge(x=A,  y=S, all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merge(x=A,  y=S,  by='id', all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xmlns="" id="{D6C8AE3B-FAD4-4458-AC64-AFD295BDD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233"/>
          <a:stretch/>
        </p:blipFill>
        <p:spPr>
          <a:xfrm>
            <a:off x="61277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xmlns="" id="{DC437F22-2BB8-48AE-8FFA-5E863F9CB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67" b="966"/>
          <a:stretch/>
        </p:blipFill>
        <p:spPr>
          <a:xfrm>
            <a:off x="273899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0" name="사각형: 둥근 모서리 76">
            <a:extLst>
              <a:ext uri="{FF2B5EF4-FFF2-40B4-BE49-F238E27FC236}">
                <a16:creationId xmlns:a16="http://schemas.microsoft.com/office/drawing/2014/main" xmlns="" id="{3976BA95-1040-4CCD-A5DE-7203AB71C78A}"/>
              </a:ext>
            </a:extLst>
          </p:cNvPr>
          <p:cNvSpPr/>
          <p:nvPr/>
        </p:nvSpPr>
        <p:spPr>
          <a:xfrm>
            <a:off x="5700403" y="2176936"/>
            <a:ext cx="50761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::join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계열함수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full_join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full_join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 %&gt;% </a:t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파이프 연산자이용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full_join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full_join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EC7EF2BE-C024-4085-BF57-BC9CCFA67C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563" r="16661" b="48250"/>
          <a:stretch/>
        </p:blipFill>
        <p:spPr>
          <a:xfrm>
            <a:off x="5983697" y="3068960"/>
            <a:ext cx="2092970" cy="1178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1013C639-51E2-49DA-9778-81C8DEB895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057" r="16661" b="15506"/>
          <a:stretch/>
        </p:blipFill>
        <p:spPr>
          <a:xfrm>
            <a:off x="5983697" y="5243722"/>
            <a:ext cx="2092970" cy="11957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69B90F55-909D-44ED-A737-0051B90277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835" b="84251"/>
          <a:stretch/>
        </p:blipFill>
        <p:spPr>
          <a:xfrm>
            <a:off x="606876" y="5243722"/>
            <a:ext cx="2038350" cy="10801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0A51BF86-A144-4170-AC58-AAEE1E61FE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224" b="69026"/>
          <a:stretch/>
        </p:blipFill>
        <p:spPr>
          <a:xfrm>
            <a:off x="2738995" y="5243722"/>
            <a:ext cx="2511380" cy="10801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18B19D14-2C37-460E-819E-F0C4E70886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250" r="14354"/>
          <a:stretch/>
        </p:blipFill>
        <p:spPr>
          <a:xfrm>
            <a:off x="8148675" y="5243722"/>
            <a:ext cx="2150894" cy="10801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E291D804-8127-4A88-A3F6-4BA787A205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13" r="14354" b="32785"/>
          <a:stretch/>
        </p:blipFill>
        <p:spPr>
          <a:xfrm>
            <a:off x="8148675" y="3068960"/>
            <a:ext cx="2150894" cy="10700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498311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왼쪽외부조인을 이용한 데이터셋간 정보추출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왼쪽외부조인</a:t>
            </a:r>
            <a:r>
              <a:rPr lang="en-US" altLang="ko-KR" dirty="0"/>
              <a:t>(left outer join)</a:t>
            </a:r>
            <a:r>
              <a:rPr lang="ko-KR" altLang="en-US" dirty="0"/>
              <a:t>은 왼쪽 데이터셋을 기준자료로 삼아 해당 레코드를 모두 사용하며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오른쪽 데이터셋은 왼쪽 데이터셋과 일치하는 레코드만 결합함</a:t>
            </a:r>
          </a:p>
          <a:p>
            <a:endParaRPr lang="ko-KR" altLang="en-US" dirty="0"/>
          </a:p>
        </p:txBody>
      </p:sp>
      <p:sp>
        <p:nvSpPr>
          <p:cNvPr id="117" name="사각형: 둥근 모서리 76">
            <a:extLst>
              <a:ext uri="{FF2B5EF4-FFF2-40B4-BE49-F238E27FC236}">
                <a16:creationId xmlns:a16="http://schemas.microsoft.com/office/drawing/2014/main" xmlns="" id="{04C1874A-02D8-4CF5-BDE5-A85079AA60A4}"/>
              </a:ext>
            </a:extLst>
          </p:cNvPr>
          <p:cNvSpPr/>
          <p:nvPr/>
        </p:nvSpPr>
        <p:spPr>
          <a:xfrm>
            <a:off x="524905" y="2176936"/>
            <a:ext cx="452697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왼쪽외부조인 대상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데이터셋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n = 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age, income, n = 4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base::merge()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merge(x=A,  y=S,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all.x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merge(x=A,  y=S,  by='id',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all.x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xmlns="" id="{D6C8AE3B-FAD4-4458-AC64-AFD295BDD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233"/>
          <a:stretch/>
        </p:blipFill>
        <p:spPr>
          <a:xfrm>
            <a:off x="61277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xmlns="" id="{DC437F22-2BB8-48AE-8FFA-5E863F9CB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67" b="966"/>
          <a:stretch/>
        </p:blipFill>
        <p:spPr>
          <a:xfrm>
            <a:off x="273899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0" name="사각형: 둥근 모서리 76">
            <a:extLst>
              <a:ext uri="{FF2B5EF4-FFF2-40B4-BE49-F238E27FC236}">
                <a16:creationId xmlns:a16="http://schemas.microsoft.com/office/drawing/2014/main" xmlns="" id="{3976BA95-1040-4CCD-A5DE-7203AB71C78A}"/>
              </a:ext>
            </a:extLst>
          </p:cNvPr>
          <p:cNvSpPr/>
          <p:nvPr/>
        </p:nvSpPr>
        <p:spPr>
          <a:xfrm>
            <a:off x="5483932" y="2176936"/>
            <a:ext cx="50761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::join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계열함수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left_join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y=S)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left_join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y=S,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 %&gt;% </a:t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파이프 연산자이용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left_join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left_join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(S, by='id')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4E56CC91-4068-4ADF-B912-A44FD75185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894" b="85481"/>
          <a:stretch/>
        </p:blipFill>
        <p:spPr>
          <a:xfrm>
            <a:off x="612775" y="4725144"/>
            <a:ext cx="2160240" cy="8532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647C0C2E-5540-4FA1-8FB1-5A23DC87C4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137" r="23894" b="48709"/>
          <a:stretch/>
        </p:blipFill>
        <p:spPr>
          <a:xfrm>
            <a:off x="5699956" y="3068960"/>
            <a:ext cx="2160240" cy="1008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51C3027C-16AB-4E3E-B0C0-D2F9BA6DD6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873" r="23946" b="14973"/>
          <a:stretch/>
        </p:blipFill>
        <p:spPr>
          <a:xfrm>
            <a:off x="5699956" y="5481228"/>
            <a:ext cx="2158752" cy="1008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C8FA2A91-C3F7-4835-8204-5C54432BC3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35" b="70457"/>
          <a:stretch/>
        </p:blipFill>
        <p:spPr>
          <a:xfrm>
            <a:off x="2023604" y="5661248"/>
            <a:ext cx="2838450" cy="88787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DC131C59-1447-4245-9022-D67926522D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679" r="23894" b="34618"/>
          <a:stretch/>
        </p:blipFill>
        <p:spPr>
          <a:xfrm>
            <a:off x="7932204" y="3068960"/>
            <a:ext cx="2160240" cy="8640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4F2116A3-21CE-452C-B4B6-178175245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719" r="23946"/>
          <a:stretch/>
        </p:blipFill>
        <p:spPr>
          <a:xfrm>
            <a:off x="7932204" y="5481228"/>
            <a:ext cx="2158752" cy="89805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93245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오른쪽외부조인을 이용한 데이터셋간 정보추출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오른쪽외부조인</a:t>
            </a:r>
            <a:r>
              <a:rPr lang="en-US" altLang="ko-KR" dirty="0"/>
              <a:t>(right outer join)</a:t>
            </a:r>
            <a:r>
              <a:rPr lang="ko-KR" altLang="en-US" dirty="0"/>
              <a:t>은 오른쪽 데이터셋을 기준자료로 삼아 해당 레코드를 모두 사용하며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왼쪽 데이터셋은 오른쪽 데이터셋과 일치하는 레코드만 결합함</a:t>
            </a:r>
          </a:p>
          <a:p>
            <a:endParaRPr lang="ko-KR" altLang="en-US" dirty="0"/>
          </a:p>
        </p:txBody>
      </p:sp>
      <p:sp>
        <p:nvSpPr>
          <p:cNvPr id="117" name="사각형: 둥근 모서리 76">
            <a:extLst>
              <a:ext uri="{FF2B5EF4-FFF2-40B4-BE49-F238E27FC236}">
                <a16:creationId xmlns:a16="http://schemas.microsoft.com/office/drawing/2014/main" xmlns="" id="{04C1874A-02D8-4CF5-BDE5-A85079AA60A4}"/>
              </a:ext>
            </a:extLst>
          </p:cNvPr>
          <p:cNvSpPr/>
          <p:nvPr/>
        </p:nvSpPr>
        <p:spPr>
          <a:xfrm>
            <a:off x="524905" y="2176936"/>
            <a:ext cx="452697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오른쪽외부조인 대상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데이터셋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n = 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age, income, n = 4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base::merge()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merge(x=A,  y=S,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all.y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merge(x=A,  y=S,  by='id',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all.y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xmlns="" id="{D6C8AE3B-FAD4-4458-AC64-AFD295BDD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233"/>
          <a:stretch/>
        </p:blipFill>
        <p:spPr>
          <a:xfrm>
            <a:off x="61277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xmlns="" id="{DC437F22-2BB8-48AE-8FFA-5E863F9CB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67" b="966"/>
          <a:stretch/>
        </p:blipFill>
        <p:spPr>
          <a:xfrm>
            <a:off x="273899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0" name="사각형: 둥근 모서리 76">
            <a:extLst>
              <a:ext uri="{FF2B5EF4-FFF2-40B4-BE49-F238E27FC236}">
                <a16:creationId xmlns:a16="http://schemas.microsoft.com/office/drawing/2014/main" xmlns="" id="{3976BA95-1040-4CCD-A5DE-7203AB71C78A}"/>
              </a:ext>
            </a:extLst>
          </p:cNvPr>
          <p:cNvSpPr/>
          <p:nvPr/>
        </p:nvSpPr>
        <p:spPr>
          <a:xfrm>
            <a:off x="5483932" y="2176936"/>
            <a:ext cx="50761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::join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계열함수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right_join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right_join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 %&gt;% </a:t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파이프 연산자이용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right_join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right_join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0AC6CFB3-0494-43C9-A702-5B6431A936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20669" b="85481"/>
          <a:stretch/>
        </p:blipFill>
        <p:spPr>
          <a:xfrm>
            <a:off x="612775" y="4688304"/>
            <a:ext cx="2282007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DE5C5EF2-96BF-41D7-82B2-EEEDABE317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001" r="26700" b="14686"/>
          <a:stretch/>
        </p:blipFill>
        <p:spPr>
          <a:xfrm>
            <a:off x="5627948" y="5554879"/>
            <a:ext cx="2108518" cy="1017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A6C0F9B7-7E01-4907-ACEE-486B944387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427" r="26699" b="48948"/>
          <a:stretch/>
        </p:blipFill>
        <p:spPr>
          <a:xfrm>
            <a:off x="5627948" y="3068960"/>
            <a:ext cx="2108518" cy="11533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50D23DC8-64EC-41DB-A4E3-19C60EBD5A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800" b="70402"/>
          <a:stretch/>
        </p:blipFill>
        <p:spPr>
          <a:xfrm>
            <a:off x="1900795" y="5634770"/>
            <a:ext cx="2876550" cy="8697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088D6829-A484-4D7F-87D9-FF1015823E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820" r="21815" b="34259"/>
          <a:stretch/>
        </p:blipFill>
        <p:spPr>
          <a:xfrm>
            <a:off x="7824192" y="3068960"/>
            <a:ext cx="2249022" cy="8768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F6B8BE11-893D-41C0-8DBE-D7DFAC58D7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797" r="26700"/>
          <a:stretch/>
        </p:blipFill>
        <p:spPr>
          <a:xfrm>
            <a:off x="7824192" y="5554879"/>
            <a:ext cx="2108518" cy="8934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543313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세미조인을 이용한 데이터셋간 정보추출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세미조인</a:t>
            </a:r>
            <a:r>
              <a:rPr lang="en-US" altLang="ko-KR" dirty="0"/>
              <a:t>(semi join)</a:t>
            </a:r>
            <a:r>
              <a:rPr lang="ko-KR" altLang="en-US" dirty="0"/>
              <a:t>은 내부조인처럼 양쪽에서 </a:t>
            </a:r>
            <a:r>
              <a:rPr lang="en-US" altLang="ko-KR" dirty="0"/>
              <a:t>id</a:t>
            </a:r>
            <a:r>
              <a:rPr lang="ko-KR" altLang="en-US" dirty="0"/>
              <a:t>가 일치하는 레코드를 찾는 것은 동일하지만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변수 </a:t>
            </a:r>
            <a:r>
              <a:rPr lang="ko-KR" altLang="en-US" dirty="0" err="1" smtClean="0"/>
              <a:t>컬럼은</a:t>
            </a:r>
            <a:r>
              <a:rPr lang="ko-KR" altLang="en-US" dirty="0" smtClean="0"/>
              <a:t> </a:t>
            </a:r>
            <a:r>
              <a:rPr lang="ko-KR" altLang="en-US" dirty="0"/>
              <a:t>왼쪽 데이터셋에 존재하는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컬럼만</a:t>
            </a:r>
            <a:r>
              <a:rPr lang="ko-KR" altLang="en-US" dirty="0" smtClean="0"/>
              <a:t> </a:t>
            </a:r>
            <a:r>
              <a:rPr lang="ko-KR" altLang="en-US" dirty="0"/>
              <a:t>사용함</a:t>
            </a:r>
          </a:p>
        </p:txBody>
      </p:sp>
      <p:sp>
        <p:nvSpPr>
          <p:cNvPr id="117" name="사각형: 둥근 모서리 76">
            <a:extLst>
              <a:ext uri="{FF2B5EF4-FFF2-40B4-BE49-F238E27FC236}">
                <a16:creationId xmlns:a16="http://schemas.microsoft.com/office/drawing/2014/main" xmlns="" id="{04C1874A-02D8-4CF5-BDE5-A85079AA60A4}"/>
              </a:ext>
            </a:extLst>
          </p:cNvPr>
          <p:cNvSpPr/>
          <p:nvPr/>
        </p:nvSpPr>
        <p:spPr>
          <a:xfrm>
            <a:off x="524905" y="2176936"/>
            <a:ext cx="452697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세미조인 대상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데이터셋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n = 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age, income, n = 4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xmlns="" id="{D6C8AE3B-FAD4-4458-AC64-AFD295BDD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233"/>
          <a:stretch/>
        </p:blipFill>
        <p:spPr>
          <a:xfrm>
            <a:off x="61277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xmlns="" id="{DC437F22-2BB8-48AE-8FFA-5E863F9CB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67" b="966"/>
          <a:stretch/>
        </p:blipFill>
        <p:spPr>
          <a:xfrm>
            <a:off x="273899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0" name="사각형: 둥근 모서리 76">
            <a:extLst>
              <a:ext uri="{FF2B5EF4-FFF2-40B4-BE49-F238E27FC236}">
                <a16:creationId xmlns:a16="http://schemas.microsoft.com/office/drawing/2014/main" xmlns="" id="{3976BA95-1040-4CCD-A5DE-7203AB71C78A}"/>
              </a:ext>
            </a:extLst>
          </p:cNvPr>
          <p:cNvSpPr/>
          <p:nvPr/>
        </p:nvSpPr>
        <p:spPr>
          <a:xfrm>
            <a:off x="5483932" y="2176936"/>
            <a:ext cx="50761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::join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계열함수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semi_join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semi_join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 %&gt;% </a:t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파이프 연산자이용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semi_join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semi_join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(S,  by='id')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24DF40B9-0708-402E-AA57-6E70B85D88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8266"/>
          <a:stretch/>
        </p:blipFill>
        <p:spPr>
          <a:xfrm>
            <a:off x="5736691" y="3068960"/>
            <a:ext cx="2190750" cy="7220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A6B0526C-C5CC-491D-AF15-D352C532D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327" b="65478"/>
          <a:stretch/>
        </p:blipFill>
        <p:spPr>
          <a:xfrm>
            <a:off x="5736691" y="5296423"/>
            <a:ext cx="2190750" cy="6888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4ADDEA10-AFEE-48E5-86B6-99EBB02084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052" b="79075"/>
          <a:stretch/>
        </p:blipFill>
        <p:spPr>
          <a:xfrm>
            <a:off x="8004212" y="3068960"/>
            <a:ext cx="2190750" cy="6075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8BDD44F5-ADBB-440B-8A77-1440295C76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726" b="56162"/>
          <a:stretch/>
        </p:blipFill>
        <p:spPr>
          <a:xfrm>
            <a:off x="8024420" y="5296423"/>
            <a:ext cx="2190750" cy="5606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5195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안티조인을 이용한 데이터셋간 정보추출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안티조인</a:t>
            </a:r>
            <a:r>
              <a:rPr lang="en-US" altLang="ko-KR" dirty="0"/>
              <a:t>(anti join)</a:t>
            </a:r>
            <a:r>
              <a:rPr lang="ko-KR" altLang="en-US" dirty="0"/>
              <a:t>은 내부조인과 반대로 </a:t>
            </a:r>
            <a:r>
              <a:rPr lang="en-US" altLang="ko-KR" dirty="0"/>
              <a:t>x</a:t>
            </a:r>
            <a:r>
              <a:rPr lang="ko-KR" altLang="en-US" dirty="0"/>
              <a:t>데이터셋에서 </a:t>
            </a:r>
            <a:r>
              <a:rPr lang="en-US" altLang="ko-KR" dirty="0"/>
              <a:t>y</a:t>
            </a:r>
            <a:r>
              <a:rPr lang="ko-KR" altLang="en-US" dirty="0"/>
              <a:t>데이터셋과 비교해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id</a:t>
            </a:r>
            <a:r>
              <a:rPr lang="ko-KR" altLang="en-US" dirty="0"/>
              <a:t>가 일치하지 않는 레코드만을 찾으며</a:t>
            </a:r>
            <a:r>
              <a:rPr lang="en-US" altLang="ko-KR" dirty="0"/>
              <a:t>,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컬럼은</a:t>
            </a:r>
            <a:r>
              <a:rPr lang="ko-KR" altLang="en-US" dirty="0" smtClean="0"/>
              <a:t> </a:t>
            </a:r>
            <a:r>
              <a:rPr lang="en-US" altLang="ko-KR" dirty="0"/>
              <a:t>x</a:t>
            </a:r>
            <a:r>
              <a:rPr lang="ko-KR" altLang="en-US" dirty="0"/>
              <a:t>데이터셋에 존재하는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컬럼만</a:t>
            </a:r>
            <a:r>
              <a:rPr lang="ko-KR" altLang="en-US" dirty="0" smtClean="0"/>
              <a:t> </a:t>
            </a:r>
            <a:r>
              <a:rPr lang="ko-KR" altLang="en-US" dirty="0"/>
              <a:t>사용함</a:t>
            </a:r>
          </a:p>
        </p:txBody>
      </p:sp>
      <p:sp>
        <p:nvSpPr>
          <p:cNvPr id="117" name="사각형: 둥근 모서리 76">
            <a:extLst>
              <a:ext uri="{FF2B5EF4-FFF2-40B4-BE49-F238E27FC236}">
                <a16:creationId xmlns:a16="http://schemas.microsoft.com/office/drawing/2014/main" xmlns="" id="{04C1874A-02D8-4CF5-BDE5-A85079AA60A4}"/>
              </a:ext>
            </a:extLst>
          </p:cNvPr>
          <p:cNvSpPr/>
          <p:nvPr/>
        </p:nvSpPr>
        <p:spPr>
          <a:xfrm>
            <a:off x="524905" y="2176936"/>
            <a:ext cx="452697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안티조인 대상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데이터셋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last, gender, n = 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id, age, income, n = 4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xmlns="" id="{D6C8AE3B-FAD4-4458-AC64-AFD295BDD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233"/>
          <a:stretch/>
        </p:blipFill>
        <p:spPr>
          <a:xfrm>
            <a:off x="61277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xmlns="" id="{DC437F22-2BB8-48AE-8FFA-5E863F9CB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67" b="966"/>
          <a:stretch/>
        </p:blipFill>
        <p:spPr>
          <a:xfrm>
            <a:off x="2738995" y="3068960"/>
            <a:ext cx="2038350" cy="853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0" name="사각형: 둥근 모서리 76">
            <a:extLst>
              <a:ext uri="{FF2B5EF4-FFF2-40B4-BE49-F238E27FC236}">
                <a16:creationId xmlns:a16="http://schemas.microsoft.com/office/drawing/2014/main" xmlns="" id="{3976BA95-1040-4CCD-A5DE-7203AB71C78A}"/>
              </a:ext>
            </a:extLst>
          </p:cNvPr>
          <p:cNvSpPr/>
          <p:nvPr/>
        </p:nvSpPr>
        <p:spPr>
          <a:xfrm>
            <a:off x="5483932" y="2176936"/>
            <a:ext cx="50761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::join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계열함수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anti_join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anti_join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(x=A,  y=S,  by='id')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 %&gt;% </a:t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파이프 연산자이용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anti_join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anti_join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(S,  by='id')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6F142E21-A2F2-4EAE-B804-8C30429AA0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618" b="32678"/>
          <a:stretch/>
        </p:blipFill>
        <p:spPr>
          <a:xfrm>
            <a:off x="5627948" y="3068960"/>
            <a:ext cx="2190750" cy="720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CCAA959F-9536-4426-AC35-09C463681A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580" b="9717"/>
          <a:stretch/>
        </p:blipFill>
        <p:spPr>
          <a:xfrm>
            <a:off x="5627948" y="5301208"/>
            <a:ext cx="2190750" cy="720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6DE7840D-3969-431E-B3E3-2588DBEAE5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122" b="23545"/>
          <a:stretch/>
        </p:blipFill>
        <p:spPr>
          <a:xfrm>
            <a:off x="7968208" y="3068960"/>
            <a:ext cx="2190750" cy="5742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10BFDE93-83F4-49F4-8F40-425E0AAB18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667" b="1"/>
          <a:stretch/>
        </p:blipFill>
        <p:spPr>
          <a:xfrm>
            <a:off x="7968208" y="5301208"/>
            <a:ext cx="2190750" cy="5742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960511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4326195"/>
            <a:ext cx="2539511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23593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조인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2467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분할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D0E10EC-2209-4818-94C7-ADE541045ABC}"/>
              </a:ext>
            </a:extLst>
          </p:cNvPr>
          <p:cNvSpPr txBox="1"/>
          <p:nvPr/>
        </p:nvSpPr>
        <p:spPr>
          <a:xfrm>
            <a:off x="4672614" y="2148345"/>
            <a:ext cx="27821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바인딩</a:t>
            </a:r>
          </a:p>
        </p:txBody>
      </p:sp>
    </p:spTree>
    <p:extLst>
      <p:ext uri="{BB962C8B-B14F-4D97-AF65-F5344CB8AC3E}">
        <p14:creationId xmlns:p14="http://schemas.microsoft.com/office/powerpoint/2010/main" val="14429768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분할용 데이터셋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데이터셋의</a:t>
            </a:r>
            <a:r>
              <a:rPr lang="ko-KR" altLang="en-US" dirty="0"/>
              <a:t> </a:t>
            </a:r>
            <a:r>
              <a:rPr lang="ko-KR" altLang="en-US" dirty="0" smtClean="0"/>
              <a:t>특정변수 </a:t>
            </a:r>
            <a:r>
              <a:rPr lang="ko-KR" altLang="en-US" dirty="0" err="1" smtClean="0"/>
              <a:t>컬럼이</a:t>
            </a:r>
            <a:r>
              <a:rPr lang="ko-KR" altLang="en-US" dirty="0" smtClean="0"/>
              <a:t> </a:t>
            </a:r>
            <a:r>
              <a:rPr lang="ko-KR" altLang="en-US" dirty="0"/>
              <a:t>범주형 데이터유형이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범주항목을 기준으로 데이터셋을 분할하기 위한 샘플 </a:t>
            </a:r>
            <a:r>
              <a:rPr lang="ko-KR" altLang="en-US" dirty="0" err="1"/>
              <a:t>데이터셋을</a:t>
            </a:r>
            <a:r>
              <a:rPr lang="en-US" altLang="ko-KR" dirty="0"/>
              <a:t> </a:t>
            </a:r>
            <a:r>
              <a:rPr lang="ko-KR" altLang="en-US" dirty="0" smtClean="0"/>
              <a:t>무작위 샘플링 </a:t>
            </a:r>
            <a:r>
              <a:rPr lang="ko-KR" altLang="en-US" dirty="0"/>
              <a:t>도출방법으로 준비함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2876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샘플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재현성을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위한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랜덤시드넘버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set.seed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(123)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필요한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샘플 개수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&lt;- 12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무작위 샘플링 방법으로 각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 &lt;- sample(c("f", "m"), n, replace = TRUE)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 &lt;- sample(rep(c("EU", "AP", "SEA"), 4), n,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replace = FALSE)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 &lt;- sample(18:35, n, replace = TRUE)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expense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rnorm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(n, mean = 1000,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15))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runif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(n, min = 0, max = 5))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데이터프레임으로 구조화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 = 1:n, gender, group, </a:t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     age, expense,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str(df)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summary(df)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DEF0E0A5-4116-43BA-B4C9-924E8300F467}"/>
              </a:ext>
            </a:extLst>
          </p:cNvPr>
          <p:cNvGrpSpPr/>
          <p:nvPr/>
        </p:nvGrpSpPr>
        <p:grpSpPr>
          <a:xfrm>
            <a:off x="5231904" y="2282902"/>
            <a:ext cx="5295740" cy="4350453"/>
            <a:chOff x="5086999" y="1553821"/>
            <a:chExt cx="5725525" cy="470352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6CB8651E-A932-4CD5-8EA4-3145C5D88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86999" y="1553821"/>
              <a:ext cx="5210175" cy="141922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CFA8CD52-D14C-4396-8115-9738984E1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6999" y="4257092"/>
              <a:ext cx="2543175" cy="200025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C60DB80C-015E-4F6C-9446-4C5EF522B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6999" y="3032956"/>
              <a:ext cx="4781550" cy="1143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D30ED74E-EE12-49B3-89B7-818B8CBF4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26424" y="4095167"/>
              <a:ext cx="3086100" cy="21621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454831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분할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컬럼인</a:t>
            </a:r>
            <a:r>
              <a:rPr lang="ko-KR" altLang="en-US" dirty="0" smtClean="0"/>
              <a:t> </a:t>
            </a:r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을 기준으로 데이터셋 분할을 하면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하나의 </a:t>
            </a:r>
            <a:r>
              <a:rPr lang="ko-KR" altLang="en-US" dirty="0" smtClean="0"/>
              <a:t>리스트 객체 </a:t>
            </a:r>
            <a:r>
              <a:rPr lang="ko-KR" altLang="en-US" dirty="0"/>
              <a:t>안에 남성과 여성 </a:t>
            </a:r>
            <a:r>
              <a:rPr lang="ko-KR" altLang="en-US" dirty="0" smtClean="0"/>
              <a:t>리스트 항목이 </a:t>
            </a:r>
            <a:r>
              <a:rPr lang="ko-KR" altLang="en-US" dirty="0"/>
              <a:t>별도로 생성되어 각각의 </a:t>
            </a:r>
            <a:r>
              <a:rPr lang="ko-KR" altLang="en-US" dirty="0" err="1"/>
              <a:t>데이터셋이</a:t>
            </a:r>
            <a:r>
              <a:rPr lang="ko-KR" altLang="en-US" dirty="0"/>
              <a:t> </a:t>
            </a:r>
            <a:r>
              <a:rPr lang="ko-KR" altLang="en-US" dirty="0" smtClean="0"/>
              <a:t>리스트 요소로 </a:t>
            </a:r>
            <a:r>
              <a:rPr lang="ko-KR" altLang="en-US" dirty="0"/>
              <a:t>자리잡게 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38401" y="2168525"/>
            <a:ext cx="1002164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base::split()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데이터셋 분할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split(df,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df_gender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분할된 내용 중 여성 데이터셋 별도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df_female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[[1]]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df_female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df_female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df_female$gender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분할된 내용 중 남성 데이터셋 별도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df_male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[[2]]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df_male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df_male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df_male$gender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14903761-EB94-4CB2-A415-EF754B080FA9}"/>
              </a:ext>
            </a:extLst>
          </p:cNvPr>
          <p:cNvGrpSpPr/>
          <p:nvPr/>
        </p:nvGrpSpPr>
        <p:grpSpPr>
          <a:xfrm>
            <a:off x="4295800" y="2276475"/>
            <a:ext cx="6084676" cy="4361895"/>
            <a:chOff x="4185456" y="2168860"/>
            <a:chExt cx="6735080" cy="482814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75B467AE-FA91-46A3-B051-8E58A37E1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85456" y="2168860"/>
              <a:ext cx="2552700" cy="256222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D1EBB93B-0521-4A99-A3F2-8E2777F06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3836" y="2168860"/>
              <a:ext cx="4076700" cy="22764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C7E7F871-2ACC-46EB-B681-41FBC4D66D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60850"/>
            <a:stretch/>
          </p:blipFill>
          <p:spPr>
            <a:xfrm>
              <a:off x="4185456" y="4867749"/>
              <a:ext cx="3314700" cy="2129258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xmlns="" id="{849D9FD1-3590-41F5-8B5D-A0B1405305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4795"/>
            <a:stretch/>
          </p:blipFill>
          <p:spPr>
            <a:xfrm>
              <a:off x="7605836" y="4524676"/>
              <a:ext cx="3314700" cy="2458598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12E8D7D1-A2CA-4978-8F17-66E95B2FDF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000"/>
          <a:stretch/>
        </p:blipFill>
        <p:spPr>
          <a:xfrm>
            <a:off x="607969" y="5790023"/>
            <a:ext cx="1685925" cy="552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F51C5100-225D-438C-9CCB-E477BBDC22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0000"/>
          <a:stretch/>
        </p:blipFill>
        <p:spPr>
          <a:xfrm>
            <a:off x="2370980" y="5790023"/>
            <a:ext cx="1685925" cy="5524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86396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재결합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성별</a:t>
            </a:r>
            <a:r>
              <a:rPr lang="en-US" altLang="ko-KR" dirty="0"/>
              <a:t>(gender)</a:t>
            </a:r>
            <a:r>
              <a:rPr lang="ko-KR" altLang="en-US" dirty="0"/>
              <a:t>를 기준으로 데이터셋을 분할한 것으로 다시 해당변수를 기준으로 재결합 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971155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변수기준 분할된 데이터셋 재결합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base::unsplit()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unsplit(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df_re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df_re$gender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df_binding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df_male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df_female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df_binding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df_binding$gender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3ECCD483-8AA3-498F-819B-A18006D06A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662"/>
          <a:stretch/>
        </p:blipFill>
        <p:spPr>
          <a:xfrm>
            <a:off x="3971764" y="3068960"/>
            <a:ext cx="2838450" cy="25610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3895D7B7-79A1-4A24-A455-4E68ACD9E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827" b="1"/>
          <a:stretch/>
        </p:blipFill>
        <p:spPr>
          <a:xfrm>
            <a:off x="7059050" y="3068960"/>
            <a:ext cx="2838450" cy="25520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86025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교차분할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개 이상의 범주형 변수에 속한 항목들을 서로 교차해가며 데이터셋을 세부적으로 분할 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03514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지역그룹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(group)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기준 데이터셋 분할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gender: m, f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group: AP(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아시아퍼시픽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EU(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SEA(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동남아시아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base::split()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데이터셋 분할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df_gd_gr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split(df, list(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df$group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df_gd_gr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df_gd_gr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분할된 내용 중 여성이면서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유럽그룹에 속한 데이터셋 별도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df_f_EU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df_gd_gr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[['f.EU']]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df_f_EU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df_f_EU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df_f_EU$group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분할된 내용 중 남성이면서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동남아시아그룹에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속한 데이터셋 별도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df_m_SEA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df_gd_gr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[[6]]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df_m_SEA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df_m_SEA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df_m_SEA$group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AF6748A1-9552-4CCB-AF8C-455A5F4EE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129" y="2283855"/>
            <a:ext cx="2533650" cy="4314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10F056E4-0EFA-482C-8764-1E6DF8834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311" y="2283855"/>
            <a:ext cx="2591506" cy="4314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10472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분할된 데이터셋 재결합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여러 개 범주형 변수의 항목을 기준으로 분리되었던 데이터셋을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/>
              <a:t>필요에 </a:t>
            </a:r>
            <a:r>
              <a:rPr lang="ko-KR" altLang="en-US" dirty="0"/>
              <a:t>따라 다시 하나의 </a:t>
            </a:r>
            <a:r>
              <a:rPr lang="ko-KR" altLang="en-US" dirty="0" err="1"/>
              <a:t>변수컬럼으로</a:t>
            </a:r>
            <a:r>
              <a:rPr lang="ko-KR" altLang="en-US" dirty="0"/>
              <a:t> 묶어서 재결합 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715542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지역그룹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(group) </a:t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변수기준 분할된 데이터셋 재결합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base::unsplit()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df_origin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unsplit(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df_gd_gr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df$group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df_origin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8FB79251-51CF-46A5-9EFD-3633BC015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44" y="3645024"/>
            <a:ext cx="26003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6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15669</TotalTime>
  <Words>2342</Words>
  <Application>Microsoft Office PowerPoint</Application>
  <PresentationFormat>와이드스크린</PresentationFormat>
  <Paragraphs>527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스웨거 TTF</vt:lpstr>
      <vt:lpstr>나눔스퀘어 Bold</vt:lpstr>
      <vt:lpstr>휴먼모음T</vt:lpstr>
      <vt:lpstr>Wingdings</vt:lpstr>
      <vt:lpstr>Arial</vt:lpstr>
      <vt:lpstr>맑은 고딕</vt:lpstr>
      <vt:lpstr>D2Coding</vt:lpstr>
      <vt:lpstr>나눔바른고딕</vt:lpstr>
      <vt:lpstr>Impact</vt:lpstr>
      <vt:lpstr>Office 테마</vt:lpstr>
      <vt:lpstr>PowerPoint 프레젠테이션</vt:lpstr>
      <vt:lpstr>PowerPoint 프레젠테이션</vt:lpstr>
      <vt:lpstr>PowerPoint 프레젠테이션</vt:lpstr>
      <vt:lpstr>데이터셋 간 다양한 결합방법</vt:lpstr>
      <vt:lpstr>행(row) 기준 바인딩용 데이터셋 준비</vt:lpstr>
      <vt:lpstr>행(row) 기준 바인딩</vt:lpstr>
      <vt:lpstr>열(column) 기준 바인딩용 데이터셋 준비</vt:lpstr>
      <vt:lpstr>열(column) 기준 바인딩</vt:lpstr>
      <vt:lpstr>집합연산용 데이터셋 준비</vt:lpstr>
      <vt:lpstr>집합연산을 이용한 데이터셋간 결합</vt:lpstr>
      <vt:lpstr>PowerPoint 프레젠테이션</vt:lpstr>
      <vt:lpstr>데이터셋간 다양한 조인방법</vt:lpstr>
      <vt:lpstr>내부조인을 이용한 데이터셋간 정보추출 </vt:lpstr>
      <vt:lpstr>외부조인을 이용한 데이터셋간 정보추출 </vt:lpstr>
      <vt:lpstr>왼쪽외부조인을 이용한 데이터셋간 정보추출 </vt:lpstr>
      <vt:lpstr>오른쪽외부조인을 이용한 데이터셋간 정보추출 </vt:lpstr>
      <vt:lpstr>세미조인을 이용한 데이터셋간 정보추출 </vt:lpstr>
      <vt:lpstr>안티조인을 이용한 데이터셋간 정보추출 </vt:lpstr>
      <vt:lpstr>PowerPoint 프레젠테이션</vt:lpstr>
      <vt:lpstr>분할용 데이터셋 준비</vt:lpstr>
      <vt:lpstr>데이터셋 분할</vt:lpstr>
      <vt:lpstr>데이터셋 재결합</vt:lpstr>
      <vt:lpstr>데이터셋 교차분할</vt:lpstr>
      <vt:lpstr>분할된 데이터셋 재결합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703</cp:revision>
  <dcterms:created xsi:type="dcterms:W3CDTF">2019-01-19T08:23:23Z</dcterms:created>
  <dcterms:modified xsi:type="dcterms:W3CDTF">2020-01-10T08:12:36Z</dcterms:modified>
</cp:coreProperties>
</file>