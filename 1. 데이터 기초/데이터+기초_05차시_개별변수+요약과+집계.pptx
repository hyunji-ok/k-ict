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5"/>
  </p:notesMasterIdLst>
  <p:handoutMasterIdLst>
    <p:handoutMasterId r:id="rId36"/>
  </p:handoutMasterIdLst>
  <p:sldIdLst>
    <p:sldId id="375" r:id="rId2"/>
    <p:sldId id="376" r:id="rId3"/>
    <p:sldId id="328" r:id="rId4"/>
    <p:sldId id="301" r:id="rId5"/>
    <p:sldId id="339" r:id="rId6"/>
    <p:sldId id="340" r:id="rId7"/>
    <p:sldId id="341" r:id="rId8"/>
    <p:sldId id="343" r:id="rId9"/>
    <p:sldId id="344" r:id="rId10"/>
    <p:sldId id="346" r:id="rId11"/>
    <p:sldId id="345" r:id="rId12"/>
    <p:sldId id="347" r:id="rId13"/>
    <p:sldId id="348" r:id="rId14"/>
    <p:sldId id="349" r:id="rId15"/>
    <p:sldId id="350" r:id="rId16"/>
    <p:sldId id="331" r:id="rId17"/>
    <p:sldId id="351" r:id="rId18"/>
    <p:sldId id="353" r:id="rId19"/>
    <p:sldId id="354" r:id="rId20"/>
    <p:sldId id="357" r:id="rId21"/>
    <p:sldId id="358" r:id="rId22"/>
    <p:sldId id="359" r:id="rId23"/>
    <p:sldId id="360" r:id="rId24"/>
    <p:sldId id="361" r:id="rId25"/>
    <p:sldId id="362" r:id="rId26"/>
    <p:sldId id="363" r:id="rId27"/>
    <p:sldId id="365" r:id="rId28"/>
    <p:sldId id="366" r:id="rId29"/>
    <p:sldId id="364" r:id="rId30"/>
    <p:sldId id="367" r:id="rId31"/>
    <p:sldId id="373" r:id="rId32"/>
    <p:sldId id="374" r:id="rId33"/>
    <p:sldId id="368" r:id="rId34"/>
  </p:sldIdLst>
  <p:sldSz cx="12192000" cy="6858000"/>
  <p:notesSz cx="6858000" cy="9144000"/>
  <p:embeddedFontLst>
    <p:embeddedFont>
      <p:font typeface="나눔바른고딕" panose="020B0603020101020101" pitchFamily="50" charset="-127"/>
      <p:regular r:id="rId37"/>
      <p:bold r:id="rId38"/>
    </p:embeddedFont>
    <p:embeddedFont>
      <p:font typeface="휴먼모음T" panose="02030504000101010101" pitchFamily="18" charset="-127"/>
      <p:regular r:id="rId39"/>
    </p:embeddedFont>
    <p:embeddedFont>
      <p:font typeface="Impact" panose="020B0806030902050204" pitchFamily="34" charset="0"/>
      <p:regular r:id="rId40"/>
    </p:embeddedFont>
    <p:embeddedFont>
      <p:font typeface="나눔스퀘어 Bold" panose="020B0600000101010101" pitchFamily="50" charset="-127"/>
      <p:bold r:id="rId41"/>
    </p:embeddedFont>
    <p:embeddedFont>
      <p:font typeface="스웨거 TTF" panose="020B0600000101010101" pitchFamily="50" charset="-127"/>
      <p:regular r:id="rId42"/>
    </p:embeddedFont>
    <p:embeddedFont>
      <p:font typeface="맑은 고딕" panose="020B0503020000020004" pitchFamily="50" charset="-127"/>
      <p:regular r:id="rId43"/>
      <p:bold r:id="rId44"/>
    </p:embeddedFont>
    <p:embeddedFont>
      <p:font typeface="D2Coding" panose="020B0600000101010101" charset="-127"/>
      <p:regular r:id="rId45"/>
      <p:bold r:id="rId46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323" userDrawn="1">
          <p15:clr>
            <a:srgbClr val="A4A3A4"/>
          </p15:clr>
        </p15:guide>
        <p15:guide id="6" pos="325" userDrawn="1">
          <p15:clr>
            <a:srgbClr val="A4A3A4"/>
          </p15:clr>
        </p15:guide>
        <p15:guide id="7" orient="horz" pos="981" userDrawn="1">
          <p15:clr>
            <a:srgbClr val="A4A3A4"/>
          </p15:clr>
        </p15:guide>
        <p15:guide id="10" orient="horz" pos="143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D5EA"/>
    <a:srgbClr val="E9EBF5"/>
    <a:srgbClr val="FBFBFB"/>
    <a:srgbClr val="163E94"/>
    <a:srgbClr val="95D5E1"/>
    <a:srgbClr val="36AAD9"/>
    <a:srgbClr val="173F95"/>
    <a:srgbClr val="000000"/>
    <a:srgbClr val="9D6D6C"/>
    <a:srgbClr val="2323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81" autoAdjust="0"/>
    <p:restoredTop sz="94660"/>
  </p:normalViewPr>
  <p:slideViewPr>
    <p:cSldViewPr>
      <p:cViewPr varScale="1">
        <p:scale>
          <a:sx n="96" d="100"/>
          <a:sy n="96" d="100"/>
        </p:scale>
        <p:origin x="486" y="78"/>
      </p:cViewPr>
      <p:guideLst>
        <p:guide orient="horz" pos="323"/>
        <p:guide pos="325"/>
        <p:guide orient="horz" pos="981"/>
        <p:guide orient="horz" pos="1434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2952" y="90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6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46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openxmlformats.org/officeDocument/2006/relationships/font" Target="fonts/font7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oi Jeomki" userId="f1912f8b0928b9f1" providerId="LiveId" clId="{473EBD16-4E12-4E46-BB87-A007938A700F}"/>
    <pc:docChg chg="undo custSel addSld delSld modSld">
      <pc:chgData name="Choi Jeomki" userId="f1912f8b0928b9f1" providerId="LiveId" clId="{473EBD16-4E12-4E46-BB87-A007938A700F}" dt="2019-03-06T09:38:32.713" v="4038" actId="552"/>
      <pc:docMkLst>
        <pc:docMk/>
      </pc:docMkLst>
      <pc:sldChg chg="addSp delSp modSp">
        <pc:chgData name="Choi Jeomki" userId="f1912f8b0928b9f1" providerId="LiveId" clId="{473EBD16-4E12-4E46-BB87-A007938A700F}" dt="2019-02-20T06:16:21.462" v="3824"/>
        <pc:sldMkLst>
          <pc:docMk/>
          <pc:sldMk cId="2342380751" sldId="328"/>
        </pc:sldMkLst>
        <pc:spChg chg="add">
          <ac:chgData name="Choi Jeomki" userId="f1912f8b0928b9f1" providerId="LiveId" clId="{473EBD16-4E12-4E46-BB87-A007938A700F}" dt="2019-02-20T06:16:21.462" v="3824"/>
          <ac:spMkLst>
            <pc:docMk/>
            <pc:sldMk cId="2342380751" sldId="328"/>
            <ac:spMk id="21" creationId="{9F771F1A-289E-4A2A-9DA2-873F091B5C83}"/>
          </ac:spMkLst>
        </pc:spChg>
        <pc:spChg chg="del mod">
          <ac:chgData name="Choi Jeomki" userId="f1912f8b0928b9f1" providerId="LiveId" clId="{473EBD16-4E12-4E46-BB87-A007938A700F}" dt="2019-02-20T06:16:21.259" v="3823" actId="478"/>
          <ac:spMkLst>
            <pc:docMk/>
            <pc:sldMk cId="2342380751" sldId="328"/>
            <ac:spMk id="38" creationId="{03B0C20E-F3BD-4BFF-A5C3-9D9003619DA7}"/>
          </ac:spMkLst>
        </pc:spChg>
      </pc:sldChg>
      <pc:sldChg chg="addSp delSp modSp">
        <pc:chgData name="Choi Jeomki" userId="f1912f8b0928b9f1" providerId="LiveId" clId="{473EBD16-4E12-4E46-BB87-A007938A700F}" dt="2019-02-20T06:16:15.426" v="3822"/>
        <pc:sldMkLst>
          <pc:docMk/>
          <pc:sldMk cId="778881956" sldId="331"/>
        </pc:sldMkLst>
        <pc:spChg chg="del mod">
          <ac:chgData name="Choi Jeomki" userId="f1912f8b0928b9f1" providerId="LiveId" clId="{473EBD16-4E12-4E46-BB87-A007938A700F}" dt="2019-02-20T06:16:15.192" v="3821" actId="478"/>
          <ac:spMkLst>
            <pc:docMk/>
            <pc:sldMk cId="778881956" sldId="331"/>
            <ac:spMk id="22" creationId="{19D82902-AEE4-45E3-96CD-029BADDEE915}"/>
          </ac:spMkLst>
        </pc:spChg>
        <pc:spChg chg="add">
          <ac:chgData name="Choi Jeomki" userId="f1912f8b0928b9f1" providerId="LiveId" clId="{473EBD16-4E12-4E46-BB87-A007938A700F}" dt="2019-02-20T06:16:15.426" v="3822"/>
          <ac:spMkLst>
            <pc:docMk/>
            <pc:sldMk cId="778881956" sldId="331"/>
            <ac:spMk id="28" creationId="{E06B7897-E64A-4FBB-A857-02342BE0F024}"/>
          </ac:spMkLst>
        </pc:spChg>
      </pc:sldChg>
      <pc:sldChg chg="modSp">
        <pc:chgData name="Choi Jeomki" userId="f1912f8b0928b9f1" providerId="LiveId" clId="{473EBD16-4E12-4E46-BB87-A007938A700F}" dt="2019-03-06T09:11:04.840" v="3894" actId="207"/>
        <pc:sldMkLst>
          <pc:docMk/>
          <pc:sldMk cId="3688868169" sldId="348"/>
        </pc:sldMkLst>
        <pc:spChg chg="mod">
          <ac:chgData name="Choi Jeomki" userId="f1912f8b0928b9f1" providerId="LiveId" clId="{473EBD16-4E12-4E46-BB87-A007938A700F}" dt="2019-03-06T09:11:04.840" v="3894" actId="207"/>
          <ac:spMkLst>
            <pc:docMk/>
            <pc:sldMk cId="3688868169" sldId="348"/>
            <ac:spMk id="26" creationId="{B74BC757-41CE-46FD-BA81-29C3B8F42C39}"/>
          </ac:spMkLst>
        </pc:spChg>
      </pc:sldChg>
      <pc:sldChg chg="modSp">
        <pc:chgData name="Choi Jeomki" userId="f1912f8b0928b9f1" providerId="LiveId" clId="{473EBD16-4E12-4E46-BB87-A007938A700F}" dt="2019-03-06T09:14:25.426" v="3930" actId="207"/>
        <pc:sldMkLst>
          <pc:docMk/>
          <pc:sldMk cId="793832633" sldId="349"/>
        </pc:sldMkLst>
        <pc:spChg chg="mod">
          <ac:chgData name="Choi Jeomki" userId="f1912f8b0928b9f1" providerId="LiveId" clId="{473EBD16-4E12-4E46-BB87-A007938A700F}" dt="2019-03-06T09:12:26.338" v="3905" actId="207"/>
          <ac:spMkLst>
            <pc:docMk/>
            <pc:sldMk cId="793832633" sldId="349"/>
            <ac:spMk id="4" creationId="{E420762C-F737-4CC3-B401-D7401ACC34B2}"/>
          </ac:spMkLst>
        </pc:spChg>
        <pc:spChg chg="mod">
          <ac:chgData name="Choi Jeomki" userId="f1912f8b0928b9f1" providerId="LiveId" clId="{473EBD16-4E12-4E46-BB87-A007938A700F}" dt="2019-03-06T09:14:25.426" v="3930" actId="207"/>
          <ac:spMkLst>
            <pc:docMk/>
            <pc:sldMk cId="793832633" sldId="349"/>
            <ac:spMk id="19" creationId="{D60C682B-9426-4E5E-9C2A-EB4535E11F44}"/>
          </ac:spMkLst>
        </pc:spChg>
        <pc:picChg chg="mod">
          <ac:chgData name="Choi Jeomki" userId="f1912f8b0928b9f1" providerId="LiveId" clId="{473EBD16-4E12-4E46-BB87-A007938A700F}" dt="2019-03-06T09:14:17.244" v="3925" actId="1038"/>
          <ac:picMkLst>
            <pc:docMk/>
            <pc:sldMk cId="793832633" sldId="349"/>
            <ac:picMk id="14" creationId="{3A1CE243-DEF1-426B-83DC-BD0240456DA6}"/>
          </ac:picMkLst>
        </pc:picChg>
      </pc:sldChg>
      <pc:sldChg chg="modSp">
        <pc:chgData name="Choi Jeomki" userId="f1912f8b0928b9f1" providerId="LiveId" clId="{473EBD16-4E12-4E46-BB87-A007938A700F}" dt="2019-03-06T09:17:20.989" v="3936" actId="20577"/>
        <pc:sldMkLst>
          <pc:docMk/>
          <pc:sldMk cId="473385122" sldId="351"/>
        </pc:sldMkLst>
        <pc:spChg chg="mod">
          <ac:chgData name="Choi Jeomki" userId="f1912f8b0928b9f1" providerId="LiveId" clId="{473EBD16-4E12-4E46-BB87-A007938A700F}" dt="2019-03-06T09:17:20.989" v="3936" actId="20577"/>
          <ac:spMkLst>
            <pc:docMk/>
            <pc:sldMk cId="473385122" sldId="351"/>
            <ac:spMk id="5" creationId="{576A565C-CC34-452C-876B-3329D2A594C4}"/>
          </ac:spMkLst>
        </pc:spChg>
      </pc:sldChg>
      <pc:sldChg chg="modSp">
        <pc:chgData name="Choi Jeomki" userId="f1912f8b0928b9f1" providerId="LiveId" clId="{473EBD16-4E12-4E46-BB87-A007938A700F}" dt="2019-03-06T09:18:50.396" v="3943" actId="20577"/>
        <pc:sldMkLst>
          <pc:docMk/>
          <pc:sldMk cId="1614715507" sldId="353"/>
        </pc:sldMkLst>
        <pc:spChg chg="mod">
          <ac:chgData name="Choi Jeomki" userId="f1912f8b0928b9f1" providerId="LiveId" clId="{473EBD16-4E12-4E46-BB87-A007938A700F}" dt="2019-03-06T09:18:50.396" v="3943" actId="20577"/>
          <ac:spMkLst>
            <pc:docMk/>
            <pc:sldMk cId="1614715507" sldId="353"/>
            <ac:spMk id="7" creationId="{FEDCAC2F-1B80-4A62-9C87-D349649458CA}"/>
          </ac:spMkLst>
        </pc:spChg>
        <pc:picChg chg="mod">
          <ac:chgData name="Choi Jeomki" userId="f1912f8b0928b9f1" providerId="LiveId" clId="{473EBD16-4E12-4E46-BB87-A007938A700F}" dt="2019-02-20T09:50:05.417" v="3828" actId="1035"/>
          <ac:picMkLst>
            <pc:docMk/>
            <pc:sldMk cId="1614715507" sldId="353"/>
            <ac:picMk id="20" creationId="{924D52CE-90D7-42C8-AF81-1DD84F289E8A}"/>
          </ac:picMkLst>
        </pc:picChg>
      </pc:sldChg>
      <pc:sldChg chg="modSp">
        <pc:chgData name="Choi Jeomki" userId="f1912f8b0928b9f1" providerId="LiveId" clId="{473EBD16-4E12-4E46-BB87-A007938A700F}" dt="2019-03-06T09:21:26.948" v="4012" actId="552"/>
        <pc:sldMkLst>
          <pc:docMk/>
          <pc:sldMk cId="4036319353" sldId="354"/>
        </pc:sldMkLst>
        <pc:spChg chg="mod">
          <ac:chgData name="Choi Jeomki" userId="f1912f8b0928b9f1" providerId="LiveId" clId="{473EBD16-4E12-4E46-BB87-A007938A700F}" dt="2019-03-06T09:21:18.364" v="3998" actId="14100"/>
          <ac:spMkLst>
            <pc:docMk/>
            <pc:sldMk cId="4036319353" sldId="354"/>
            <ac:spMk id="4" creationId="{E420762C-F737-4CC3-B401-D7401ACC34B2}"/>
          </ac:spMkLst>
        </pc:spChg>
        <pc:spChg chg="mod">
          <ac:chgData name="Choi Jeomki" userId="f1912f8b0928b9f1" providerId="LiveId" clId="{473EBD16-4E12-4E46-BB87-A007938A700F}" dt="2019-03-06T09:21:21.160" v="3999" actId="14100"/>
          <ac:spMkLst>
            <pc:docMk/>
            <pc:sldMk cId="4036319353" sldId="354"/>
            <ac:spMk id="26" creationId="{B74BC757-41CE-46FD-BA81-29C3B8F42C39}"/>
          </ac:spMkLst>
        </pc:spChg>
        <pc:picChg chg="mod">
          <ac:chgData name="Choi Jeomki" userId="f1912f8b0928b9f1" providerId="LiveId" clId="{473EBD16-4E12-4E46-BB87-A007938A700F}" dt="2019-03-06T09:21:15.726" v="3997" actId="553"/>
          <ac:picMkLst>
            <pc:docMk/>
            <pc:sldMk cId="4036319353" sldId="354"/>
            <ac:picMk id="12" creationId="{71CE075C-2808-4096-AD1D-EAFB8D1E215E}"/>
          </ac:picMkLst>
        </pc:picChg>
        <pc:picChg chg="mod">
          <ac:chgData name="Choi Jeomki" userId="f1912f8b0928b9f1" providerId="LiveId" clId="{473EBD16-4E12-4E46-BB87-A007938A700F}" dt="2019-03-06T09:21:15.726" v="3997" actId="553"/>
          <ac:picMkLst>
            <pc:docMk/>
            <pc:sldMk cId="4036319353" sldId="354"/>
            <ac:picMk id="13" creationId="{40EAFE08-517B-4D6F-A68C-D9E816DD4B61}"/>
          </ac:picMkLst>
        </pc:picChg>
        <pc:picChg chg="mod">
          <ac:chgData name="Choi Jeomki" userId="f1912f8b0928b9f1" providerId="LiveId" clId="{473EBD16-4E12-4E46-BB87-A007938A700F}" dt="2019-03-06T09:21:26.948" v="4012" actId="552"/>
          <ac:picMkLst>
            <pc:docMk/>
            <pc:sldMk cId="4036319353" sldId="354"/>
            <ac:picMk id="15" creationId="{30EDD2C6-49E6-49E8-BCD1-0E1199B6D113}"/>
          </ac:picMkLst>
        </pc:picChg>
        <pc:picChg chg="mod">
          <ac:chgData name="Choi Jeomki" userId="f1912f8b0928b9f1" providerId="LiveId" clId="{473EBD16-4E12-4E46-BB87-A007938A700F}" dt="2019-03-06T09:21:26.948" v="4012" actId="552"/>
          <ac:picMkLst>
            <pc:docMk/>
            <pc:sldMk cId="4036319353" sldId="354"/>
            <ac:picMk id="16" creationId="{E97F8076-2528-4E42-95A7-760E4B7156FE}"/>
          </ac:picMkLst>
        </pc:picChg>
        <pc:picChg chg="mod">
          <ac:chgData name="Choi Jeomki" userId="f1912f8b0928b9f1" providerId="LiveId" clId="{473EBD16-4E12-4E46-BB87-A007938A700F}" dt="2019-03-06T09:21:15.726" v="3997" actId="553"/>
          <ac:picMkLst>
            <pc:docMk/>
            <pc:sldMk cId="4036319353" sldId="354"/>
            <ac:picMk id="17" creationId="{D7A87029-B2DE-4CC5-A2B5-9C8C6F0F935B}"/>
          </ac:picMkLst>
        </pc:picChg>
      </pc:sldChg>
      <pc:sldChg chg="addSp delSp modSp">
        <pc:chgData name="Choi Jeomki" userId="f1912f8b0928b9f1" providerId="LiveId" clId="{473EBD16-4E12-4E46-BB87-A007938A700F}" dt="2019-03-06T09:24:33.824" v="4024" actId="14100"/>
        <pc:sldMkLst>
          <pc:docMk/>
          <pc:sldMk cId="3705383888" sldId="358"/>
        </pc:sldMkLst>
        <pc:spChg chg="mod">
          <ac:chgData name="Choi Jeomki" userId="f1912f8b0928b9f1" providerId="LiveId" clId="{473EBD16-4E12-4E46-BB87-A007938A700F}" dt="2019-03-06T09:24:29.383" v="4022" actId="14100"/>
          <ac:spMkLst>
            <pc:docMk/>
            <pc:sldMk cId="3705383888" sldId="358"/>
            <ac:spMk id="8" creationId="{A0BC577A-194C-436D-AD49-B1ED095FA7D9}"/>
          </ac:spMkLst>
        </pc:spChg>
        <pc:picChg chg="del mod">
          <ac:chgData name="Choi Jeomki" userId="f1912f8b0928b9f1" providerId="LiveId" clId="{473EBD16-4E12-4E46-BB87-A007938A700F}" dt="2019-03-06T09:24:12.911" v="4014" actId="478"/>
          <ac:picMkLst>
            <pc:docMk/>
            <pc:sldMk cId="3705383888" sldId="358"/>
            <ac:picMk id="5" creationId="{E19105DC-D661-4C84-9B27-609C62E460A2}"/>
          </ac:picMkLst>
        </pc:picChg>
        <pc:picChg chg="add mod">
          <ac:chgData name="Choi Jeomki" userId="f1912f8b0928b9f1" providerId="LiveId" clId="{473EBD16-4E12-4E46-BB87-A007938A700F}" dt="2019-03-06T09:24:33.824" v="4024" actId="14100"/>
          <ac:picMkLst>
            <pc:docMk/>
            <pc:sldMk cId="3705383888" sldId="358"/>
            <ac:picMk id="6" creationId="{B581C202-E045-41E6-8AFC-943A77DDBF96}"/>
          </ac:picMkLst>
        </pc:picChg>
      </pc:sldChg>
      <pc:sldChg chg="modSp">
        <pc:chgData name="Choi Jeomki" userId="f1912f8b0928b9f1" providerId="LiveId" clId="{473EBD16-4E12-4E46-BB87-A007938A700F}" dt="2019-03-06T09:27:51.917" v="4026" actId="20577"/>
        <pc:sldMkLst>
          <pc:docMk/>
          <pc:sldMk cId="2792391999" sldId="361"/>
        </pc:sldMkLst>
        <pc:spChg chg="mod">
          <ac:chgData name="Choi Jeomki" userId="f1912f8b0928b9f1" providerId="LiveId" clId="{473EBD16-4E12-4E46-BB87-A007938A700F}" dt="2019-02-22T08:01:03.496" v="3871"/>
          <ac:spMkLst>
            <pc:docMk/>
            <pc:sldMk cId="2792391999" sldId="361"/>
            <ac:spMk id="2" creationId="{00000000-0000-0000-0000-000000000000}"/>
          </ac:spMkLst>
        </pc:spChg>
        <pc:spChg chg="mod">
          <ac:chgData name="Choi Jeomki" userId="f1912f8b0928b9f1" providerId="LiveId" clId="{473EBD16-4E12-4E46-BB87-A007938A700F}" dt="2019-03-06T09:27:51.917" v="4026" actId="20577"/>
          <ac:spMkLst>
            <pc:docMk/>
            <pc:sldMk cId="2792391999" sldId="361"/>
            <ac:spMk id="26" creationId="{B74BC757-41CE-46FD-BA81-29C3B8F42C39}"/>
          </ac:spMkLst>
        </pc:spChg>
      </pc:sldChg>
      <pc:sldChg chg="addSp delSp modSp add">
        <pc:chgData name="Choi Jeomki" userId="f1912f8b0928b9f1" providerId="LiveId" clId="{473EBD16-4E12-4E46-BB87-A007938A700F}" dt="2019-02-20T06:15:54.823" v="3820" actId="14100"/>
        <pc:sldMkLst>
          <pc:docMk/>
          <pc:sldMk cId="3443180285" sldId="363"/>
        </pc:sldMkLst>
        <pc:spChg chg="del mod">
          <ac:chgData name="Choi Jeomki" userId="f1912f8b0928b9f1" providerId="LiveId" clId="{473EBD16-4E12-4E46-BB87-A007938A700F}" dt="2019-02-20T04:49:21.674" v="602"/>
          <ac:spMkLst>
            <pc:docMk/>
            <pc:sldMk cId="3443180285" sldId="363"/>
            <ac:spMk id="22" creationId="{19D82902-AEE4-45E3-96CD-029BADDEE915}"/>
          </ac:spMkLst>
        </pc:spChg>
        <pc:spChg chg="add">
          <ac:chgData name="Choi Jeomki" userId="f1912f8b0928b9f1" providerId="LiveId" clId="{473EBD16-4E12-4E46-BB87-A007938A700F}" dt="2019-02-19T23:43:17.865" v="37"/>
          <ac:spMkLst>
            <pc:docMk/>
            <pc:sldMk cId="3443180285" sldId="363"/>
            <ac:spMk id="28" creationId="{8F8111E9-D238-40A9-BDEC-F6EAFFE12304}"/>
          </ac:spMkLst>
        </pc:spChg>
        <pc:spChg chg="add del mod">
          <ac:chgData name="Choi Jeomki" userId="f1912f8b0928b9f1" providerId="LiveId" clId="{473EBD16-4E12-4E46-BB87-A007938A700F}" dt="2019-02-20T06:15:49.847" v="3817"/>
          <ac:spMkLst>
            <pc:docMk/>
            <pc:sldMk cId="3443180285" sldId="363"/>
            <ac:spMk id="29" creationId="{3A305C36-3E10-49BA-8EEC-7CA91195D4B9}"/>
          </ac:spMkLst>
        </pc:spChg>
        <pc:spChg chg="add">
          <ac:chgData name="Choi Jeomki" userId="f1912f8b0928b9f1" providerId="LiveId" clId="{473EBD16-4E12-4E46-BB87-A007938A700F}" dt="2019-02-20T06:15:52.343" v="3819"/>
          <ac:spMkLst>
            <pc:docMk/>
            <pc:sldMk cId="3443180285" sldId="363"/>
            <ac:spMk id="34" creationId="{144391CE-8812-4D10-BE25-67872B1E3EA9}"/>
          </ac:spMkLst>
        </pc:spChg>
        <pc:spChg chg="del">
          <ac:chgData name="Choi Jeomki" userId="f1912f8b0928b9f1" providerId="LiveId" clId="{473EBD16-4E12-4E46-BB87-A007938A700F}" dt="2019-02-19T23:43:08.634" v="2"/>
          <ac:spMkLst>
            <pc:docMk/>
            <pc:sldMk cId="3443180285" sldId="363"/>
            <ac:spMk id="37" creationId="{6A062C83-2067-45C1-AF2B-F40BD29AA2AB}"/>
          </ac:spMkLst>
        </pc:spChg>
        <pc:spChg chg="mod">
          <ac:chgData name="Choi Jeomki" userId="f1912f8b0928b9f1" providerId="LiveId" clId="{473EBD16-4E12-4E46-BB87-A007938A700F}" dt="2019-02-20T06:15:54.823" v="3820" actId="14100"/>
          <ac:spMkLst>
            <pc:docMk/>
            <pc:sldMk cId="3443180285" sldId="363"/>
            <ac:spMk id="39" creationId="{00000000-0000-0000-0000-000000000000}"/>
          </ac:spMkLst>
        </pc:spChg>
      </pc:sldChg>
      <pc:sldChg chg="addSp delSp modSp add">
        <pc:chgData name="Choi Jeomki" userId="f1912f8b0928b9f1" providerId="LiveId" clId="{473EBD16-4E12-4E46-BB87-A007938A700F}" dt="2019-02-20T05:29:51.148" v="2699"/>
        <pc:sldMkLst>
          <pc:docMk/>
          <pc:sldMk cId="417094657" sldId="364"/>
        </pc:sldMkLst>
        <pc:spChg chg="mod">
          <ac:chgData name="Choi Jeomki" userId="f1912f8b0928b9f1" providerId="LiveId" clId="{473EBD16-4E12-4E46-BB87-A007938A700F}" dt="2019-02-20T05:29:51.148" v="2699"/>
          <ac:spMkLst>
            <pc:docMk/>
            <pc:sldMk cId="417094657" sldId="364"/>
            <ac:spMk id="2" creationId="{00000000-0000-0000-0000-000000000000}"/>
          </ac:spMkLst>
        </pc:spChg>
        <pc:spChg chg="mod">
          <ac:chgData name="Choi Jeomki" userId="f1912f8b0928b9f1" providerId="LiveId" clId="{473EBD16-4E12-4E46-BB87-A007938A700F}" dt="2019-02-20T05:29:31.055" v="2682" actId="20577"/>
          <ac:spMkLst>
            <pc:docMk/>
            <pc:sldMk cId="417094657" sldId="364"/>
            <ac:spMk id="3" creationId="{00000000-0000-0000-0000-000000000000}"/>
          </ac:spMkLst>
        </pc:spChg>
        <pc:spChg chg="del">
          <ac:chgData name="Choi Jeomki" userId="f1912f8b0928b9f1" providerId="LiveId" clId="{473EBD16-4E12-4E46-BB87-A007938A700F}" dt="2019-02-19T23:43:22.579" v="38" actId="478"/>
          <ac:spMkLst>
            <pc:docMk/>
            <pc:sldMk cId="417094657" sldId="364"/>
            <ac:spMk id="4" creationId="{E420762C-F737-4CC3-B401-D7401ACC34B2}"/>
          </ac:spMkLst>
        </pc:spChg>
        <pc:spChg chg="del">
          <ac:chgData name="Choi Jeomki" userId="f1912f8b0928b9f1" providerId="LiveId" clId="{473EBD16-4E12-4E46-BB87-A007938A700F}" dt="2019-02-19T23:43:22.579" v="38" actId="478"/>
          <ac:spMkLst>
            <pc:docMk/>
            <pc:sldMk cId="417094657" sldId="364"/>
            <ac:spMk id="8" creationId="{A0BC577A-194C-436D-AD49-B1ED095FA7D9}"/>
          </ac:spMkLst>
        </pc:spChg>
        <pc:spChg chg="add mod">
          <ac:chgData name="Choi Jeomki" userId="f1912f8b0928b9f1" providerId="LiveId" clId="{473EBD16-4E12-4E46-BB87-A007938A700F}" dt="2019-02-20T05:26:45.594" v="2167" actId="14100"/>
          <ac:spMkLst>
            <pc:docMk/>
            <pc:sldMk cId="417094657" sldId="364"/>
            <ac:spMk id="12" creationId="{1CE053F2-C922-4817-8DF8-F6BA1C5838D6}"/>
          </ac:spMkLst>
        </pc:spChg>
        <pc:spChg chg="add mod">
          <ac:chgData name="Choi Jeomki" userId="f1912f8b0928b9f1" providerId="LiveId" clId="{473EBD16-4E12-4E46-BB87-A007938A700F}" dt="2019-02-20T05:27:25.738" v="2182" actId="20577"/>
          <ac:spMkLst>
            <pc:docMk/>
            <pc:sldMk cId="417094657" sldId="364"/>
            <ac:spMk id="16" creationId="{52D6DEA1-596B-4EBD-AE8D-5B1E7C25B655}"/>
          </ac:spMkLst>
        </pc:spChg>
        <pc:grpChg chg="add del mod">
          <ac:chgData name="Choi Jeomki" userId="f1912f8b0928b9f1" providerId="LiveId" clId="{473EBD16-4E12-4E46-BB87-A007938A700F}" dt="2019-02-20T05:24:04.998" v="2043" actId="165"/>
          <ac:grpSpMkLst>
            <pc:docMk/>
            <pc:sldMk cId="417094657" sldId="364"/>
            <ac:grpSpMk id="18" creationId="{E0ED59D6-82A0-4E0F-A1DF-D0CBE8ED0026}"/>
          </ac:grpSpMkLst>
        </pc:grpChg>
        <pc:picChg chg="add del">
          <ac:chgData name="Choi Jeomki" userId="f1912f8b0928b9f1" providerId="LiveId" clId="{473EBD16-4E12-4E46-BB87-A007938A700F}" dt="2019-02-20T01:27:09.371" v="50" actId="478"/>
          <ac:picMkLst>
            <pc:docMk/>
            <pc:sldMk cId="417094657" sldId="364"/>
            <ac:picMk id="5" creationId="{DFFC0D82-2528-42F4-8972-AF4D92C60DDF}"/>
          </ac:picMkLst>
        </pc:picChg>
        <pc:picChg chg="del">
          <ac:chgData name="Choi Jeomki" userId="f1912f8b0928b9f1" providerId="LiveId" clId="{473EBD16-4E12-4E46-BB87-A007938A700F}" dt="2019-02-19T23:43:22.579" v="38" actId="478"/>
          <ac:picMkLst>
            <pc:docMk/>
            <pc:sldMk cId="417094657" sldId="364"/>
            <ac:picMk id="6" creationId="{8D6DB390-6465-4B3F-8D0D-636C75A8EF17}"/>
          </ac:picMkLst>
        </pc:picChg>
        <pc:picChg chg="add del mod">
          <ac:chgData name="Choi Jeomki" userId="f1912f8b0928b9f1" providerId="LiveId" clId="{473EBD16-4E12-4E46-BB87-A007938A700F}" dt="2019-02-20T01:27:10.193" v="51" actId="478"/>
          <ac:picMkLst>
            <pc:docMk/>
            <pc:sldMk cId="417094657" sldId="364"/>
            <ac:picMk id="7" creationId="{15E95BEF-7D02-4EA8-8AF2-FC90E0EFA4AD}"/>
          </ac:picMkLst>
        </pc:picChg>
        <pc:picChg chg="del">
          <ac:chgData name="Choi Jeomki" userId="f1912f8b0928b9f1" providerId="LiveId" clId="{473EBD16-4E12-4E46-BB87-A007938A700F}" dt="2019-02-19T23:43:22.579" v="38" actId="478"/>
          <ac:picMkLst>
            <pc:docMk/>
            <pc:sldMk cId="417094657" sldId="364"/>
            <ac:picMk id="9" creationId="{60DA820F-1B41-4437-B027-09EFBB4FF8EB}"/>
          </ac:picMkLst>
        </pc:picChg>
        <pc:picChg chg="add del">
          <ac:chgData name="Choi Jeomki" userId="f1912f8b0928b9f1" providerId="LiveId" clId="{473EBD16-4E12-4E46-BB87-A007938A700F}" dt="2019-02-20T05:21:12.076" v="1942" actId="478"/>
          <ac:picMkLst>
            <pc:docMk/>
            <pc:sldMk cId="417094657" sldId="364"/>
            <ac:picMk id="10" creationId="{B45799C9-5042-49B6-B4B7-8CF36DBFAE80}"/>
          </ac:picMkLst>
        </pc:picChg>
        <pc:picChg chg="del">
          <ac:chgData name="Choi Jeomki" userId="f1912f8b0928b9f1" providerId="LiveId" clId="{473EBD16-4E12-4E46-BB87-A007938A700F}" dt="2019-02-19T23:43:22.579" v="38" actId="478"/>
          <ac:picMkLst>
            <pc:docMk/>
            <pc:sldMk cId="417094657" sldId="364"/>
            <ac:picMk id="11" creationId="{CE8BF414-39E8-4C9C-83FC-914DE2C163B1}"/>
          </ac:picMkLst>
        </pc:picChg>
        <pc:picChg chg="add mod topLvl modCrop">
          <ac:chgData name="Choi Jeomki" userId="f1912f8b0928b9f1" providerId="LiveId" clId="{473EBD16-4E12-4E46-BB87-A007938A700F}" dt="2019-02-20T05:26:49.508" v="2168" actId="553"/>
          <ac:picMkLst>
            <pc:docMk/>
            <pc:sldMk cId="417094657" sldId="364"/>
            <ac:picMk id="13" creationId="{6EB6A1B2-54A8-408B-8232-DC852CC20DFC}"/>
          </ac:picMkLst>
        </pc:picChg>
        <pc:picChg chg="add mod topLvl modCrop">
          <ac:chgData name="Choi Jeomki" userId="f1912f8b0928b9f1" providerId="LiveId" clId="{473EBD16-4E12-4E46-BB87-A007938A700F}" dt="2019-02-20T05:26:49.508" v="2168" actId="553"/>
          <ac:picMkLst>
            <pc:docMk/>
            <pc:sldMk cId="417094657" sldId="364"/>
            <ac:picMk id="14" creationId="{6188DA5E-C572-4AE8-84E1-389369C70554}"/>
          </ac:picMkLst>
        </pc:picChg>
        <pc:picChg chg="add mod">
          <ac:chgData name="Choi Jeomki" userId="f1912f8b0928b9f1" providerId="LiveId" clId="{473EBD16-4E12-4E46-BB87-A007938A700F}" dt="2019-02-20T05:26:49.508" v="2168" actId="553"/>
          <ac:picMkLst>
            <pc:docMk/>
            <pc:sldMk cId="417094657" sldId="364"/>
            <ac:picMk id="15" creationId="{61006F26-B186-4852-8109-23DF995161DB}"/>
          </ac:picMkLst>
        </pc:picChg>
        <pc:picChg chg="add mod topLvl">
          <ac:chgData name="Choi Jeomki" userId="f1912f8b0928b9f1" providerId="LiveId" clId="{473EBD16-4E12-4E46-BB87-A007938A700F}" dt="2019-02-20T05:26:49.508" v="2168" actId="553"/>
          <ac:picMkLst>
            <pc:docMk/>
            <pc:sldMk cId="417094657" sldId="364"/>
            <ac:picMk id="17" creationId="{BF6A9C00-543C-48AC-91BB-E0C22EE9C362}"/>
          </ac:picMkLst>
        </pc:picChg>
        <pc:picChg chg="add mod ord">
          <ac:chgData name="Choi Jeomki" userId="f1912f8b0928b9f1" providerId="LiveId" clId="{473EBD16-4E12-4E46-BB87-A007938A700F}" dt="2019-02-20T05:27:16.881" v="2176" actId="1076"/>
          <ac:picMkLst>
            <pc:docMk/>
            <pc:sldMk cId="417094657" sldId="364"/>
            <ac:picMk id="19" creationId="{A05A001D-3602-4D4F-8B2E-84DB815817D3}"/>
          </ac:picMkLst>
        </pc:picChg>
        <pc:picChg chg="add mod">
          <ac:chgData name="Choi Jeomki" userId="f1912f8b0928b9f1" providerId="LiveId" clId="{473EBD16-4E12-4E46-BB87-A007938A700F}" dt="2019-02-20T05:27:19.569" v="2177" actId="14100"/>
          <ac:picMkLst>
            <pc:docMk/>
            <pc:sldMk cId="417094657" sldId="364"/>
            <ac:picMk id="20" creationId="{4FB53A07-9F13-4879-9605-A39A9B10D600}"/>
          </ac:picMkLst>
        </pc:picChg>
      </pc:sldChg>
      <pc:sldChg chg="addSp delSp modSp add">
        <pc:chgData name="Choi Jeomki" userId="f1912f8b0928b9f1" providerId="LiveId" clId="{473EBD16-4E12-4E46-BB87-A007938A700F}" dt="2019-02-20T14:02:44.697" v="3845"/>
        <pc:sldMkLst>
          <pc:docMk/>
          <pc:sldMk cId="46498005" sldId="365"/>
        </pc:sldMkLst>
        <pc:spChg chg="mod">
          <ac:chgData name="Choi Jeomki" userId="f1912f8b0928b9f1" providerId="LiveId" clId="{473EBD16-4E12-4E46-BB87-A007938A700F}" dt="2019-02-20T14:02:44.697" v="3845"/>
          <ac:spMkLst>
            <pc:docMk/>
            <pc:sldMk cId="46498005" sldId="365"/>
            <ac:spMk id="2" creationId="{00000000-0000-0000-0000-000000000000}"/>
          </ac:spMkLst>
        </pc:spChg>
        <pc:spChg chg="mod">
          <ac:chgData name="Choi Jeomki" userId="f1912f8b0928b9f1" providerId="LiveId" clId="{473EBD16-4E12-4E46-BB87-A007938A700F}" dt="2019-02-20T05:15:25.800" v="1803" actId="20577"/>
          <ac:spMkLst>
            <pc:docMk/>
            <pc:sldMk cId="46498005" sldId="365"/>
            <ac:spMk id="3" creationId="{00000000-0000-0000-0000-000000000000}"/>
          </ac:spMkLst>
        </pc:spChg>
        <pc:spChg chg="del mod">
          <ac:chgData name="Choi Jeomki" userId="f1912f8b0928b9f1" providerId="LiveId" clId="{473EBD16-4E12-4E46-BB87-A007938A700F}" dt="2019-02-20T04:49:48.642" v="607" actId="478"/>
          <ac:spMkLst>
            <pc:docMk/>
            <pc:sldMk cId="46498005" sldId="365"/>
            <ac:spMk id="4" creationId="{73CB8ADF-821B-475E-BA22-04C1A0358EC9}"/>
          </ac:spMkLst>
        </pc:spChg>
        <pc:spChg chg="del">
          <ac:chgData name="Choi Jeomki" userId="f1912f8b0928b9f1" providerId="LiveId" clId="{473EBD16-4E12-4E46-BB87-A007938A700F}" dt="2019-02-20T04:49:48.642" v="607" actId="478"/>
          <ac:spMkLst>
            <pc:docMk/>
            <pc:sldMk cId="46498005" sldId="365"/>
            <ac:spMk id="5" creationId="{576A565C-CC34-452C-876B-3329D2A594C4}"/>
          </ac:spMkLst>
        </pc:spChg>
        <pc:spChg chg="add mod">
          <ac:chgData name="Choi Jeomki" userId="f1912f8b0928b9f1" providerId="LiveId" clId="{473EBD16-4E12-4E46-BB87-A007938A700F}" dt="2019-02-20T05:14:11.359" v="1672" actId="1038"/>
          <ac:spMkLst>
            <pc:docMk/>
            <pc:sldMk cId="46498005" sldId="365"/>
            <ac:spMk id="11" creationId="{704404F7-D80F-4C1E-ACC2-8AB5D751DC68}"/>
          </ac:spMkLst>
        </pc:spChg>
        <pc:spChg chg="add mod">
          <ac:chgData name="Choi Jeomki" userId="f1912f8b0928b9f1" providerId="LiveId" clId="{473EBD16-4E12-4E46-BB87-A007938A700F}" dt="2019-02-20T05:14:11.359" v="1672" actId="1038"/>
          <ac:spMkLst>
            <pc:docMk/>
            <pc:sldMk cId="46498005" sldId="365"/>
            <ac:spMk id="12" creationId="{DCBF12FE-000D-4D9A-9723-F1C134C5C2EE}"/>
          </ac:spMkLst>
        </pc:spChg>
        <pc:spChg chg="add mod">
          <ac:chgData name="Choi Jeomki" userId="f1912f8b0928b9f1" providerId="LiveId" clId="{473EBD16-4E12-4E46-BB87-A007938A700F}" dt="2019-02-20T05:12:30.386" v="1632" actId="1036"/>
          <ac:spMkLst>
            <pc:docMk/>
            <pc:sldMk cId="46498005" sldId="365"/>
            <ac:spMk id="13" creationId="{DB84EF69-0B6D-4697-A8B2-F73EE51B725F}"/>
          </ac:spMkLst>
        </pc:spChg>
        <pc:spChg chg="add mod">
          <ac:chgData name="Choi Jeomki" userId="f1912f8b0928b9f1" providerId="LiveId" clId="{473EBD16-4E12-4E46-BB87-A007938A700F}" dt="2019-02-20T05:12:30.386" v="1632" actId="1036"/>
          <ac:spMkLst>
            <pc:docMk/>
            <pc:sldMk cId="46498005" sldId="365"/>
            <ac:spMk id="14" creationId="{49D1F399-C73D-405F-895E-95B6C7AE3CE3}"/>
          </ac:spMkLst>
        </pc:spChg>
        <pc:spChg chg="add mod ord">
          <ac:chgData name="Choi Jeomki" userId="f1912f8b0928b9f1" providerId="LiveId" clId="{473EBD16-4E12-4E46-BB87-A007938A700F}" dt="2019-02-20T05:14:11.359" v="1672" actId="1038"/>
          <ac:spMkLst>
            <pc:docMk/>
            <pc:sldMk cId="46498005" sldId="365"/>
            <ac:spMk id="15" creationId="{D5C9CB1A-B07A-4C12-A20C-4029E33D3BB3}"/>
          </ac:spMkLst>
        </pc:spChg>
        <pc:graphicFrameChg chg="add mod modGraphic">
          <ac:chgData name="Choi Jeomki" userId="f1912f8b0928b9f1" providerId="LiveId" clId="{473EBD16-4E12-4E46-BB87-A007938A700F}" dt="2019-02-20T05:14:06.843" v="1664" actId="14734"/>
          <ac:graphicFrameMkLst>
            <pc:docMk/>
            <pc:sldMk cId="46498005" sldId="365"/>
            <ac:graphicFrameMk id="10" creationId="{A3C33E4A-B9E4-4BC9-B3B9-B823E7362395}"/>
          </ac:graphicFrameMkLst>
        </pc:graphicFrameChg>
        <pc:picChg chg="del">
          <ac:chgData name="Choi Jeomki" userId="f1912f8b0928b9f1" providerId="LiveId" clId="{473EBD16-4E12-4E46-BB87-A007938A700F}" dt="2019-02-20T04:49:48.642" v="607" actId="478"/>
          <ac:picMkLst>
            <pc:docMk/>
            <pc:sldMk cId="46498005" sldId="365"/>
            <ac:picMk id="7" creationId="{F44ED903-961A-494B-8A18-5D8D329995CD}"/>
          </ac:picMkLst>
        </pc:picChg>
        <pc:picChg chg="del">
          <ac:chgData name="Choi Jeomki" userId="f1912f8b0928b9f1" providerId="LiveId" clId="{473EBD16-4E12-4E46-BB87-A007938A700F}" dt="2019-02-20T04:49:48.642" v="607" actId="478"/>
          <ac:picMkLst>
            <pc:docMk/>
            <pc:sldMk cId="46498005" sldId="365"/>
            <ac:picMk id="8" creationId="{29F51D79-258D-45BA-B46C-FEF292AF53A5}"/>
          </ac:picMkLst>
        </pc:picChg>
        <pc:picChg chg="del">
          <ac:chgData name="Choi Jeomki" userId="f1912f8b0928b9f1" providerId="LiveId" clId="{473EBD16-4E12-4E46-BB87-A007938A700F}" dt="2019-02-20T04:49:48.642" v="607" actId="478"/>
          <ac:picMkLst>
            <pc:docMk/>
            <pc:sldMk cId="46498005" sldId="365"/>
            <ac:picMk id="9" creationId="{A74AE3D5-A4B7-4762-9723-0118524B45F4}"/>
          </ac:picMkLst>
        </pc:picChg>
      </pc:sldChg>
      <pc:sldChg chg="addSp delSp modSp add">
        <pc:chgData name="Choi Jeomki" userId="f1912f8b0928b9f1" providerId="LiveId" clId="{473EBD16-4E12-4E46-BB87-A007938A700F}" dt="2019-02-20T14:02:51.539" v="3862"/>
        <pc:sldMkLst>
          <pc:docMk/>
          <pc:sldMk cId="1457709427" sldId="366"/>
        </pc:sldMkLst>
        <pc:spChg chg="mod">
          <ac:chgData name="Choi Jeomki" userId="f1912f8b0928b9f1" providerId="LiveId" clId="{473EBD16-4E12-4E46-BB87-A007938A700F}" dt="2019-02-20T14:02:51.539" v="3862"/>
          <ac:spMkLst>
            <pc:docMk/>
            <pc:sldMk cId="1457709427" sldId="366"/>
            <ac:spMk id="2" creationId="{00000000-0000-0000-0000-000000000000}"/>
          </ac:spMkLst>
        </pc:spChg>
        <pc:spChg chg="mod">
          <ac:chgData name="Choi Jeomki" userId="f1912f8b0928b9f1" providerId="LiveId" clId="{473EBD16-4E12-4E46-BB87-A007938A700F}" dt="2019-02-20T05:17:37.931" v="1819" actId="20577"/>
          <ac:spMkLst>
            <pc:docMk/>
            <pc:sldMk cId="1457709427" sldId="366"/>
            <ac:spMk id="4" creationId="{73CB8ADF-821B-475E-BA22-04C1A0358EC9}"/>
          </ac:spMkLst>
        </pc:spChg>
        <pc:spChg chg="mod">
          <ac:chgData name="Choi Jeomki" userId="f1912f8b0928b9f1" providerId="LiveId" clId="{473EBD16-4E12-4E46-BB87-A007938A700F}" dt="2019-02-20T05:18:53.769" v="1841" actId="20577"/>
          <ac:spMkLst>
            <pc:docMk/>
            <pc:sldMk cId="1457709427" sldId="366"/>
            <ac:spMk id="5" creationId="{576A565C-CC34-452C-876B-3329D2A594C4}"/>
          </ac:spMkLst>
        </pc:spChg>
        <pc:picChg chg="add mod">
          <ac:chgData name="Choi Jeomki" userId="f1912f8b0928b9f1" providerId="LiveId" clId="{473EBD16-4E12-4E46-BB87-A007938A700F}" dt="2019-02-20T05:18:48.595" v="1839" actId="208"/>
          <ac:picMkLst>
            <pc:docMk/>
            <pc:sldMk cId="1457709427" sldId="366"/>
            <ac:picMk id="6" creationId="{64C0BAF5-2479-439B-96B9-A96276B8F132}"/>
          </ac:picMkLst>
        </pc:picChg>
        <pc:picChg chg="del">
          <ac:chgData name="Choi Jeomki" userId="f1912f8b0928b9f1" providerId="LiveId" clId="{473EBD16-4E12-4E46-BB87-A007938A700F}" dt="2019-02-20T05:16:54.669" v="1812" actId="478"/>
          <ac:picMkLst>
            <pc:docMk/>
            <pc:sldMk cId="1457709427" sldId="366"/>
            <ac:picMk id="7" creationId="{F44ED903-961A-494B-8A18-5D8D329995CD}"/>
          </ac:picMkLst>
        </pc:picChg>
        <pc:picChg chg="del">
          <ac:chgData name="Choi Jeomki" userId="f1912f8b0928b9f1" providerId="LiveId" clId="{473EBD16-4E12-4E46-BB87-A007938A700F}" dt="2019-02-20T05:16:54.276" v="1811" actId="478"/>
          <ac:picMkLst>
            <pc:docMk/>
            <pc:sldMk cId="1457709427" sldId="366"/>
            <ac:picMk id="8" creationId="{29F51D79-258D-45BA-B46C-FEF292AF53A5}"/>
          </ac:picMkLst>
        </pc:picChg>
        <pc:picChg chg="del">
          <ac:chgData name="Choi Jeomki" userId="f1912f8b0928b9f1" providerId="LiveId" clId="{473EBD16-4E12-4E46-BB87-A007938A700F}" dt="2019-02-20T05:16:53.846" v="1810" actId="478"/>
          <ac:picMkLst>
            <pc:docMk/>
            <pc:sldMk cId="1457709427" sldId="366"/>
            <ac:picMk id="9" creationId="{A74AE3D5-A4B7-4762-9723-0118524B45F4}"/>
          </ac:picMkLst>
        </pc:picChg>
        <pc:picChg chg="add del">
          <ac:chgData name="Choi Jeomki" userId="f1912f8b0928b9f1" providerId="LiveId" clId="{473EBD16-4E12-4E46-BB87-A007938A700F}" dt="2019-02-20T05:17:30.153" v="1815" actId="478"/>
          <ac:picMkLst>
            <pc:docMk/>
            <pc:sldMk cId="1457709427" sldId="366"/>
            <ac:picMk id="10" creationId="{D06A7A22-62E8-4267-8164-B5FBF018716D}"/>
          </ac:picMkLst>
        </pc:picChg>
        <pc:picChg chg="add mod">
          <ac:chgData name="Choi Jeomki" userId="f1912f8b0928b9f1" providerId="LiveId" clId="{473EBD16-4E12-4E46-BB87-A007938A700F}" dt="2019-02-20T05:18:55.834" v="1842" actId="1076"/>
          <ac:picMkLst>
            <pc:docMk/>
            <pc:sldMk cId="1457709427" sldId="366"/>
            <ac:picMk id="11" creationId="{3D1861EF-E512-452C-810B-2A7D8FBEF6DA}"/>
          </ac:picMkLst>
        </pc:picChg>
        <pc:picChg chg="add mod">
          <ac:chgData name="Choi Jeomki" userId="f1912f8b0928b9f1" providerId="LiveId" clId="{473EBD16-4E12-4E46-BB87-A007938A700F}" dt="2019-02-20T05:18:51.227" v="1840" actId="1076"/>
          <ac:picMkLst>
            <pc:docMk/>
            <pc:sldMk cId="1457709427" sldId="366"/>
            <ac:picMk id="12" creationId="{114F99C8-B272-4E47-BCC3-36E45AD2A993}"/>
          </ac:picMkLst>
        </pc:picChg>
      </pc:sldChg>
      <pc:sldChg chg="addSp delSp modSp add">
        <pc:chgData name="Choi Jeomki" userId="f1912f8b0928b9f1" providerId="LiveId" clId="{473EBD16-4E12-4E46-BB87-A007938A700F}" dt="2019-02-20T06:00:04.490" v="3664" actId="20577"/>
        <pc:sldMkLst>
          <pc:docMk/>
          <pc:sldMk cId="3729968636" sldId="367"/>
        </pc:sldMkLst>
        <pc:spChg chg="mod">
          <ac:chgData name="Choi Jeomki" userId="f1912f8b0928b9f1" providerId="LiveId" clId="{473EBD16-4E12-4E46-BB87-A007938A700F}" dt="2019-02-20T06:00:04.490" v="3664" actId="20577"/>
          <ac:spMkLst>
            <pc:docMk/>
            <pc:sldMk cId="3729968636" sldId="367"/>
            <ac:spMk id="2" creationId="{00000000-0000-0000-0000-000000000000}"/>
          </ac:spMkLst>
        </pc:spChg>
        <pc:spChg chg="mod">
          <ac:chgData name="Choi Jeomki" userId="f1912f8b0928b9f1" providerId="LiveId" clId="{473EBD16-4E12-4E46-BB87-A007938A700F}" dt="2019-02-20T05:46:16.077" v="3185"/>
          <ac:spMkLst>
            <pc:docMk/>
            <pc:sldMk cId="3729968636" sldId="367"/>
            <ac:spMk id="3" creationId="{00000000-0000-0000-0000-000000000000}"/>
          </ac:spMkLst>
        </pc:spChg>
        <pc:spChg chg="add mod">
          <ac:chgData name="Choi Jeomki" userId="f1912f8b0928b9f1" providerId="LiveId" clId="{473EBD16-4E12-4E46-BB87-A007938A700F}" dt="2019-02-20T05:39:22.844" v="2867" actId="554"/>
          <ac:spMkLst>
            <pc:docMk/>
            <pc:sldMk cId="3729968636" sldId="367"/>
            <ac:spMk id="4" creationId="{DC8FB368-D65A-4D44-9866-E57F89AD9A2E}"/>
          </ac:spMkLst>
        </pc:spChg>
        <pc:spChg chg="add mod">
          <ac:chgData name="Choi Jeomki" userId="f1912f8b0928b9f1" providerId="LiveId" clId="{473EBD16-4E12-4E46-BB87-A007938A700F}" dt="2019-02-20T05:40:37.755" v="2955"/>
          <ac:spMkLst>
            <pc:docMk/>
            <pc:sldMk cId="3729968636" sldId="367"/>
            <ac:spMk id="7" creationId="{C34C6603-91A6-43B6-814E-E159ADC2CE59}"/>
          </ac:spMkLst>
        </pc:spChg>
        <pc:picChg chg="add mod">
          <ac:chgData name="Choi Jeomki" userId="f1912f8b0928b9f1" providerId="LiveId" clId="{473EBD16-4E12-4E46-BB87-A007938A700F}" dt="2019-02-20T05:45:02.378" v="2978" actId="208"/>
          <ac:picMkLst>
            <pc:docMk/>
            <pc:sldMk cId="3729968636" sldId="367"/>
            <ac:picMk id="5" creationId="{D1C30B5C-5650-495B-ADD7-752767453D86}"/>
          </ac:picMkLst>
        </pc:picChg>
        <pc:picChg chg="add mod">
          <ac:chgData name="Choi Jeomki" userId="f1912f8b0928b9f1" providerId="LiveId" clId="{473EBD16-4E12-4E46-BB87-A007938A700F}" dt="2019-02-20T05:45:02.378" v="2978" actId="208"/>
          <ac:picMkLst>
            <pc:docMk/>
            <pc:sldMk cId="3729968636" sldId="367"/>
            <ac:picMk id="6" creationId="{2B372BCF-7ACE-43EB-96E6-E9CCC13001AA}"/>
          </ac:picMkLst>
        </pc:picChg>
        <pc:picChg chg="add del mod">
          <ac:chgData name="Choi Jeomki" userId="f1912f8b0928b9f1" providerId="LiveId" clId="{473EBD16-4E12-4E46-BB87-A007938A700F}" dt="2019-02-20T05:42:42.156" v="2960" actId="478"/>
          <ac:picMkLst>
            <pc:docMk/>
            <pc:sldMk cId="3729968636" sldId="367"/>
            <ac:picMk id="8" creationId="{E0AD589A-5593-4A43-B3D1-C7F87B600630}"/>
          </ac:picMkLst>
        </pc:picChg>
        <pc:picChg chg="add mod">
          <ac:chgData name="Choi Jeomki" userId="f1912f8b0928b9f1" providerId="LiveId" clId="{473EBD16-4E12-4E46-BB87-A007938A700F}" dt="2019-02-20T05:45:02.378" v="2978" actId="208"/>
          <ac:picMkLst>
            <pc:docMk/>
            <pc:sldMk cId="3729968636" sldId="367"/>
            <ac:picMk id="9" creationId="{19C42563-8218-4B5A-8265-A135E46B1717}"/>
          </ac:picMkLst>
        </pc:picChg>
        <pc:picChg chg="add del mod">
          <ac:chgData name="Choi Jeomki" userId="f1912f8b0928b9f1" providerId="LiveId" clId="{473EBD16-4E12-4E46-BB87-A007938A700F}" dt="2019-02-20T05:44:08.441" v="2966" actId="478"/>
          <ac:picMkLst>
            <pc:docMk/>
            <pc:sldMk cId="3729968636" sldId="367"/>
            <ac:picMk id="10" creationId="{379192FE-EDB0-414D-BCC4-13BE593AA80F}"/>
          </ac:picMkLst>
        </pc:picChg>
        <pc:picChg chg="add del mod">
          <ac:chgData name="Choi Jeomki" userId="f1912f8b0928b9f1" providerId="LiveId" clId="{473EBD16-4E12-4E46-BB87-A007938A700F}" dt="2019-02-20T05:44:50.822" v="2974" actId="478"/>
          <ac:picMkLst>
            <pc:docMk/>
            <pc:sldMk cId="3729968636" sldId="367"/>
            <ac:picMk id="11" creationId="{3C128F6D-DFA2-4D89-B59D-A22153E4DAE8}"/>
          </ac:picMkLst>
        </pc:picChg>
        <pc:picChg chg="add mod">
          <ac:chgData name="Choi Jeomki" userId="f1912f8b0928b9f1" providerId="LiveId" clId="{473EBD16-4E12-4E46-BB87-A007938A700F}" dt="2019-02-20T05:45:02.378" v="2978" actId="208"/>
          <ac:picMkLst>
            <pc:docMk/>
            <pc:sldMk cId="3729968636" sldId="367"/>
            <ac:picMk id="12" creationId="{4C098210-3E44-4F97-9365-8EEB4B2B6BD5}"/>
          </ac:picMkLst>
        </pc:picChg>
      </pc:sldChg>
      <pc:sldChg chg="addSp delSp modSp add">
        <pc:chgData name="Choi Jeomki" userId="f1912f8b0928b9f1" providerId="LiveId" clId="{473EBD16-4E12-4E46-BB87-A007938A700F}" dt="2019-03-06T09:38:32.713" v="4038" actId="552"/>
        <pc:sldMkLst>
          <pc:docMk/>
          <pc:sldMk cId="559297383" sldId="368"/>
        </pc:sldMkLst>
        <pc:spChg chg="mod">
          <ac:chgData name="Choi Jeomki" userId="f1912f8b0928b9f1" providerId="LiveId" clId="{473EBD16-4E12-4E46-BB87-A007938A700F}" dt="2019-02-20T06:00:20.967" v="3703"/>
          <ac:spMkLst>
            <pc:docMk/>
            <pc:sldMk cId="559297383" sldId="368"/>
            <ac:spMk id="2" creationId="{00000000-0000-0000-0000-000000000000}"/>
          </ac:spMkLst>
        </pc:spChg>
        <pc:spChg chg="mod">
          <ac:chgData name="Choi Jeomki" userId="f1912f8b0928b9f1" providerId="LiveId" clId="{473EBD16-4E12-4E46-BB87-A007938A700F}" dt="2019-02-20T06:14:20.601" v="3794"/>
          <ac:spMkLst>
            <pc:docMk/>
            <pc:sldMk cId="559297383" sldId="368"/>
            <ac:spMk id="3" creationId="{00000000-0000-0000-0000-000000000000}"/>
          </ac:spMkLst>
        </pc:spChg>
        <pc:spChg chg="add mod">
          <ac:chgData name="Choi Jeomki" userId="f1912f8b0928b9f1" providerId="LiveId" clId="{473EBD16-4E12-4E46-BB87-A007938A700F}" dt="2019-03-06T09:38:19.995" v="4033" actId="20577"/>
          <ac:spMkLst>
            <pc:docMk/>
            <pc:sldMk cId="559297383" sldId="368"/>
            <ac:spMk id="4" creationId="{ADA03E13-0BBF-4FF1-A322-39BEFA579A6B}"/>
          </ac:spMkLst>
        </pc:spChg>
        <pc:spChg chg="add mod">
          <ac:chgData name="Choi Jeomki" userId="f1912f8b0928b9f1" providerId="LiveId" clId="{473EBD16-4E12-4E46-BB87-A007938A700F}" dt="2019-02-20T06:04:43.978" v="3752" actId="20577"/>
          <ac:spMkLst>
            <pc:docMk/>
            <pc:sldMk cId="559297383" sldId="368"/>
            <ac:spMk id="8" creationId="{82BD7C83-8C2B-4446-B6A1-0F059BAC3EB1}"/>
          </ac:spMkLst>
        </pc:spChg>
        <pc:picChg chg="add del mod">
          <ac:chgData name="Choi Jeomki" userId="f1912f8b0928b9f1" providerId="LiveId" clId="{473EBD16-4E12-4E46-BB87-A007938A700F}" dt="2019-02-20T06:02:34.518" v="3716" actId="478"/>
          <ac:picMkLst>
            <pc:docMk/>
            <pc:sldMk cId="559297383" sldId="368"/>
            <ac:picMk id="5" creationId="{0B72A2A7-E429-4F22-A837-C4106A61D93F}"/>
          </ac:picMkLst>
        </pc:picChg>
        <pc:picChg chg="add mod">
          <ac:chgData name="Choi Jeomki" userId="f1912f8b0928b9f1" providerId="LiveId" clId="{473EBD16-4E12-4E46-BB87-A007938A700F}" dt="2019-03-06T09:38:32.713" v="4038" actId="552"/>
          <ac:picMkLst>
            <pc:docMk/>
            <pc:sldMk cId="559297383" sldId="368"/>
            <ac:picMk id="5" creationId="{B795A229-7F0C-4B0C-B11A-5F93656CBE6A}"/>
          </ac:picMkLst>
        </pc:picChg>
        <pc:picChg chg="add mod">
          <ac:chgData name="Choi Jeomki" userId="f1912f8b0928b9f1" providerId="LiveId" clId="{473EBD16-4E12-4E46-BB87-A007938A700F}" dt="2019-03-06T09:38:32.713" v="4038" actId="552"/>
          <ac:picMkLst>
            <pc:docMk/>
            <pc:sldMk cId="559297383" sldId="368"/>
            <ac:picMk id="6" creationId="{92B48D5C-0A6B-4948-B68F-F5A799A74D49}"/>
          </ac:picMkLst>
        </pc:picChg>
        <pc:picChg chg="add mod">
          <ac:chgData name="Choi Jeomki" userId="f1912f8b0928b9f1" providerId="LiveId" clId="{473EBD16-4E12-4E46-BB87-A007938A700F}" dt="2019-02-20T06:05:35.218" v="3766" actId="555"/>
          <ac:picMkLst>
            <pc:docMk/>
            <pc:sldMk cId="559297383" sldId="368"/>
            <ac:picMk id="7" creationId="{8535830E-80CA-4B39-A5EB-F84C8697F636}"/>
          </ac:picMkLst>
        </pc:picChg>
        <pc:picChg chg="add mod">
          <ac:chgData name="Choi Jeomki" userId="f1912f8b0928b9f1" providerId="LiveId" clId="{473EBD16-4E12-4E46-BB87-A007938A700F}" dt="2019-02-20T06:05:35.218" v="3766" actId="555"/>
          <ac:picMkLst>
            <pc:docMk/>
            <pc:sldMk cId="559297383" sldId="368"/>
            <ac:picMk id="9" creationId="{8779E177-EC73-41C1-A8FC-72BC2D12091E}"/>
          </ac:picMkLst>
        </pc:picChg>
      </pc:sldChg>
      <pc:sldChg chg="addSp delSp modSp add">
        <pc:chgData name="Choi Jeomki" userId="f1912f8b0928b9f1" providerId="LiveId" clId="{473EBD16-4E12-4E46-BB87-A007938A700F}" dt="2019-02-20T06:00:09.726" v="3669" actId="20577"/>
        <pc:sldMkLst>
          <pc:docMk/>
          <pc:sldMk cId="4034866207" sldId="373"/>
        </pc:sldMkLst>
        <pc:spChg chg="mod">
          <ac:chgData name="Choi Jeomki" userId="f1912f8b0928b9f1" providerId="LiveId" clId="{473EBD16-4E12-4E46-BB87-A007938A700F}" dt="2019-02-20T06:00:09.726" v="3669" actId="20577"/>
          <ac:spMkLst>
            <pc:docMk/>
            <pc:sldMk cId="4034866207" sldId="373"/>
            <ac:spMk id="2" creationId="{00000000-0000-0000-0000-000000000000}"/>
          </ac:spMkLst>
        </pc:spChg>
        <pc:spChg chg="mod">
          <ac:chgData name="Choi Jeomki" userId="f1912f8b0928b9f1" providerId="LiveId" clId="{473EBD16-4E12-4E46-BB87-A007938A700F}" dt="2019-02-20T05:50:30.503" v="3325" actId="20577"/>
          <ac:spMkLst>
            <pc:docMk/>
            <pc:sldMk cId="4034866207" sldId="373"/>
            <ac:spMk id="3" creationId="{00000000-0000-0000-0000-000000000000}"/>
          </ac:spMkLst>
        </pc:spChg>
        <pc:spChg chg="mod">
          <ac:chgData name="Choi Jeomki" userId="f1912f8b0928b9f1" providerId="LiveId" clId="{473EBD16-4E12-4E46-BB87-A007938A700F}" dt="2019-02-20T05:47:39.292" v="3201" actId="207"/>
          <ac:spMkLst>
            <pc:docMk/>
            <pc:sldMk cId="4034866207" sldId="373"/>
            <ac:spMk id="4" creationId="{DC8FB368-D65A-4D44-9866-E57F89AD9A2E}"/>
          </ac:spMkLst>
        </pc:spChg>
        <pc:spChg chg="mod">
          <ac:chgData name="Choi Jeomki" userId="f1912f8b0928b9f1" providerId="LiveId" clId="{473EBD16-4E12-4E46-BB87-A007938A700F}" dt="2019-02-20T05:49:07.212" v="3212" actId="207"/>
          <ac:spMkLst>
            <pc:docMk/>
            <pc:sldMk cId="4034866207" sldId="373"/>
            <ac:spMk id="7" creationId="{C34C6603-91A6-43B6-814E-E159ADC2CE59}"/>
          </ac:spMkLst>
        </pc:spChg>
        <pc:picChg chg="del">
          <ac:chgData name="Choi Jeomki" userId="f1912f8b0928b9f1" providerId="LiveId" clId="{473EBD16-4E12-4E46-BB87-A007938A700F}" dt="2019-02-20T05:47:08.107" v="3187" actId="478"/>
          <ac:picMkLst>
            <pc:docMk/>
            <pc:sldMk cId="4034866207" sldId="373"/>
            <ac:picMk id="5" creationId="{D1C30B5C-5650-495B-ADD7-752767453D86}"/>
          </ac:picMkLst>
        </pc:picChg>
        <pc:picChg chg="del">
          <ac:chgData name="Choi Jeomki" userId="f1912f8b0928b9f1" providerId="LiveId" clId="{473EBD16-4E12-4E46-BB87-A007938A700F}" dt="2019-02-20T05:47:08.107" v="3187" actId="478"/>
          <ac:picMkLst>
            <pc:docMk/>
            <pc:sldMk cId="4034866207" sldId="373"/>
            <ac:picMk id="6" creationId="{2B372BCF-7ACE-43EB-96E6-E9CCC13001AA}"/>
          </ac:picMkLst>
        </pc:picChg>
        <pc:picChg chg="add mod">
          <ac:chgData name="Choi Jeomki" userId="f1912f8b0928b9f1" providerId="LiveId" clId="{473EBD16-4E12-4E46-BB87-A007938A700F}" dt="2019-02-20T05:50:01.844" v="3236" actId="1035"/>
          <ac:picMkLst>
            <pc:docMk/>
            <pc:sldMk cId="4034866207" sldId="373"/>
            <ac:picMk id="8" creationId="{C9F2957E-40C3-4BE6-8B15-14BD696FBC78}"/>
          </ac:picMkLst>
        </pc:picChg>
        <pc:picChg chg="del">
          <ac:chgData name="Choi Jeomki" userId="f1912f8b0928b9f1" providerId="LiveId" clId="{473EBD16-4E12-4E46-BB87-A007938A700F}" dt="2019-02-20T05:47:08.107" v="3187" actId="478"/>
          <ac:picMkLst>
            <pc:docMk/>
            <pc:sldMk cId="4034866207" sldId="373"/>
            <ac:picMk id="9" creationId="{19C42563-8218-4B5A-8265-A135E46B1717}"/>
          </ac:picMkLst>
        </pc:picChg>
        <pc:picChg chg="add mod">
          <ac:chgData name="Choi Jeomki" userId="f1912f8b0928b9f1" providerId="LiveId" clId="{473EBD16-4E12-4E46-BB87-A007938A700F}" dt="2019-02-20T05:50:01.844" v="3236" actId="1035"/>
          <ac:picMkLst>
            <pc:docMk/>
            <pc:sldMk cId="4034866207" sldId="373"/>
            <ac:picMk id="10" creationId="{8AB902E4-C667-42D9-9823-3F7EBD4587A7}"/>
          </ac:picMkLst>
        </pc:picChg>
        <pc:picChg chg="add mod">
          <ac:chgData name="Choi Jeomki" userId="f1912f8b0928b9f1" providerId="LiveId" clId="{473EBD16-4E12-4E46-BB87-A007938A700F}" dt="2019-02-20T05:50:01.844" v="3236" actId="1035"/>
          <ac:picMkLst>
            <pc:docMk/>
            <pc:sldMk cId="4034866207" sldId="373"/>
            <ac:picMk id="11" creationId="{49636378-C2AE-4065-824E-E4557AADC6C0}"/>
          </ac:picMkLst>
        </pc:picChg>
        <pc:picChg chg="del">
          <ac:chgData name="Choi Jeomki" userId="f1912f8b0928b9f1" providerId="LiveId" clId="{473EBD16-4E12-4E46-BB87-A007938A700F}" dt="2019-02-20T05:47:08.107" v="3187" actId="478"/>
          <ac:picMkLst>
            <pc:docMk/>
            <pc:sldMk cId="4034866207" sldId="373"/>
            <ac:picMk id="12" creationId="{4C098210-3E44-4F97-9365-8EEB4B2B6BD5}"/>
          </ac:picMkLst>
        </pc:picChg>
        <pc:picChg chg="add mod">
          <ac:chgData name="Choi Jeomki" userId="f1912f8b0928b9f1" providerId="LiveId" clId="{473EBD16-4E12-4E46-BB87-A007938A700F}" dt="2019-02-20T05:50:01.844" v="3236" actId="1035"/>
          <ac:picMkLst>
            <pc:docMk/>
            <pc:sldMk cId="4034866207" sldId="373"/>
            <ac:picMk id="13" creationId="{FFB04DA7-AE2B-4137-9E1A-0A2D3435C5F5}"/>
          </ac:picMkLst>
        </pc:picChg>
      </pc:sldChg>
      <pc:sldChg chg="addSp delSp modSp add">
        <pc:chgData name="Choi Jeomki" userId="f1912f8b0928b9f1" providerId="LiveId" clId="{473EBD16-4E12-4E46-BB87-A007938A700F}" dt="2019-03-06T09:36:20.522" v="4027" actId="20577"/>
        <pc:sldMkLst>
          <pc:docMk/>
          <pc:sldMk cId="1308873327" sldId="374"/>
        </pc:sldMkLst>
        <pc:spChg chg="mod">
          <ac:chgData name="Choi Jeomki" userId="f1912f8b0928b9f1" providerId="LiveId" clId="{473EBD16-4E12-4E46-BB87-A007938A700F}" dt="2019-02-20T06:00:14.426" v="3674" actId="20577"/>
          <ac:spMkLst>
            <pc:docMk/>
            <pc:sldMk cId="1308873327" sldId="374"/>
            <ac:spMk id="2" creationId="{00000000-0000-0000-0000-000000000000}"/>
          </ac:spMkLst>
        </pc:spChg>
        <pc:spChg chg="mod">
          <ac:chgData name="Choi Jeomki" userId="f1912f8b0928b9f1" providerId="LiveId" clId="{473EBD16-4E12-4E46-BB87-A007938A700F}" dt="2019-02-20T05:51:13.113" v="3430" actId="20577"/>
          <ac:spMkLst>
            <pc:docMk/>
            <pc:sldMk cId="1308873327" sldId="374"/>
            <ac:spMk id="3" creationId="{00000000-0000-0000-0000-000000000000}"/>
          </ac:spMkLst>
        </pc:spChg>
        <pc:spChg chg="mod">
          <ac:chgData name="Choi Jeomki" userId="f1912f8b0928b9f1" providerId="LiveId" clId="{473EBD16-4E12-4E46-BB87-A007938A700F}" dt="2019-02-20T05:59:06.456" v="3645" actId="14100"/>
          <ac:spMkLst>
            <pc:docMk/>
            <pc:sldMk cId="1308873327" sldId="374"/>
            <ac:spMk id="4" creationId="{DC8FB368-D65A-4D44-9866-E57F89AD9A2E}"/>
          </ac:spMkLst>
        </pc:spChg>
        <pc:spChg chg="del">
          <ac:chgData name="Choi Jeomki" userId="f1912f8b0928b9f1" providerId="LiveId" clId="{473EBD16-4E12-4E46-BB87-A007938A700F}" dt="2019-02-20T05:51:22.753" v="3432" actId="478"/>
          <ac:spMkLst>
            <pc:docMk/>
            <pc:sldMk cId="1308873327" sldId="374"/>
            <ac:spMk id="7" creationId="{C34C6603-91A6-43B6-814E-E159ADC2CE59}"/>
          </ac:spMkLst>
        </pc:spChg>
        <pc:spChg chg="add mod">
          <ac:chgData name="Choi Jeomki" userId="f1912f8b0928b9f1" providerId="LiveId" clId="{473EBD16-4E12-4E46-BB87-A007938A700F}" dt="2019-03-06T09:36:20.522" v="4027" actId="20577"/>
          <ac:spMkLst>
            <pc:docMk/>
            <pc:sldMk cId="1308873327" sldId="374"/>
            <ac:spMk id="15" creationId="{51855412-C692-43B7-98CD-A9A9F845BC47}"/>
          </ac:spMkLst>
        </pc:spChg>
        <pc:picChg chg="add mod modCrop">
          <ac:chgData name="Choi Jeomki" userId="f1912f8b0928b9f1" providerId="LiveId" clId="{473EBD16-4E12-4E46-BB87-A007938A700F}" dt="2019-02-20T05:59:39.625" v="3659" actId="208"/>
          <ac:picMkLst>
            <pc:docMk/>
            <pc:sldMk cId="1308873327" sldId="374"/>
            <ac:picMk id="5" creationId="{B8B2BF0E-3521-417D-A6E2-7ABE93B1AFAE}"/>
          </ac:picMkLst>
        </pc:picChg>
        <pc:picChg chg="add mod modCrop">
          <ac:chgData name="Choi Jeomki" userId="f1912f8b0928b9f1" providerId="LiveId" clId="{473EBD16-4E12-4E46-BB87-A007938A700F}" dt="2019-02-20T05:59:39.625" v="3659" actId="208"/>
          <ac:picMkLst>
            <pc:docMk/>
            <pc:sldMk cId="1308873327" sldId="374"/>
            <ac:picMk id="6" creationId="{2B5CC6CA-67FF-4984-9594-A0ADA498B891}"/>
          </ac:picMkLst>
        </pc:picChg>
        <pc:picChg chg="del">
          <ac:chgData name="Choi Jeomki" userId="f1912f8b0928b9f1" providerId="LiveId" clId="{473EBD16-4E12-4E46-BB87-A007938A700F}" dt="2019-02-20T05:51:20.238" v="3431" actId="478"/>
          <ac:picMkLst>
            <pc:docMk/>
            <pc:sldMk cId="1308873327" sldId="374"/>
            <ac:picMk id="8" creationId="{C9F2957E-40C3-4BE6-8B15-14BD696FBC78}"/>
          </ac:picMkLst>
        </pc:picChg>
        <pc:picChg chg="del">
          <ac:chgData name="Choi Jeomki" userId="f1912f8b0928b9f1" providerId="LiveId" clId="{473EBD16-4E12-4E46-BB87-A007938A700F}" dt="2019-02-20T05:51:20.238" v="3431" actId="478"/>
          <ac:picMkLst>
            <pc:docMk/>
            <pc:sldMk cId="1308873327" sldId="374"/>
            <ac:picMk id="10" creationId="{8AB902E4-C667-42D9-9823-3F7EBD4587A7}"/>
          </ac:picMkLst>
        </pc:picChg>
        <pc:picChg chg="del">
          <ac:chgData name="Choi Jeomki" userId="f1912f8b0928b9f1" providerId="LiveId" clId="{473EBD16-4E12-4E46-BB87-A007938A700F}" dt="2019-02-20T05:51:20.238" v="3431" actId="478"/>
          <ac:picMkLst>
            <pc:docMk/>
            <pc:sldMk cId="1308873327" sldId="374"/>
            <ac:picMk id="11" creationId="{49636378-C2AE-4065-824E-E4557AADC6C0}"/>
          </ac:picMkLst>
        </pc:picChg>
        <pc:picChg chg="add mod modCrop">
          <ac:chgData name="Choi Jeomki" userId="f1912f8b0928b9f1" providerId="LiveId" clId="{473EBD16-4E12-4E46-BB87-A007938A700F}" dt="2019-02-20T05:59:39.625" v="3659" actId="208"/>
          <ac:picMkLst>
            <pc:docMk/>
            <pc:sldMk cId="1308873327" sldId="374"/>
            <ac:picMk id="12" creationId="{49C94985-56A5-4F3B-ABAA-D0314C01DA0B}"/>
          </ac:picMkLst>
        </pc:picChg>
        <pc:picChg chg="del">
          <ac:chgData name="Choi Jeomki" userId="f1912f8b0928b9f1" providerId="LiveId" clId="{473EBD16-4E12-4E46-BB87-A007938A700F}" dt="2019-02-20T05:51:20.238" v="3431" actId="478"/>
          <ac:picMkLst>
            <pc:docMk/>
            <pc:sldMk cId="1308873327" sldId="374"/>
            <ac:picMk id="13" creationId="{FFB04DA7-AE2B-4137-9E1A-0A2D3435C5F5}"/>
          </ac:picMkLst>
        </pc:picChg>
        <pc:picChg chg="add mod modCrop">
          <ac:chgData name="Choi Jeomki" userId="f1912f8b0928b9f1" providerId="LiveId" clId="{473EBD16-4E12-4E46-BB87-A007938A700F}" dt="2019-02-20T05:59:39.625" v="3659" actId="208"/>
          <ac:picMkLst>
            <pc:docMk/>
            <pc:sldMk cId="1308873327" sldId="374"/>
            <ac:picMk id="14" creationId="{11C4B456-E3D8-4FD1-B09F-0F24B8292DC6}"/>
          </ac:picMkLst>
        </pc:picChg>
        <pc:picChg chg="add mod modCrop">
          <ac:chgData name="Choi Jeomki" userId="f1912f8b0928b9f1" providerId="LiveId" clId="{473EBD16-4E12-4E46-BB87-A007938A700F}" dt="2019-02-20T05:59:39.625" v="3659" actId="208"/>
          <ac:picMkLst>
            <pc:docMk/>
            <pc:sldMk cId="1308873327" sldId="374"/>
            <ac:picMk id="16" creationId="{CAF58380-FBBF-490A-927F-8A26C2D1507C}"/>
          </ac:picMkLst>
        </pc:picChg>
      </pc:sldChg>
    </pc:docChg>
  </pc:docChgLst>
  <pc:docChgLst>
    <pc:chgData name="Choi Jeomki" userId="f1912f8b0928b9f1" providerId="LiveId" clId="{B2BCA8AB-E8F2-4DD2-A10D-D82BF7F41353}"/>
    <pc:docChg chg="undo custSel addSld delSld modSld sldOrd">
      <pc:chgData name="Choi Jeomki" userId="f1912f8b0928b9f1" providerId="LiveId" clId="{B2BCA8AB-E8F2-4DD2-A10D-D82BF7F41353}" dt="2019-02-19T20:03:07.382" v="7106" actId="2696"/>
      <pc:docMkLst>
        <pc:docMk/>
      </pc:docMkLst>
      <pc:sldChg chg="addSp delSp modSp add del ord">
        <pc:chgData name="Choi Jeomki" userId="f1912f8b0928b9f1" providerId="LiveId" clId="{B2BCA8AB-E8F2-4DD2-A10D-D82BF7F41353}" dt="2019-02-19T04:08:05.534" v="2398"/>
        <pc:sldMkLst>
          <pc:docMk/>
          <pc:sldMk cId="3091683995" sldId="301"/>
        </pc:sldMkLst>
        <pc:spChg chg="mod">
          <ac:chgData name="Choi Jeomki" userId="f1912f8b0928b9f1" providerId="LiveId" clId="{B2BCA8AB-E8F2-4DD2-A10D-D82BF7F41353}" dt="2019-02-19T04:08:05.534" v="2398"/>
          <ac:spMkLst>
            <pc:docMk/>
            <pc:sldMk cId="3091683995" sldId="301"/>
            <ac:spMk id="2" creationId="{00000000-0000-0000-0000-000000000000}"/>
          </ac:spMkLst>
        </pc:spChg>
        <pc:spChg chg="mod">
          <ac:chgData name="Choi Jeomki" userId="f1912f8b0928b9f1" providerId="LiveId" clId="{B2BCA8AB-E8F2-4DD2-A10D-D82BF7F41353}" dt="2019-02-19T03:43:08.763" v="1005" actId="20577"/>
          <ac:spMkLst>
            <pc:docMk/>
            <pc:sldMk cId="3091683995" sldId="301"/>
            <ac:spMk id="3" creationId="{00000000-0000-0000-0000-000000000000}"/>
          </ac:spMkLst>
        </pc:spChg>
        <pc:spChg chg="add mod">
          <ac:chgData name="Choi Jeomki" userId="f1912f8b0928b9f1" providerId="LiveId" clId="{B2BCA8AB-E8F2-4DD2-A10D-D82BF7F41353}" dt="2019-02-19T03:41:24.168" v="576" actId="20577"/>
          <ac:spMkLst>
            <pc:docMk/>
            <pc:sldMk cId="3091683995" sldId="301"/>
            <ac:spMk id="4" creationId="{73CB8ADF-821B-475E-BA22-04C1A0358EC9}"/>
          </ac:spMkLst>
        </pc:spChg>
        <pc:spChg chg="add mod">
          <ac:chgData name="Choi Jeomki" userId="f1912f8b0928b9f1" providerId="LiveId" clId="{B2BCA8AB-E8F2-4DD2-A10D-D82BF7F41353}" dt="2019-02-19T03:41:28.057" v="577" actId="14100"/>
          <ac:spMkLst>
            <pc:docMk/>
            <pc:sldMk cId="3091683995" sldId="301"/>
            <ac:spMk id="5" creationId="{576A565C-CC34-452C-876B-3329D2A594C4}"/>
          </ac:spMkLst>
        </pc:spChg>
        <pc:spChg chg="del">
          <ac:chgData name="Choi Jeomki" userId="f1912f8b0928b9f1" providerId="LiveId" clId="{B2BCA8AB-E8F2-4DD2-A10D-D82BF7F41353}" dt="2019-02-19T00:36:31.918" v="234" actId="478"/>
          <ac:spMkLst>
            <pc:docMk/>
            <pc:sldMk cId="3091683995" sldId="301"/>
            <ac:spMk id="30" creationId="{EC1BD01B-3E20-40BC-B80B-6B56D2457012}"/>
          </ac:spMkLst>
        </pc:spChg>
        <pc:spChg chg="del">
          <ac:chgData name="Choi Jeomki" userId="f1912f8b0928b9f1" providerId="LiveId" clId="{B2BCA8AB-E8F2-4DD2-A10D-D82BF7F41353}" dt="2019-02-19T00:36:31.918" v="234" actId="478"/>
          <ac:spMkLst>
            <pc:docMk/>
            <pc:sldMk cId="3091683995" sldId="301"/>
            <ac:spMk id="31" creationId="{AF8F4F65-6788-443D-8E01-F094C74E225E}"/>
          </ac:spMkLst>
        </pc:spChg>
        <pc:spChg chg="del">
          <ac:chgData name="Choi Jeomki" userId="f1912f8b0928b9f1" providerId="LiveId" clId="{B2BCA8AB-E8F2-4DD2-A10D-D82BF7F41353}" dt="2019-02-19T00:36:31.918" v="234" actId="478"/>
          <ac:spMkLst>
            <pc:docMk/>
            <pc:sldMk cId="3091683995" sldId="301"/>
            <ac:spMk id="33" creationId="{048A3A4E-1D75-430B-A140-B61422A81F1E}"/>
          </ac:spMkLst>
        </pc:spChg>
        <pc:spChg chg="del">
          <ac:chgData name="Choi Jeomki" userId="f1912f8b0928b9f1" providerId="LiveId" clId="{B2BCA8AB-E8F2-4DD2-A10D-D82BF7F41353}" dt="2019-02-19T00:36:31.918" v="234" actId="478"/>
          <ac:spMkLst>
            <pc:docMk/>
            <pc:sldMk cId="3091683995" sldId="301"/>
            <ac:spMk id="34" creationId="{03FAF353-51E3-49B7-BE18-D3D90B0227F7}"/>
          </ac:spMkLst>
        </pc:spChg>
        <pc:spChg chg="del">
          <ac:chgData name="Choi Jeomki" userId="f1912f8b0928b9f1" providerId="LiveId" clId="{B2BCA8AB-E8F2-4DD2-A10D-D82BF7F41353}" dt="2019-02-19T00:36:31.918" v="234" actId="478"/>
          <ac:spMkLst>
            <pc:docMk/>
            <pc:sldMk cId="3091683995" sldId="301"/>
            <ac:spMk id="35" creationId="{F899C42A-B60B-4CB8-A453-90E69818D997}"/>
          </ac:spMkLst>
        </pc:spChg>
        <pc:spChg chg="del">
          <ac:chgData name="Choi Jeomki" userId="f1912f8b0928b9f1" providerId="LiveId" clId="{B2BCA8AB-E8F2-4DD2-A10D-D82BF7F41353}" dt="2019-02-19T00:36:31.918" v="234" actId="478"/>
          <ac:spMkLst>
            <pc:docMk/>
            <pc:sldMk cId="3091683995" sldId="301"/>
            <ac:spMk id="38" creationId="{8CEDA4A8-C3B6-43AE-A6AC-63E21ACE1EC3}"/>
          </ac:spMkLst>
        </pc:spChg>
        <pc:spChg chg="del">
          <ac:chgData name="Choi Jeomki" userId="f1912f8b0928b9f1" providerId="LiveId" clId="{B2BCA8AB-E8F2-4DD2-A10D-D82BF7F41353}" dt="2019-02-19T00:36:31.918" v="234" actId="478"/>
          <ac:spMkLst>
            <pc:docMk/>
            <pc:sldMk cId="3091683995" sldId="301"/>
            <ac:spMk id="44" creationId="{98EDB9A7-70F1-41B8-BFBA-ED7235EDCDBA}"/>
          </ac:spMkLst>
        </pc:spChg>
        <pc:spChg chg="del">
          <ac:chgData name="Choi Jeomki" userId="f1912f8b0928b9f1" providerId="LiveId" clId="{B2BCA8AB-E8F2-4DD2-A10D-D82BF7F41353}" dt="2019-02-19T00:36:31.918" v="234" actId="478"/>
          <ac:spMkLst>
            <pc:docMk/>
            <pc:sldMk cId="3091683995" sldId="301"/>
            <ac:spMk id="45" creationId="{317E7B35-81BD-4066-9BCC-627AD209253E}"/>
          </ac:spMkLst>
        </pc:spChg>
        <pc:spChg chg="del">
          <ac:chgData name="Choi Jeomki" userId="f1912f8b0928b9f1" providerId="LiveId" clId="{B2BCA8AB-E8F2-4DD2-A10D-D82BF7F41353}" dt="2019-02-19T00:36:31.918" v="234" actId="478"/>
          <ac:spMkLst>
            <pc:docMk/>
            <pc:sldMk cId="3091683995" sldId="301"/>
            <ac:spMk id="46" creationId="{AEA63388-7290-43AD-92F0-2148D6284FDF}"/>
          </ac:spMkLst>
        </pc:spChg>
        <pc:spChg chg="del">
          <ac:chgData name="Choi Jeomki" userId="f1912f8b0928b9f1" providerId="LiveId" clId="{B2BCA8AB-E8F2-4DD2-A10D-D82BF7F41353}" dt="2019-02-19T00:36:31.918" v="234" actId="478"/>
          <ac:spMkLst>
            <pc:docMk/>
            <pc:sldMk cId="3091683995" sldId="301"/>
            <ac:spMk id="47" creationId="{AB8E904A-3FFD-4A65-BBC8-88CA6E27A7D0}"/>
          </ac:spMkLst>
        </pc:spChg>
        <pc:spChg chg="del">
          <ac:chgData name="Choi Jeomki" userId="f1912f8b0928b9f1" providerId="LiveId" clId="{B2BCA8AB-E8F2-4DD2-A10D-D82BF7F41353}" dt="2019-02-19T00:36:31.918" v="234" actId="478"/>
          <ac:spMkLst>
            <pc:docMk/>
            <pc:sldMk cId="3091683995" sldId="301"/>
            <ac:spMk id="48" creationId="{2F40AC3F-5633-4CB0-B21E-7A0E51716FEA}"/>
          </ac:spMkLst>
        </pc:spChg>
        <pc:spChg chg="del">
          <ac:chgData name="Choi Jeomki" userId="f1912f8b0928b9f1" providerId="LiveId" clId="{B2BCA8AB-E8F2-4DD2-A10D-D82BF7F41353}" dt="2019-02-19T00:36:31.918" v="234" actId="478"/>
          <ac:spMkLst>
            <pc:docMk/>
            <pc:sldMk cId="3091683995" sldId="301"/>
            <ac:spMk id="49" creationId="{84EFC290-84FF-4FC5-AC27-DAB6CAF7EB6A}"/>
          </ac:spMkLst>
        </pc:spChg>
        <pc:spChg chg="del">
          <ac:chgData name="Choi Jeomki" userId="f1912f8b0928b9f1" providerId="LiveId" clId="{B2BCA8AB-E8F2-4DD2-A10D-D82BF7F41353}" dt="2019-02-19T00:36:31.918" v="234" actId="478"/>
          <ac:spMkLst>
            <pc:docMk/>
            <pc:sldMk cId="3091683995" sldId="301"/>
            <ac:spMk id="50" creationId="{68FFEBA2-65FF-42CF-81CD-6C947A925D7D}"/>
          </ac:spMkLst>
        </pc:spChg>
        <pc:spChg chg="del">
          <ac:chgData name="Choi Jeomki" userId="f1912f8b0928b9f1" providerId="LiveId" clId="{B2BCA8AB-E8F2-4DD2-A10D-D82BF7F41353}" dt="2019-02-19T00:36:31.918" v="234" actId="478"/>
          <ac:spMkLst>
            <pc:docMk/>
            <pc:sldMk cId="3091683995" sldId="301"/>
            <ac:spMk id="51" creationId="{528CAC72-B624-47A5-A828-B1510F0906DA}"/>
          </ac:spMkLst>
        </pc:spChg>
        <pc:spChg chg="del">
          <ac:chgData name="Choi Jeomki" userId="f1912f8b0928b9f1" providerId="LiveId" clId="{B2BCA8AB-E8F2-4DD2-A10D-D82BF7F41353}" dt="2019-02-19T00:36:31.918" v="234" actId="478"/>
          <ac:spMkLst>
            <pc:docMk/>
            <pc:sldMk cId="3091683995" sldId="301"/>
            <ac:spMk id="52" creationId="{7F9A3159-B26A-4C0A-AD9E-18CE9C4F6C2D}"/>
          </ac:spMkLst>
        </pc:spChg>
        <pc:spChg chg="del">
          <ac:chgData name="Choi Jeomki" userId="f1912f8b0928b9f1" providerId="LiveId" clId="{B2BCA8AB-E8F2-4DD2-A10D-D82BF7F41353}" dt="2019-02-19T00:36:31.918" v="234" actId="478"/>
          <ac:spMkLst>
            <pc:docMk/>
            <pc:sldMk cId="3091683995" sldId="301"/>
            <ac:spMk id="53" creationId="{F48CE33C-F76D-4384-9D6C-20433801C637}"/>
          </ac:spMkLst>
        </pc:spChg>
        <pc:spChg chg="del">
          <ac:chgData name="Choi Jeomki" userId="f1912f8b0928b9f1" providerId="LiveId" clId="{B2BCA8AB-E8F2-4DD2-A10D-D82BF7F41353}" dt="2019-02-19T00:36:31.918" v="234" actId="478"/>
          <ac:spMkLst>
            <pc:docMk/>
            <pc:sldMk cId="3091683995" sldId="301"/>
            <ac:spMk id="54" creationId="{BEB760B7-5B05-4F57-BF59-23498A1F0437}"/>
          </ac:spMkLst>
        </pc:spChg>
        <pc:spChg chg="del">
          <ac:chgData name="Choi Jeomki" userId="f1912f8b0928b9f1" providerId="LiveId" clId="{B2BCA8AB-E8F2-4DD2-A10D-D82BF7F41353}" dt="2019-02-19T00:36:31.918" v="234" actId="478"/>
          <ac:spMkLst>
            <pc:docMk/>
            <pc:sldMk cId="3091683995" sldId="301"/>
            <ac:spMk id="55" creationId="{30720AB3-B159-427D-A528-F5EDDD77CD74}"/>
          </ac:spMkLst>
        </pc:spChg>
        <pc:spChg chg="del">
          <ac:chgData name="Choi Jeomki" userId="f1912f8b0928b9f1" providerId="LiveId" clId="{B2BCA8AB-E8F2-4DD2-A10D-D82BF7F41353}" dt="2019-02-19T00:36:31.918" v="234" actId="478"/>
          <ac:spMkLst>
            <pc:docMk/>
            <pc:sldMk cId="3091683995" sldId="301"/>
            <ac:spMk id="56" creationId="{986D403B-CDC0-45EC-828D-15B4C47BDBBC}"/>
          </ac:spMkLst>
        </pc:spChg>
        <pc:spChg chg="del">
          <ac:chgData name="Choi Jeomki" userId="f1912f8b0928b9f1" providerId="LiveId" clId="{B2BCA8AB-E8F2-4DD2-A10D-D82BF7F41353}" dt="2019-02-19T00:36:31.918" v="234" actId="478"/>
          <ac:spMkLst>
            <pc:docMk/>
            <pc:sldMk cId="3091683995" sldId="301"/>
            <ac:spMk id="57" creationId="{40A8CA31-49BC-46F3-A29E-B5144C773704}"/>
          </ac:spMkLst>
        </pc:spChg>
        <pc:spChg chg="del">
          <ac:chgData name="Choi Jeomki" userId="f1912f8b0928b9f1" providerId="LiveId" clId="{B2BCA8AB-E8F2-4DD2-A10D-D82BF7F41353}" dt="2019-02-19T00:36:31.918" v="234" actId="478"/>
          <ac:spMkLst>
            <pc:docMk/>
            <pc:sldMk cId="3091683995" sldId="301"/>
            <ac:spMk id="58" creationId="{9EB7C5BA-D912-46D1-8C3E-FAC6ABD8D557}"/>
          </ac:spMkLst>
        </pc:spChg>
        <pc:spChg chg="del">
          <ac:chgData name="Choi Jeomki" userId="f1912f8b0928b9f1" providerId="LiveId" clId="{B2BCA8AB-E8F2-4DD2-A10D-D82BF7F41353}" dt="2019-02-19T00:36:31.918" v="234" actId="478"/>
          <ac:spMkLst>
            <pc:docMk/>
            <pc:sldMk cId="3091683995" sldId="301"/>
            <ac:spMk id="60" creationId="{DE2133D6-6464-47A0-96CC-EF220A91F669}"/>
          </ac:spMkLst>
        </pc:spChg>
        <pc:spChg chg="del">
          <ac:chgData name="Choi Jeomki" userId="f1912f8b0928b9f1" providerId="LiveId" clId="{B2BCA8AB-E8F2-4DD2-A10D-D82BF7F41353}" dt="2019-02-19T00:36:31.918" v="234" actId="478"/>
          <ac:spMkLst>
            <pc:docMk/>
            <pc:sldMk cId="3091683995" sldId="301"/>
            <ac:spMk id="61" creationId="{703C0CA2-D2CE-4019-98A3-37B8E542B15D}"/>
          </ac:spMkLst>
        </pc:spChg>
        <pc:spChg chg="del">
          <ac:chgData name="Choi Jeomki" userId="f1912f8b0928b9f1" providerId="LiveId" clId="{B2BCA8AB-E8F2-4DD2-A10D-D82BF7F41353}" dt="2019-02-19T00:36:31.918" v="234" actId="478"/>
          <ac:spMkLst>
            <pc:docMk/>
            <pc:sldMk cId="3091683995" sldId="301"/>
            <ac:spMk id="62" creationId="{E7C900B9-ACF9-4E47-8542-2982DC5C5392}"/>
          </ac:spMkLst>
        </pc:spChg>
        <pc:spChg chg="del">
          <ac:chgData name="Choi Jeomki" userId="f1912f8b0928b9f1" providerId="LiveId" clId="{B2BCA8AB-E8F2-4DD2-A10D-D82BF7F41353}" dt="2019-02-19T00:36:31.918" v="234" actId="478"/>
          <ac:spMkLst>
            <pc:docMk/>
            <pc:sldMk cId="3091683995" sldId="301"/>
            <ac:spMk id="63" creationId="{27483BD7-B445-4F16-BDE1-DEE6A8067D0A}"/>
          </ac:spMkLst>
        </pc:spChg>
        <pc:spChg chg="del">
          <ac:chgData name="Choi Jeomki" userId="f1912f8b0928b9f1" providerId="LiveId" clId="{B2BCA8AB-E8F2-4DD2-A10D-D82BF7F41353}" dt="2019-02-19T00:36:31.918" v="234" actId="478"/>
          <ac:spMkLst>
            <pc:docMk/>
            <pc:sldMk cId="3091683995" sldId="301"/>
            <ac:spMk id="64" creationId="{75C95CC4-A2AB-478C-8D86-C28069C6ED37}"/>
          </ac:spMkLst>
        </pc:spChg>
        <pc:spChg chg="del">
          <ac:chgData name="Choi Jeomki" userId="f1912f8b0928b9f1" providerId="LiveId" clId="{B2BCA8AB-E8F2-4DD2-A10D-D82BF7F41353}" dt="2019-02-19T00:36:31.918" v="234" actId="478"/>
          <ac:spMkLst>
            <pc:docMk/>
            <pc:sldMk cId="3091683995" sldId="301"/>
            <ac:spMk id="65" creationId="{F73EE2E2-BA53-430C-9A4D-E6809DD07FB5}"/>
          </ac:spMkLst>
        </pc:spChg>
        <pc:spChg chg="del">
          <ac:chgData name="Choi Jeomki" userId="f1912f8b0928b9f1" providerId="LiveId" clId="{B2BCA8AB-E8F2-4DD2-A10D-D82BF7F41353}" dt="2019-02-19T00:36:31.918" v="234" actId="478"/>
          <ac:spMkLst>
            <pc:docMk/>
            <pc:sldMk cId="3091683995" sldId="301"/>
            <ac:spMk id="66" creationId="{99C63CB4-9EAE-4DE1-9307-05D2F670F06E}"/>
          </ac:spMkLst>
        </pc:spChg>
        <pc:spChg chg="del">
          <ac:chgData name="Choi Jeomki" userId="f1912f8b0928b9f1" providerId="LiveId" clId="{B2BCA8AB-E8F2-4DD2-A10D-D82BF7F41353}" dt="2019-02-19T00:36:31.918" v="234" actId="478"/>
          <ac:spMkLst>
            <pc:docMk/>
            <pc:sldMk cId="3091683995" sldId="301"/>
            <ac:spMk id="67" creationId="{DEF15B4F-86C3-4761-B9C6-AB6358C81B64}"/>
          </ac:spMkLst>
        </pc:spChg>
        <pc:spChg chg="del">
          <ac:chgData name="Choi Jeomki" userId="f1912f8b0928b9f1" providerId="LiveId" clId="{B2BCA8AB-E8F2-4DD2-A10D-D82BF7F41353}" dt="2019-02-19T00:36:31.918" v="234" actId="478"/>
          <ac:spMkLst>
            <pc:docMk/>
            <pc:sldMk cId="3091683995" sldId="301"/>
            <ac:spMk id="68" creationId="{E7A6A536-DC32-4A66-89CF-8BFBFBBEBD50}"/>
          </ac:spMkLst>
        </pc:spChg>
        <pc:spChg chg="del">
          <ac:chgData name="Choi Jeomki" userId="f1912f8b0928b9f1" providerId="LiveId" clId="{B2BCA8AB-E8F2-4DD2-A10D-D82BF7F41353}" dt="2019-02-19T00:36:31.918" v="234" actId="478"/>
          <ac:spMkLst>
            <pc:docMk/>
            <pc:sldMk cId="3091683995" sldId="301"/>
            <ac:spMk id="69" creationId="{89B935AA-7887-494A-A916-C8CB83DD370B}"/>
          </ac:spMkLst>
        </pc:spChg>
        <pc:spChg chg="del">
          <ac:chgData name="Choi Jeomki" userId="f1912f8b0928b9f1" providerId="LiveId" clId="{B2BCA8AB-E8F2-4DD2-A10D-D82BF7F41353}" dt="2019-02-19T00:36:31.918" v="234" actId="478"/>
          <ac:spMkLst>
            <pc:docMk/>
            <pc:sldMk cId="3091683995" sldId="301"/>
            <ac:spMk id="70" creationId="{4489AA2D-3C91-4C92-8878-5669906C3C15}"/>
          </ac:spMkLst>
        </pc:spChg>
        <pc:spChg chg="del">
          <ac:chgData name="Choi Jeomki" userId="f1912f8b0928b9f1" providerId="LiveId" clId="{B2BCA8AB-E8F2-4DD2-A10D-D82BF7F41353}" dt="2019-02-19T00:36:31.918" v="234" actId="478"/>
          <ac:spMkLst>
            <pc:docMk/>
            <pc:sldMk cId="3091683995" sldId="301"/>
            <ac:spMk id="101" creationId="{2104C3D0-F685-4791-B797-284CB48DED27}"/>
          </ac:spMkLst>
        </pc:spChg>
        <pc:spChg chg="del">
          <ac:chgData name="Choi Jeomki" userId="f1912f8b0928b9f1" providerId="LiveId" clId="{B2BCA8AB-E8F2-4DD2-A10D-D82BF7F41353}" dt="2019-02-19T00:36:31.918" v="234" actId="478"/>
          <ac:spMkLst>
            <pc:docMk/>
            <pc:sldMk cId="3091683995" sldId="301"/>
            <ac:spMk id="111" creationId="{8BAD50CF-5B86-4673-A67C-2D1B8F13BEFE}"/>
          </ac:spMkLst>
        </pc:spChg>
        <pc:spChg chg="del">
          <ac:chgData name="Choi Jeomki" userId="f1912f8b0928b9f1" providerId="LiveId" clId="{B2BCA8AB-E8F2-4DD2-A10D-D82BF7F41353}" dt="2019-02-19T00:36:31.918" v="234" actId="478"/>
          <ac:spMkLst>
            <pc:docMk/>
            <pc:sldMk cId="3091683995" sldId="301"/>
            <ac:spMk id="112" creationId="{39AB4350-2588-4653-972E-2230BCA1883A}"/>
          </ac:spMkLst>
        </pc:spChg>
        <pc:spChg chg="del">
          <ac:chgData name="Choi Jeomki" userId="f1912f8b0928b9f1" providerId="LiveId" clId="{B2BCA8AB-E8F2-4DD2-A10D-D82BF7F41353}" dt="2019-02-19T00:36:31.918" v="234" actId="478"/>
          <ac:spMkLst>
            <pc:docMk/>
            <pc:sldMk cId="3091683995" sldId="301"/>
            <ac:spMk id="113" creationId="{F3F4AC7D-6595-468C-AF31-D3705991E2C0}"/>
          </ac:spMkLst>
        </pc:spChg>
        <pc:spChg chg="del">
          <ac:chgData name="Choi Jeomki" userId="f1912f8b0928b9f1" providerId="LiveId" clId="{B2BCA8AB-E8F2-4DD2-A10D-D82BF7F41353}" dt="2019-02-19T00:36:31.918" v="234" actId="478"/>
          <ac:spMkLst>
            <pc:docMk/>
            <pc:sldMk cId="3091683995" sldId="301"/>
            <ac:spMk id="114" creationId="{0E52F466-28AE-4BD1-82F8-121A6E1497D1}"/>
          </ac:spMkLst>
        </pc:spChg>
        <pc:grpChg chg="del">
          <ac:chgData name="Choi Jeomki" userId="f1912f8b0928b9f1" providerId="LiveId" clId="{B2BCA8AB-E8F2-4DD2-A10D-D82BF7F41353}" dt="2019-02-19T00:36:31.918" v="234" actId="478"/>
          <ac:grpSpMkLst>
            <pc:docMk/>
            <pc:sldMk cId="3091683995" sldId="301"/>
            <ac:grpSpMk id="4" creationId="{892318E1-C4C2-4D7B-920C-8BEFD108F922}"/>
          </ac:grpSpMkLst>
        </pc:grpChg>
        <pc:grpChg chg="del">
          <ac:chgData name="Choi Jeomki" userId="f1912f8b0928b9f1" providerId="LiveId" clId="{B2BCA8AB-E8F2-4DD2-A10D-D82BF7F41353}" dt="2019-02-19T00:36:31.918" v="234" actId="478"/>
          <ac:grpSpMkLst>
            <pc:docMk/>
            <pc:sldMk cId="3091683995" sldId="301"/>
            <ac:grpSpMk id="80" creationId="{E63A3024-0042-4834-ABFB-F2D59026966F}"/>
          </ac:grpSpMkLst>
        </pc:grpChg>
        <pc:grpChg chg="del">
          <ac:chgData name="Choi Jeomki" userId="f1912f8b0928b9f1" providerId="LiveId" clId="{B2BCA8AB-E8F2-4DD2-A10D-D82BF7F41353}" dt="2019-02-19T00:36:31.918" v="234" actId="478"/>
          <ac:grpSpMkLst>
            <pc:docMk/>
            <pc:sldMk cId="3091683995" sldId="301"/>
            <ac:grpSpMk id="83" creationId="{0C6EC2AD-3818-4760-9471-98C3880DD894}"/>
          </ac:grpSpMkLst>
        </pc:grpChg>
        <pc:grpChg chg="del">
          <ac:chgData name="Choi Jeomki" userId="f1912f8b0928b9f1" providerId="LiveId" clId="{B2BCA8AB-E8F2-4DD2-A10D-D82BF7F41353}" dt="2019-02-19T00:36:31.918" v="234" actId="478"/>
          <ac:grpSpMkLst>
            <pc:docMk/>
            <pc:sldMk cId="3091683995" sldId="301"/>
            <ac:grpSpMk id="86" creationId="{4C709669-E648-4A18-B248-133B6048A5FB}"/>
          </ac:grpSpMkLst>
        </pc:grpChg>
        <pc:picChg chg="add del mod">
          <ac:chgData name="Choi Jeomki" userId="f1912f8b0928b9f1" providerId="LiveId" clId="{B2BCA8AB-E8F2-4DD2-A10D-D82BF7F41353}" dt="2019-02-19T03:40:39.874" v="570" actId="478"/>
          <ac:picMkLst>
            <pc:docMk/>
            <pc:sldMk cId="3091683995" sldId="301"/>
            <ac:picMk id="6" creationId="{6C01FA7B-A307-4A36-A2CB-16F0B5D2460E}"/>
          </ac:picMkLst>
        </pc:picChg>
        <pc:picChg chg="add mod">
          <ac:chgData name="Choi Jeomki" userId="f1912f8b0928b9f1" providerId="LiveId" clId="{B2BCA8AB-E8F2-4DD2-A10D-D82BF7F41353}" dt="2019-02-19T03:41:30.856" v="578" actId="1076"/>
          <ac:picMkLst>
            <pc:docMk/>
            <pc:sldMk cId="3091683995" sldId="301"/>
            <ac:picMk id="7" creationId="{F44ED903-961A-494B-8A18-5D8D329995CD}"/>
          </ac:picMkLst>
        </pc:picChg>
        <pc:picChg chg="add mod">
          <ac:chgData name="Choi Jeomki" userId="f1912f8b0928b9f1" providerId="LiveId" clId="{B2BCA8AB-E8F2-4DD2-A10D-D82BF7F41353}" dt="2019-02-19T03:41:35.358" v="583" actId="1038"/>
          <ac:picMkLst>
            <pc:docMk/>
            <pc:sldMk cId="3091683995" sldId="301"/>
            <ac:picMk id="8" creationId="{29F51D79-258D-45BA-B46C-FEF292AF53A5}"/>
          </ac:picMkLst>
        </pc:picChg>
        <pc:picChg chg="add mod">
          <ac:chgData name="Choi Jeomki" userId="f1912f8b0928b9f1" providerId="LiveId" clId="{B2BCA8AB-E8F2-4DD2-A10D-D82BF7F41353}" dt="2019-02-19T03:40:46.961" v="573" actId="208"/>
          <ac:picMkLst>
            <pc:docMk/>
            <pc:sldMk cId="3091683995" sldId="301"/>
            <ac:picMk id="9" creationId="{A74AE3D5-A4B7-4762-9723-0118524B45F4}"/>
          </ac:picMkLst>
        </pc:picChg>
        <pc:cxnChg chg="del mod">
          <ac:chgData name="Choi Jeomki" userId="f1912f8b0928b9f1" providerId="LiveId" clId="{B2BCA8AB-E8F2-4DD2-A10D-D82BF7F41353}" dt="2019-02-19T00:36:31.918" v="234" actId="478"/>
          <ac:cxnSpMkLst>
            <pc:docMk/>
            <pc:sldMk cId="3091683995" sldId="301"/>
            <ac:cxnSpMk id="32" creationId="{5266DF7B-A439-4789-9158-641B567E0072}"/>
          </ac:cxnSpMkLst>
        </pc:cxnChg>
        <pc:cxnChg chg="del">
          <ac:chgData name="Choi Jeomki" userId="f1912f8b0928b9f1" providerId="LiveId" clId="{B2BCA8AB-E8F2-4DD2-A10D-D82BF7F41353}" dt="2019-02-19T00:36:31.918" v="234" actId="478"/>
          <ac:cxnSpMkLst>
            <pc:docMk/>
            <pc:sldMk cId="3091683995" sldId="301"/>
            <ac:cxnSpMk id="36" creationId="{D0FC0F50-2F06-4ABD-BFD3-DCE6ABB970BD}"/>
          </ac:cxnSpMkLst>
        </pc:cxnChg>
        <pc:cxnChg chg="del mod">
          <ac:chgData name="Choi Jeomki" userId="f1912f8b0928b9f1" providerId="LiveId" clId="{B2BCA8AB-E8F2-4DD2-A10D-D82BF7F41353}" dt="2019-02-19T00:36:31.918" v="234" actId="478"/>
          <ac:cxnSpMkLst>
            <pc:docMk/>
            <pc:sldMk cId="3091683995" sldId="301"/>
            <ac:cxnSpMk id="37" creationId="{9A2790B3-C0F8-4CA4-8D77-0472281FC326}"/>
          </ac:cxnSpMkLst>
        </pc:cxnChg>
        <pc:cxnChg chg="del">
          <ac:chgData name="Choi Jeomki" userId="f1912f8b0928b9f1" providerId="LiveId" clId="{B2BCA8AB-E8F2-4DD2-A10D-D82BF7F41353}" dt="2019-02-19T00:36:31.918" v="234" actId="478"/>
          <ac:cxnSpMkLst>
            <pc:docMk/>
            <pc:sldMk cId="3091683995" sldId="301"/>
            <ac:cxnSpMk id="71" creationId="{13E2DDA2-0461-4B86-9ED0-116FE776DB8D}"/>
          </ac:cxnSpMkLst>
        </pc:cxnChg>
        <pc:cxnChg chg="del">
          <ac:chgData name="Choi Jeomki" userId="f1912f8b0928b9f1" providerId="LiveId" clId="{B2BCA8AB-E8F2-4DD2-A10D-D82BF7F41353}" dt="2019-02-19T00:36:31.918" v="234" actId="478"/>
          <ac:cxnSpMkLst>
            <pc:docMk/>
            <pc:sldMk cId="3091683995" sldId="301"/>
            <ac:cxnSpMk id="73" creationId="{B0650B19-C985-4C7F-B3B1-AF7341F070BE}"/>
          </ac:cxnSpMkLst>
        </pc:cxnChg>
        <pc:cxnChg chg="del">
          <ac:chgData name="Choi Jeomki" userId="f1912f8b0928b9f1" providerId="LiveId" clId="{B2BCA8AB-E8F2-4DD2-A10D-D82BF7F41353}" dt="2019-02-19T00:36:31.918" v="234" actId="478"/>
          <ac:cxnSpMkLst>
            <pc:docMk/>
            <pc:sldMk cId="3091683995" sldId="301"/>
            <ac:cxnSpMk id="74" creationId="{0B6968B8-CCE4-4EC9-A38E-A139A1183187}"/>
          </ac:cxnSpMkLst>
        </pc:cxnChg>
        <pc:cxnChg chg="del">
          <ac:chgData name="Choi Jeomki" userId="f1912f8b0928b9f1" providerId="LiveId" clId="{B2BCA8AB-E8F2-4DD2-A10D-D82BF7F41353}" dt="2019-02-19T00:36:31.918" v="234" actId="478"/>
          <ac:cxnSpMkLst>
            <pc:docMk/>
            <pc:sldMk cId="3091683995" sldId="301"/>
            <ac:cxnSpMk id="75" creationId="{1015C660-6DE4-432F-A810-94B9A6D0DF03}"/>
          </ac:cxnSpMkLst>
        </pc:cxnChg>
        <pc:cxnChg chg="del">
          <ac:chgData name="Choi Jeomki" userId="f1912f8b0928b9f1" providerId="LiveId" clId="{B2BCA8AB-E8F2-4DD2-A10D-D82BF7F41353}" dt="2019-02-19T00:36:31.918" v="234" actId="478"/>
          <ac:cxnSpMkLst>
            <pc:docMk/>
            <pc:sldMk cId="3091683995" sldId="301"/>
            <ac:cxnSpMk id="76" creationId="{284632E0-168E-473E-928C-5055CEE570B7}"/>
          </ac:cxnSpMkLst>
        </pc:cxnChg>
        <pc:cxnChg chg="del">
          <ac:chgData name="Choi Jeomki" userId="f1912f8b0928b9f1" providerId="LiveId" clId="{B2BCA8AB-E8F2-4DD2-A10D-D82BF7F41353}" dt="2019-02-19T00:36:31.918" v="234" actId="478"/>
          <ac:cxnSpMkLst>
            <pc:docMk/>
            <pc:sldMk cId="3091683995" sldId="301"/>
            <ac:cxnSpMk id="77" creationId="{5DBB89DB-40E2-460A-BFC8-79319E7BB136}"/>
          </ac:cxnSpMkLst>
        </pc:cxnChg>
        <pc:cxnChg chg="del">
          <ac:chgData name="Choi Jeomki" userId="f1912f8b0928b9f1" providerId="LiveId" clId="{B2BCA8AB-E8F2-4DD2-A10D-D82BF7F41353}" dt="2019-02-19T00:36:31.918" v="234" actId="478"/>
          <ac:cxnSpMkLst>
            <pc:docMk/>
            <pc:sldMk cId="3091683995" sldId="301"/>
            <ac:cxnSpMk id="78" creationId="{2ADA9E54-29ED-4407-AA54-2E6A54CAB85D}"/>
          </ac:cxnSpMkLst>
        </pc:cxnChg>
        <pc:cxnChg chg="del mod">
          <ac:chgData name="Choi Jeomki" userId="f1912f8b0928b9f1" providerId="LiveId" clId="{B2BCA8AB-E8F2-4DD2-A10D-D82BF7F41353}" dt="2019-02-19T00:36:31.918" v="234" actId="478"/>
          <ac:cxnSpMkLst>
            <pc:docMk/>
            <pc:sldMk cId="3091683995" sldId="301"/>
            <ac:cxnSpMk id="105" creationId="{215D4E79-8ABC-4DF1-A74E-476344A25357}"/>
          </ac:cxnSpMkLst>
        </pc:cxnChg>
        <pc:cxnChg chg="del mod">
          <ac:chgData name="Choi Jeomki" userId="f1912f8b0928b9f1" providerId="LiveId" clId="{B2BCA8AB-E8F2-4DD2-A10D-D82BF7F41353}" dt="2019-02-19T00:36:31.918" v="234" actId="478"/>
          <ac:cxnSpMkLst>
            <pc:docMk/>
            <pc:sldMk cId="3091683995" sldId="301"/>
            <ac:cxnSpMk id="106" creationId="{5B401F46-8D04-4748-9391-0EEE533D726C}"/>
          </ac:cxnSpMkLst>
        </pc:cxnChg>
      </pc:sldChg>
      <pc:sldChg chg="addSp delSp modSp">
        <pc:chgData name="Choi Jeomki" userId="f1912f8b0928b9f1" providerId="LiveId" clId="{B2BCA8AB-E8F2-4DD2-A10D-D82BF7F41353}" dt="2019-02-19T19:49:44.588" v="6995" actId="14100"/>
        <pc:sldMkLst>
          <pc:docMk/>
          <pc:sldMk cId="2342380751" sldId="328"/>
        </pc:sldMkLst>
        <pc:spChg chg="del mod topLvl">
          <ac:chgData name="Choi Jeomki" userId="f1912f8b0928b9f1" providerId="LiveId" clId="{B2BCA8AB-E8F2-4DD2-A10D-D82BF7F41353}" dt="2019-02-19T00:36:08.129" v="145"/>
          <ac:spMkLst>
            <pc:docMk/>
            <pc:sldMk cId="2342380751" sldId="328"/>
            <ac:spMk id="22" creationId="{00000000-0000-0000-0000-000000000000}"/>
          </ac:spMkLst>
        </pc:spChg>
        <pc:spChg chg="del mod topLvl">
          <ac:chgData name="Choi Jeomki" userId="f1912f8b0928b9f1" providerId="LiveId" clId="{B2BCA8AB-E8F2-4DD2-A10D-D82BF7F41353}" dt="2019-02-19T00:36:08.129" v="145"/>
          <ac:spMkLst>
            <pc:docMk/>
            <pc:sldMk cId="2342380751" sldId="328"/>
            <ac:spMk id="28" creationId="{00000000-0000-0000-0000-000000000000}"/>
          </ac:spMkLst>
        </pc:spChg>
        <pc:spChg chg="mod topLvl">
          <ac:chgData name="Choi Jeomki" userId="f1912f8b0928b9f1" providerId="LiveId" clId="{B2BCA8AB-E8F2-4DD2-A10D-D82BF7F41353}" dt="2019-02-19T00:36:04.524" v="144" actId="164"/>
          <ac:spMkLst>
            <pc:docMk/>
            <pc:sldMk cId="2342380751" sldId="328"/>
            <ac:spMk id="31" creationId="{E052EB2C-9735-49AD-B6DC-8CC33E6546ED}"/>
          </ac:spMkLst>
        </pc:spChg>
        <pc:spChg chg="add del mod">
          <ac:chgData name="Choi Jeomki" userId="f1912f8b0928b9f1" providerId="LiveId" clId="{B2BCA8AB-E8F2-4DD2-A10D-D82BF7F41353}" dt="2019-02-19T00:36:58.021" v="256"/>
          <ac:spMkLst>
            <pc:docMk/>
            <pc:sldMk cId="2342380751" sldId="328"/>
            <ac:spMk id="34" creationId="{F2205CC0-98E1-4A9F-BE97-861229A11C17}"/>
          </ac:spMkLst>
        </pc:spChg>
        <pc:spChg chg="add">
          <ac:chgData name="Choi Jeomki" userId="f1912f8b0928b9f1" providerId="LiveId" clId="{B2BCA8AB-E8F2-4DD2-A10D-D82BF7F41353}" dt="2019-02-19T00:36:10.527" v="147"/>
          <ac:spMkLst>
            <pc:docMk/>
            <pc:sldMk cId="2342380751" sldId="328"/>
            <ac:spMk id="37" creationId="{6A062C83-2067-45C1-AF2B-F40BD29AA2AB}"/>
          </ac:spMkLst>
        </pc:spChg>
        <pc:spChg chg="add mod">
          <ac:chgData name="Choi Jeomki" userId="f1912f8b0928b9f1" providerId="LiveId" clId="{B2BCA8AB-E8F2-4DD2-A10D-D82BF7F41353}" dt="2019-02-19T19:49:44.588" v="6995" actId="14100"/>
          <ac:spMkLst>
            <pc:docMk/>
            <pc:sldMk cId="2342380751" sldId="328"/>
            <ac:spMk id="38" creationId="{03B0C20E-F3BD-4BFF-A5C3-9D9003619DA7}"/>
          </ac:spMkLst>
        </pc:spChg>
        <pc:spChg chg="mod">
          <ac:chgData name="Choi Jeomki" userId="f1912f8b0928b9f1" providerId="LiveId" clId="{B2BCA8AB-E8F2-4DD2-A10D-D82BF7F41353}" dt="2019-02-19T00:36:59.493" v="258" actId="1035"/>
          <ac:spMkLst>
            <pc:docMk/>
            <pc:sldMk cId="2342380751" sldId="328"/>
            <ac:spMk id="39" creationId="{00000000-0000-0000-0000-000000000000}"/>
          </ac:spMkLst>
        </pc:spChg>
        <pc:spChg chg="add">
          <ac:chgData name="Choi Jeomki" userId="f1912f8b0928b9f1" providerId="LiveId" clId="{B2BCA8AB-E8F2-4DD2-A10D-D82BF7F41353}" dt="2019-02-19T00:37:00.242" v="259"/>
          <ac:spMkLst>
            <pc:docMk/>
            <pc:sldMk cId="2342380751" sldId="328"/>
            <ac:spMk id="40" creationId="{2E8B52F4-5469-4176-A3F4-7DE5E5DE6216}"/>
          </ac:spMkLst>
        </pc:spChg>
        <pc:spChg chg="del mod">
          <ac:chgData name="Choi Jeomki" userId="f1912f8b0928b9f1" providerId="LiveId" clId="{B2BCA8AB-E8F2-4DD2-A10D-D82BF7F41353}" dt="2019-02-19T00:36:08.129" v="145"/>
          <ac:spMkLst>
            <pc:docMk/>
            <pc:sldMk cId="2342380751" sldId="328"/>
            <ac:spMk id="41" creationId="{C02E41DF-A7D7-4963-A7C6-F4B8D3B8002F}"/>
          </ac:spMkLst>
        </pc:spChg>
        <pc:grpChg chg="add mod">
          <ac:chgData name="Choi Jeomki" userId="f1912f8b0928b9f1" providerId="LiveId" clId="{B2BCA8AB-E8F2-4DD2-A10D-D82BF7F41353}" dt="2019-02-19T00:36:04.524" v="144" actId="164"/>
          <ac:grpSpMkLst>
            <pc:docMk/>
            <pc:sldMk cId="2342380751" sldId="328"/>
            <ac:grpSpMk id="2" creationId="{159BD907-7557-4079-97A6-67DDAF52F5C8}"/>
          </ac:grpSpMkLst>
        </pc:grpChg>
        <pc:grpChg chg="mod topLvl">
          <ac:chgData name="Choi Jeomki" userId="f1912f8b0928b9f1" providerId="LiveId" clId="{B2BCA8AB-E8F2-4DD2-A10D-D82BF7F41353}" dt="2019-02-19T00:35:58.671" v="143" actId="165"/>
          <ac:grpSpMkLst>
            <pc:docMk/>
            <pc:sldMk cId="2342380751" sldId="328"/>
            <ac:grpSpMk id="10" creationId="{A49B5C0F-8F04-4D52-943C-1750C8E88D1E}"/>
          </ac:grpSpMkLst>
        </pc:grpChg>
        <pc:grpChg chg="mod topLvl">
          <ac:chgData name="Choi Jeomki" userId="f1912f8b0928b9f1" providerId="LiveId" clId="{B2BCA8AB-E8F2-4DD2-A10D-D82BF7F41353}" dt="2019-02-19T00:35:58.671" v="143" actId="165"/>
          <ac:grpSpMkLst>
            <pc:docMk/>
            <pc:sldMk cId="2342380751" sldId="328"/>
            <ac:grpSpMk id="23" creationId="{A49B5C0F-8F04-4D52-943C-1750C8E88D1E}"/>
          </ac:grpSpMkLst>
        </pc:grpChg>
        <pc:grpChg chg="del">
          <ac:chgData name="Choi Jeomki" userId="f1912f8b0928b9f1" providerId="LiveId" clId="{B2BCA8AB-E8F2-4DD2-A10D-D82BF7F41353}" dt="2019-02-19T00:35:58.671" v="143" actId="165"/>
          <ac:grpSpMkLst>
            <pc:docMk/>
            <pc:sldMk cId="2342380751" sldId="328"/>
            <ac:grpSpMk id="29" creationId="{A49B5C0F-8F04-4D52-943C-1750C8E88D1E}"/>
          </ac:grpSpMkLst>
        </pc:grpChg>
        <pc:grpChg chg="mod topLvl">
          <ac:chgData name="Choi Jeomki" userId="f1912f8b0928b9f1" providerId="LiveId" clId="{B2BCA8AB-E8F2-4DD2-A10D-D82BF7F41353}" dt="2019-02-19T00:36:04.524" v="144" actId="164"/>
          <ac:grpSpMkLst>
            <pc:docMk/>
            <pc:sldMk cId="2342380751" sldId="328"/>
            <ac:grpSpMk id="30" creationId="{A375AF22-7E7E-4960-93A1-14D1F741953E}"/>
          </ac:grpSpMkLst>
        </pc:grpChg>
        <pc:grpChg chg="del">
          <ac:chgData name="Choi Jeomki" userId="f1912f8b0928b9f1" providerId="LiveId" clId="{B2BCA8AB-E8F2-4DD2-A10D-D82BF7F41353}" dt="2019-02-19T00:35:58.671" v="143" actId="165"/>
          <ac:grpSpMkLst>
            <pc:docMk/>
            <pc:sldMk cId="2342380751" sldId="328"/>
            <ac:grpSpMk id="35" creationId="{00000000-0000-0000-0000-000000000000}"/>
          </ac:grpSpMkLst>
        </pc:grpChg>
        <pc:grpChg chg="del">
          <ac:chgData name="Choi Jeomki" userId="f1912f8b0928b9f1" providerId="LiveId" clId="{B2BCA8AB-E8F2-4DD2-A10D-D82BF7F41353}" dt="2019-02-19T00:35:58.671" v="143" actId="165"/>
          <ac:grpSpMkLst>
            <pc:docMk/>
            <pc:sldMk cId="2342380751" sldId="328"/>
            <ac:grpSpMk id="36" creationId="{00000000-0000-0000-0000-000000000000}"/>
          </ac:grpSpMkLst>
        </pc:grpChg>
      </pc:sldChg>
      <pc:sldChg chg="addSp delSp modSp add">
        <pc:chgData name="Choi Jeomki" userId="f1912f8b0928b9f1" providerId="LiveId" clId="{B2BCA8AB-E8F2-4DD2-A10D-D82BF7F41353}" dt="2019-02-19T19:49:58.789" v="6997"/>
        <pc:sldMkLst>
          <pc:docMk/>
          <pc:sldMk cId="778881956" sldId="331"/>
        </pc:sldMkLst>
        <pc:spChg chg="add">
          <ac:chgData name="Choi Jeomki" userId="f1912f8b0928b9f1" providerId="LiveId" clId="{B2BCA8AB-E8F2-4DD2-A10D-D82BF7F41353}" dt="2019-02-19T00:37:12.659" v="293"/>
          <ac:spMkLst>
            <pc:docMk/>
            <pc:sldMk cId="778881956" sldId="331"/>
            <ac:spMk id="21" creationId="{0CB09FCE-802A-401C-ABC2-B5E767B77E5A}"/>
          </ac:spMkLst>
        </pc:spChg>
        <pc:spChg chg="add">
          <ac:chgData name="Choi Jeomki" userId="f1912f8b0928b9f1" providerId="LiveId" clId="{B2BCA8AB-E8F2-4DD2-A10D-D82BF7F41353}" dt="2019-02-19T19:49:58.789" v="6997"/>
          <ac:spMkLst>
            <pc:docMk/>
            <pc:sldMk cId="778881956" sldId="331"/>
            <ac:spMk id="22" creationId="{19D82902-AEE4-45E3-96CD-029BADDEE915}"/>
          </ac:spMkLst>
        </pc:spChg>
        <pc:spChg chg="del">
          <ac:chgData name="Choi Jeomki" userId="f1912f8b0928b9f1" providerId="LiveId" clId="{B2BCA8AB-E8F2-4DD2-A10D-D82BF7F41353}" dt="2019-02-19T00:37:06.377" v="260"/>
          <ac:spMkLst>
            <pc:docMk/>
            <pc:sldMk cId="778881956" sldId="331"/>
            <ac:spMk id="34" creationId="{F2205CC0-98E1-4A9F-BE97-861229A11C17}"/>
          </ac:spMkLst>
        </pc:spChg>
        <pc:spChg chg="del">
          <ac:chgData name="Choi Jeomki" userId="f1912f8b0928b9f1" providerId="LiveId" clId="{B2BCA8AB-E8F2-4DD2-A10D-D82BF7F41353}" dt="2019-02-19T19:49:58.431" v="6996" actId="478"/>
          <ac:spMkLst>
            <pc:docMk/>
            <pc:sldMk cId="778881956" sldId="331"/>
            <ac:spMk id="38" creationId="{03B0C20E-F3BD-4BFF-A5C3-9D9003619DA7}"/>
          </ac:spMkLst>
        </pc:spChg>
        <pc:spChg chg="mod">
          <ac:chgData name="Choi Jeomki" userId="f1912f8b0928b9f1" providerId="LiveId" clId="{B2BCA8AB-E8F2-4DD2-A10D-D82BF7F41353}" dt="2019-02-19T00:37:10.749" v="292" actId="1035"/>
          <ac:spMkLst>
            <pc:docMk/>
            <pc:sldMk cId="778881956" sldId="331"/>
            <ac:spMk id="39" creationId="{00000000-0000-0000-0000-000000000000}"/>
          </ac:spMkLst>
        </pc:spChg>
      </pc:sldChg>
      <pc:sldChg chg="addSp delSp modSp add">
        <pc:chgData name="Choi Jeomki" userId="f1912f8b0928b9f1" providerId="LiveId" clId="{B2BCA8AB-E8F2-4DD2-A10D-D82BF7F41353}" dt="2019-02-19T04:14:39.100" v="2623"/>
        <pc:sldMkLst>
          <pc:docMk/>
          <pc:sldMk cId="1473759806" sldId="339"/>
        </pc:sldMkLst>
        <pc:spChg chg="mod">
          <ac:chgData name="Choi Jeomki" userId="f1912f8b0928b9f1" providerId="LiveId" clId="{B2BCA8AB-E8F2-4DD2-A10D-D82BF7F41353}" dt="2019-02-19T03:43:27.993" v="1070"/>
          <ac:spMkLst>
            <pc:docMk/>
            <pc:sldMk cId="1473759806" sldId="339"/>
            <ac:spMk id="2" creationId="{00000000-0000-0000-0000-000000000000}"/>
          </ac:spMkLst>
        </pc:spChg>
        <pc:spChg chg="mod">
          <ac:chgData name="Choi Jeomki" userId="f1912f8b0928b9f1" providerId="LiveId" clId="{B2BCA8AB-E8F2-4DD2-A10D-D82BF7F41353}" dt="2019-02-19T03:45:04.936" v="1462" actId="20577"/>
          <ac:spMkLst>
            <pc:docMk/>
            <pc:sldMk cId="1473759806" sldId="339"/>
            <ac:spMk id="3" creationId="{00000000-0000-0000-0000-000000000000}"/>
          </ac:spMkLst>
        </pc:spChg>
        <pc:spChg chg="add mod">
          <ac:chgData name="Choi Jeomki" userId="f1912f8b0928b9f1" providerId="LiveId" clId="{B2BCA8AB-E8F2-4DD2-A10D-D82BF7F41353}" dt="2019-02-19T04:14:39.100" v="2623"/>
          <ac:spMkLst>
            <pc:docMk/>
            <pc:sldMk cId="1473759806" sldId="339"/>
            <ac:spMk id="4" creationId="{25DFE584-7754-4F1C-8B4D-0B971330CFE1}"/>
          </ac:spMkLst>
        </pc:spChg>
        <pc:spChg chg="add mod">
          <ac:chgData name="Choi Jeomki" userId="f1912f8b0928b9f1" providerId="LiveId" clId="{B2BCA8AB-E8F2-4DD2-A10D-D82BF7F41353}" dt="2019-02-19T03:50:52.771" v="1589" actId="20577"/>
          <ac:spMkLst>
            <pc:docMk/>
            <pc:sldMk cId="1473759806" sldId="339"/>
            <ac:spMk id="7" creationId="{FEDCAC2F-1B80-4A62-9C87-D349649458CA}"/>
          </ac:spMkLst>
        </pc:spChg>
        <pc:spChg chg="add">
          <ac:chgData name="Choi Jeomki" userId="f1912f8b0928b9f1" providerId="LiveId" clId="{B2BCA8AB-E8F2-4DD2-A10D-D82BF7F41353}" dt="2019-02-19T04:10:08.297" v="2548"/>
          <ac:spMkLst>
            <pc:docMk/>
            <pc:sldMk cId="1473759806" sldId="339"/>
            <ac:spMk id="14" creationId="{EB9D6F40-FA36-43D5-9F7A-F2C0AA002731}"/>
          </ac:spMkLst>
        </pc:spChg>
        <pc:picChg chg="add mod ord modCrop">
          <ac:chgData name="Choi Jeomki" userId="f1912f8b0928b9f1" providerId="LiveId" clId="{B2BCA8AB-E8F2-4DD2-A10D-D82BF7F41353}" dt="2019-02-19T03:50:16.729" v="1566" actId="553"/>
          <ac:picMkLst>
            <pc:docMk/>
            <pc:sldMk cId="1473759806" sldId="339"/>
            <ac:picMk id="5" creationId="{E1CB65B2-644F-47D1-AE27-C205594E1F7F}"/>
          </ac:picMkLst>
        </pc:picChg>
        <pc:picChg chg="add mod ord">
          <ac:chgData name="Choi Jeomki" userId="f1912f8b0928b9f1" providerId="LiveId" clId="{B2BCA8AB-E8F2-4DD2-A10D-D82BF7F41353}" dt="2019-02-19T03:50:26.232" v="1574" actId="1036"/>
          <ac:picMkLst>
            <pc:docMk/>
            <pc:sldMk cId="1473759806" sldId="339"/>
            <ac:picMk id="6" creationId="{5CA0CDAE-7D81-42E8-ABB3-C9020E423D71}"/>
          </ac:picMkLst>
        </pc:picChg>
        <pc:picChg chg="add del mod">
          <ac:chgData name="Choi Jeomki" userId="f1912f8b0928b9f1" providerId="LiveId" clId="{B2BCA8AB-E8F2-4DD2-A10D-D82BF7F41353}" dt="2019-02-19T04:14:29.639" v="2620" actId="478"/>
          <ac:picMkLst>
            <pc:docMk/>
            <pc:sldMk cId="1473759806" sldId="339"/>
            <ac:picMk id="8" creationId="{CC5A1740-E099-4831-854F-5830086295E1}"/>
          </ac:picMkLst>
        </pc:picChg>
        <pc:picChg chg="add mod">
          <ac:chgData name="Choi Jeomki" userId="f1912f8b0928b9f1" providerId="LiveId" clId="{B2BCA8AB-E8F2-4DD2-A10D-D82BF7F41353}" dt="2019-02-19T03:50:42.816" v="1582" actId="1076"/>
          <ac:picMkLst>
            <pc:docMk/>
            <pc:sldMk cId="1473759806" sldId="339"/>
            <ac:picMk id="9" creationId="{E08A77CA-BEF5-4643-827B-BAF2436A5494}"/>
          </ac:picMkLst>
        </pc:picChg>
        <pc:picChg chg="add mod">
          <ac:chgData name="Choi Jeomki" userId="f1912f8b0928b9f1" providerId="LiveId" clId="{B2BCA8AB-E8F2-4DD2-A10D-D82BF7F41353}" dt="2019-02-19T03:51:15.417" v="1594" actId="1038"/>
          <ac:picMkLst>
            <pc:docMk/>
            <pc:sldMk cId="1473759806" sldId="339"/>
            <ac:picMk id="10" creationId="{25046111-6ED6-4973-A7D8-7396BB0273F2}"/>
          </ac:picMkLst>
        </pc:picChg>
        <pc:picChg chg="add mod">
          <ac:chgData name="Choi Jeomki" userId="f1912f8b0928b9f1" providerId="LiveId" clId="{B2BCA8AB-E8F2-4DD2-A10D-D82BF7F41353}" dt="2019-02-19T03:51:02.104" v="1592" actId="1076"/>
          <ac:picMkLst>
            <pc:docMk/>
            <pc:sldMk cId="1473759806" sldId="339"/>
            <ac:picMk id="11" creationId="{86D9539E-423B-4046-A040-C526F1E3731A}"/>
          </ac:picMkLst>
        </pc:picChg>
        <pc:picChg chg="add mod">
          <ac:chgData name="Choi Jeomki" userId="f1912f8b0928b9f1" providerId="LiveId" clId="{B2BCA8AB-E8F2-4DD2-A10D-D82BF7F41353}" dt="2019-02-19T03:51:15.417" v="1594" actId="1038"/>
          <ac:picMkLst>
            <pc:docMk/>
            <pc:sldMk cId="1473759806" sldId="339"/>
            <ac:picMk id="12" creationId="{E5597D94-CD9D-483E-9ED1-93CB66698D69}"/>
          </ac:picMkLst>
        </pc:picChg>
        <pc:picChg chg="add mod ord modCrop">
          <ac:chgData name="Choi Jeomki" userId="f1912f8b0928b9f1" providerId="LiveId" clId="{B2BCA8AB-E8F2-4DD2-A10D-D82BF7F41353}" dt="2019-02-19T03:50:16.729" v="1566" actId="553"/>
          <ac:picMkLst>
            <pc:docMk/>
            <pc:sldMk cId="1473759806" sldId="339"/>
            <ac:picMk id="13" creationId="{07D1B3BE-F74D-4EE0-ACE9-6EF7972998F7}"/>
          </ac:picMkLst>
        </pc:picChg>
        <pc:picChg chg="add mod">
          <ac:chgData name="Choi Jeomki" userId="f1912f8b0928b9f1" providerId="LiveId" clId="{B2BCA8AB-E8F2-4DD2-A10D-D82BF7F41353}" dt="2019-02-19T04:14:32.279" v="2622" actId="208"/>
          <ac:picMkLst>
            <pc:docMk/>
            <pc:sldMk cId="1473759806" sldId="339"/>
            <ac:picMk id="15" creationId="{9769106F-B8BD-417F-ACAB-DDEB8F1CBB90}"/>
          </ac:picMkLst>
        </pc:picChg>
      </pc:sldChg>
      <pc:sldChg chg="addSp modSp add">
        <pc:chgData name="Choi Jeomki" userId="f1912f8b0928b9f1" providerId="LiveId" clId="{B2BCA8AB-E8F2-4DD2-A10D-D82BF7F41353}" dt="2019-02-19T08:09:07.742" v="5954"/>
        <pc:sldMkLst>
          <pc:docMk/>
          <pc:sldMk cId="1398731943" sldId="340"/>
        </pc:sldMkLst>
        <pc:spChg chg="mod">
          <ac:chgData name="Choi Jeomki" userId="f1912f8b0928b9f1" providerId="LiveId" clId="{B2BCA8AB-E8F2-4DD2-A10D-D82BF7F41353}" dt="2019-02-19T03:51:45.208" v="1617"/>
          <ac:spMkLst>
            <pc:docMk/>
            <pc:sldMk cId="1398731943" sldId="340"/>
            <ac:spMk id="2" creationId="{00000000-0000-0000-0000-000000000000}"/>
          </ac:spMkLst>
        </pc:spChg>
        <pc:spChg chg="mod">
          <ac:chgData name="Choi Jeomki" userId="f1912f8b0928b9f1" providerId="LiveId" clId="{B2BCA8AB-E8F2-4DD2-A10D-D82BF7F41353}" dt="2019-02-19T08:09:07.742" v="5954"/>
          <ac:spMkLst>
            <pc:docMk/>
            <pc:sldMk cId="1398731943" sldId="340"/>
            <ac:spMk id="3" creationId="{00000000-0000-0000-0000-000000000000}"/>
          </ac:spMkLst>
        </pc:spChg>
        <pc:spChg chg="add mod">
          <ac:chgData name="Choi Jeomki" userId="f1912f8b0928b9f1" providerId="LiveId" clId="{B2BCA8AB-E8F2-4DD2-A10D-D82BF7F41353}" dt="2019-02-19T03:56:52.092" v="1973" actId="20577"/>
          <ac:spMkLst>
            <pc:docMk/>
            <pc:sldMk cId="1398731943" sldId="340"/>
            <ac:spMk id="4" creationId="{E420762C-F737-4CC3-B401-D7401ACC34B2}"/>
          </ac:spMkLst>
        </pc:spChg>
        <pc:spChg chg="add mod">
          <ac:chgData name="Choi Jeomki" userId="f1912f8b0928b9f1" providerId="LiveId" clId="{B2BCA8AB-E8F2-4DD2-A10D-D82BF7F41353}" dt="2019-02-19T04:35:50.154" v="3091" actId="20577"/>
          <ac:spMkLst>
            <pc:docMk/>
            <pc:sldMk cId="1398731943" sldId="340"/>
            <ac:spMk id="5" creationId="{2DE5E7AE-BE0A-4F9B-A3CA-24473BCB7298}"/>
          </ac:spMkLst>
        </pc:spChg>
        <pc:picChg chg="add mod">
          <ac:chgData name="Choi Jeomki" userId="f1912f8b0928b9f1" providerId="LiveId" clId="{B2BCA8AB-E8F2-4DD2-A10D-D82BF7F41353}" dt="2019-02-19T04:01:06.217" v="2051" actId="208"/>
          <ac:picMkLst>
            <pc:docMk/>
            <pc:sldMk cId="1398731943" sldId="340"/>
            <ac:picMk id="6" creationId="{64604769-DFB3-4982-8B4E-E57091282648}"/>
          </ac:picMkLst>
        </pc:picChg>
        <pc:picChg chg="add mod">
          <ac:chgData name="Choi Jeomki" userId="f1912f8b0928b9f1" providerId="LiveId" clId="{B2BCA8AB-E8F2-4DD2-A10D-D82BF7F41353}" dt="2019-02-19T04:01:06.217" v="2051" actId="208"/>
          <ac:picMkLst>
            <pc:docMk/>
            <pc:sldMk cId="1398731943" sldId="340"/>
            <ac:picMk id="7" creationId="{B30E40AA-505F-4B86-9F7B-43532351F0D5}"/>
          </ac:picMkLst>
        </pc:picChg>
        <pc:picChg chg="add mod modCrop">
          <ac:chgData name="Choi Jeomki" userId="f1912f8b0928b9f1" providerId="LiveId" clId="{B2BCA8AB-E8F2-4DD2-A10D-D82BF7F41353}" dt="2019-02-19T04:04:33.233" v="2369" actId="554"/>
          <ac:picMkLst>
            <pc:docMk/>
            <pc:sldMk cId="1398731943" sldId="340"/>
            <ac:picMk id="8" creationId="{A0300967-093F-4BAB-A0C5-05E2D9304D11}"/>
          </ac:picMkLst>
        </pc:picChg>
        <pc:picChg chg="add mod modCrop">
          <ac:chgData name="Choi Jeomki" userId="f1912f8b0928b9f1" providerId="LiveId" clId="{B2BCA8AB-E8F2-4DD2-A10D-D82BF7F41353}" dt="2019-02-19T04:04:41.392" v="2370" actId="732"/>
          <ac:picMkLst>
            <pc:docMk/>
            <pc:sldMk cId="1398731943" sldId="340"/>
            <ac:picMk id="9" creationId="{D7DD73A9-62D6-494D-ACF5-85315CA515C0}"/>
          </ac:picMkLst>
        </pc:picChg>
        <pc:picChg chg="add mod modCrop">
          <ac:chgData name="Choi Jeomki" userId="f1912f8b0928b9f1" providerId="LiveId" clId="{B2BCA8AB-E8F2-4DD2-A10D-D82BF7F41353}" dt="2019-02-19T04:02:09.071" v="2110" actId="732"/>
          <ac:picMkLst>
            <pc:docMk/>
            <pc:sldMk cId="1398731943" sldId="340"/>
            <ac:picMk id="10" creationId="{AA8D4996-30CF-4BB2-9C35-3C774A0DED4C}"/>
          </ac:picMkLst>
        </pc:picChg>
        <pc:picChg chg="add mod modCrop">
          <ac:chgData name="Choi Jeomki" userId="f1912f8b0928b9f1" providerId="LiveId" clId="{B2BCA8AB-E8F2-4DD2-A10D-D82BF7F41353}" dt="2019-02-19T04:01:52.777" v="2107" actId="554"/>
          <ac:picMkLst>
            <pc:docMk/>
            <pc:sldMk cId="1398731943" sldId="340"/>
            <ac:picMk id="11" creationId="{0FFDC1C8-1A1D-4A6C-97E0-D4621514D282}"/>
          </ac:picMkLst>
        </pc:picChg>
        <pc:picChg chg="add mod modCrop">
          <ac:chgData name="Choi Jeomki" userId="f1912f8b0928b9f1" providerId="LiveId" clId="{B2BCA8AB-E8F2-4DD2-A10D-D82BF7F41353}" dt="2019-02-19T04:01:55.169" v="2108" actId="554"/>
          <ac:picMkLst>
            <pc:docMk/>
            <pc:sldMk cId="1398731943" sldId="340"/>
            <ac:picMk id="12" creationId="{1F2B74B4-C2E6-453B-8C4D-66D9FFAE982B}"/>
          </ac:picMkLst>
        </pc:picChg>
        <pc:picChg chg="add mod modCrop">
          <ac:chgData name="Choi Jeomki" userId="f1912f8b0928b9f1" providerId="LiveId" clId="{B2BCA8AB-E8F2-4DD2-A10D-D82BF7F41353}" dt="2019-02-19T04:01:55.169" v="2108" actId="554"/>
          <ac:picMkLst>
            <pc:docMk/>
            <pc:sldMk cId="1398731943" sldId="340"/>
            <ac:picMk id="13" creationId="{A947CD03-FB59-45BF-8FDF-3541E59D2DB6}"/>
          </ac:picMkLst>
        </pc:picChg>
        <pc:picChg chg="add mod modCrop">
          <ac:chgData name="Choi Jeomki" userId="f1912f8b0928b9f1" providerId="LiveId" clId="{B2BCA8AB-E8F2-4DD2-A10D-D82BF7F41353}" dt="2019-02-19T04:01:57.577" v="2109" actId="554"/>
          <ac:picMkLst>
            <pc:docMk/>
            <pc:sldMk cId="1398731943" sldId="340"/>
            <ac:picMk id="14" creationId="{AC50F016-9BA5-4B65-9E77-5D0DE3CBC5E5}"/>
          </ac:picMkLst>
        </pc:picChg>
        <pc:picChg chg="add mod modCrop">
          <ac:chgData name="Choi Jeomki" userId="f1912f8b0928b9f1" providerId="LiveId" clId="{B2BCA8AB-E8F2-4DD2-A10D-D82BF7F41353}" dt="2019-02-19T04:02:42.743" v="2119" actId="732"/>
          <ac:picMkLst>
            <pc:docMk/>
            <pc:sldMk cId="1398731943" sldId="340"/>
            <ac:picMk id="15" creationId="{F1BAB79C-8E68-45A8-84B9-0318D11A5C27}"/>
          </ac:picMkLst>
        </pc:picChg>
      </pc:sldChg>
      <pc:sldChg chg="addSp delSp modSp add">
        <pc:chgData name="Choi Jeomki" userId="f1912f8b0928b9f1" providerId="LiveId" clId="{B2BCA8AB-E8F2-4DD2-A10D-D82BF7F41353}" dt="2019-02-19T08:09:13.296" v="5958"/>
        <pc:sldMkLst>
          <pc:docMk/>
          <pc:sldMk cId="482414269" sldId="341"/>
        </pc:sldMkLst>
        <pc:spChg chg="mod">
          <ac:chgData name="Choi Jeomki" userId="f1912f8b0928b9f1" providerId="LiveId" clId="{B2BCA8AB-E8F2-4DD2-A10D-D82BF7F41353}" dt="2019-02-19T04:03:05.283" v="2131" actId="20577"/>
          <ac:spMkLst>
            <pc:docMk/>
            <pc:sldMk cId="482414269" sldId="341"/>
            <ac:spMk id="2" creationId="{00000000-0000-0000-0000-000000000000}"/>
          </ac:spMkLst>
        </pc:spChg>
        <pc:spChg chg="mod">
          <ac:chgData name="Choi Jeomki" userId="f1912f8b0928b9f1" providerId="LiveId" clId="{B2BCA8AB-E8F2-4DD2-A10D-D82BF7F41353}" dt="2019-02-19T08:09:13.296" v="5958"/>
          <ac:spMkLst>
            <pc:docMk/>
            <pc:sldMk cId="482414269" sldId="341"/>
            <ac:spMk id="3" creationId="{00000000-0000-0000-0000-000000000000}"/>
          </ac:spMkLst>
        </pc:spChg>
        <pc:spChg chg="mod">
          <ac:chgData name="Choi Jeomki" userId="f1912f8b0928b9f1" providerId="LiveId" clId="{B2BCA8AB-E8F2-4DD2-A10D-D82BF7F41353}" dt="2019-02-19T04:07:34.902" v="2393" actId="14100"/>
          <ac:spMkLst>
            <pc:docMk/>
            <pc:sldMk cId="482414269" sldId="341"/>
            <ac:spMk id="4" creationId="{E420762C-F737-4CC3-B401-D7401ACC34B2}"/>
          </ac:spMkLst>
        </pc:spChg>
        <pc:spChg chg="del">
          <ac:chgData name="Choi Jeomki" userId="f1912f8b0928b9f1" providerId="LiveId" clId="{B2BCA8AB-E8F2-4DD2-A10D-D82BF7F41353}" dt="2019-02-19T04:06:21.073" v="2371" actId="478"/>
          <ac:spMkLst>
            <pc:docMk/>
            <pc:sldMk cId="482414269" sldId="341"/>
            <ac:spMk id="5" creationId="{2DE5E7AE-BE0A-4F9B-A3CA-24473BCB7298}"/>
          </ac:spMkLst>
        </pc:spChg>
        <pc:picChg chg="del">
          <ac:chgData name="Choi Jeomki" userId="f1912f8b0928b9f1" providerId="LiveId" clId="{B2BCA8AB-E8F2-4DD2-A10D-D82BF7F41353}" dt="2019-02-19T04:04:11.058" v="2357" actId="478"/>
          <ac:picMkLst>
            <pc:docMk/>
            <pc:sldMk cId="482414269" sldId="341"/>
            <ac:picMk id="6" creationId="{64604769-DFB3-4982-8B4E-E57091282648}"/>
          </ac:picMkLst>
        </pc:picChg>
        <pc:picChg chg="del">
          <ac:chgData name="Choi Jeomki" userId="f1912f8b0928b9f1" providerId="LiveId" clId="{B2BCA8AB-E8F2-4DD2-A10D-D82BF7F41353}" dt="2019-02-19T04:04:10.464" v="2356" actId="478"/>
          <ac:picMkLst>
            <pc:docMk/>
            <pc:sldMk cId="482414269" sldId="341"/>
            <ac:picMk id="7" creationId="{B30E40AA-505F-4B86-9F7B-43532351F0D5}"/>
          </ac:picMkLst>
        </pc:picChg>
        <pc:picChg chg="del">
          <ac:chgData name="Choi Jeomki" userId="f1912f8b0928b9f1" providerId="LiveId" clId="{B2BCA8AB-E8F2-4DD2-A10D-D82BF7F41353}" dt="2019-02-19T04:04:20.898" v="2365" actId="478"/>
          <ac:picMkLst>
            <pc:docMk/>
            <pc:sldMk cId="482414269" sldId="341"/>
            <ac:picMk id="8" creationId="{A0300967-093F-4BAB-A0C5-05E2D9304D11}"/>
          </ac:picMkLst>
        </pc:picChg>
        <pc:picChg chg="del">
          <ac:chgData name="Choi Jeomki" userId="f1912f8b0928b9f1" providerId="LiveId" clId="{B2BCA8AB-E8F2-4DD2-A10D-D82BF7F41353}" dt="2019-02-19T04:04:11.627" v="2358" actId="478"/>
          <ac:picMkLst>
            <pc:docMk/>
            <pc:sldMk cId="482414269" sldId="341"/>
            <ac:picMk id="9" creationId="{D7DD73A9-62D6-494D-ACF5-85315CA515C0}"/>
          </ac:picMkLst>
        </pc:picChg>
        <pc:picChg chg="del">
          <ac:chgData name="Choi Jeomki" userId="f1912f8b0928b9f1" providerId="LiveId" clId="{B2BCA8AB-E8F2-4DD2-A10D-D82BF7F41353}" dt="2019-02-19T04:04:12.442" v="2359" actId="478"/>
          <ac:picMkLst>
            <pc:docMk/>
            <pc:sldMk cId="482414269" sldId="341"/>
            <ac:picMk id="10" creationId="{AA8D4996-30CF-4BB2-9C35-3C774A0DED4C}"/>
          </ac:picMkLst>
        </pc:picChg>
        <pc:picChg chg="del">
          <ac:chgData name="Choi Jeomki" userId="f1912f8b0928b9f1" providerId="LiveId" clId="{B2BCA8AB-E8F2-4DD2-A10D-D82BF7F41353}" dt="2019-02-19T04:04:12.826" v="2360" actId="478"/>
          <ac:picMkLst>
            <pc:docMk/>
            <pc:sldMk cId="482414269" sldId="341"/>
            <ac:picMk id="11" creationId="{0FFDC1C8-1A1D-4A6C-97E0-D4621514D282}"/>
          </ac:picMkLst>
        </pc:picChg>
        <pc:picChg chg="del">
          <ac:chgData name="Choi Jeomki" userId="f1912f8b0928b9f1" providerId="LiveId" clId="{B2BCA8AB-E8F2-4DD2-A10D-D82BF7F41353}" dt="2019-02-19T04:04:14.054" v="2362" actId="478"/>
          <ac:picMkLst>
            <pc:docMk/>
            <pc:sldMk cId="482414269" sldId="341"/>
            <ac:picMk id="12" creationId="{1F2B74B4-C2E6-453B-8C4D-66D9FFAE982B}"/>
          </ac:picMkLst>
        </pc:picChg>
        <pc:picChg chg="del">
          <ac:chgData name="Choi Jeomki" userId="f1912f8b0928b9f1" providerId="LiveId" clId="{B2BCA8AB-E8F2-4DD2-A10D-D82BF7F41353}" dt="2019-02-19T04:04:13.685" v="2361" actId="478"/>
          <ac:picMkLst>
            <pc:docMk/>
            <pc:sldMk cId="482414269" sldId="341"/>
            <ac:picMk id="13" creationId="{A947CD03-FB59-45BF-8FDF-3541E59D2DB6}"/>
          </ac:picMkLst>
        </pc:picChg>
        <pc:picChg chg="del">
          <ac:chgData name="Choi Jeomki" userId="f1912f8b0928b9f1" providerId="LiveId" clId="{B2BCA8AB-E8F2-4DD2-A10D-D82BF7F41353}" dt="2019-02-19T04:04:14.632" v="2363" actId="478"/>
          <ac:picMkLst>
            <pc:docMk/>
            <pc:sldMk cId="482414269" sldId="341"/>
            <ac:picMk id="14" creationId="{AC50F016-9BA5-4B65-9E77-5D0DE3CBC5E5}"/>
          </ac:picMkLst>
        </pc:picChg>
        <pc:picChg chg="del">
          <ac:chgData name="Choi Jeomki" userId="f1912f8b0928b9f1" providerId="LiveId" clId="{B2BCA8AB-E8F2-4DD2-A10D-D82BF7F41353}" dt="2019-02-19T04:04:15.037" v="2364" actId="478"/>
          <ac:picMkLst>
            <pc:docMk/>
            <pc:sldMk cId="482414269" sldId="341"/>
            <ac:picMk id="15" creationId="{F1BAB79C-8E68-45A8-84B9-0318D11A5C27}"/>
          </ac:picMkLst>
        </pc:picChg>
        <pc:picChg chg="add mod">
          <ac:chgData name="Choi Jeomki" userId="f1912f8b0928b9f1" providerId="LiveId" clId="{B2BCA8AB-E8F2-4DD2-A10D-D82BF7F41353}" dt="2019-02-19T04:07:31.079" v="2392" actId="1076"/>
          <ac:picMkLst>
            <pc:docMk/>
            <pc:sldMk cId="482414269" sldId="341"/>
            <ac:picMk id="16" creationId="{016819FD-C98C-4B34-830E-183429D467C4}"/>
          </ac:picMkLst>
        </pc:picChg>
      </pc:sldChg>
      <pc:sldChg chg="addSp delSp modSp add">
        <pc:chgData name="Choi Jeomki" userId="f1912f8b0928b9f1" providerId="LiveId" clId="{B2BCA8AB-E8F2-4DD2-A10D-D82BF7F41353}" dt="2019-02-19T04:18:23.699" v="2700" actId="1036"/>
        <pc:sldMkLst>
          <pc:docMk/>
          <pc:sldMk cId="1853170067" sldId="343"/>
        </pc:sldMkLst>
        <pc:spChg chg="mod">
          <ac:chgData name="Choi Jeomki" userId="f1912f8b0928b9f1" providerId="LiveId" clId="{B2BCA8AB-E8F2-4DD2-A10D-D82BF7F41353}" dt="2019-02-19T04:08:12.771" v="2402"/>
          <ac:spMkLst>
            <pc:docMk/>
            <pc:sldMk cId="1853170067" sldId="343"/>
            <ac:spMk id="2" creationId="{00000000-0000-0000-0000-000000000000}"/>
          </ac:spMkLst>
        </pc:spChg>
        <pc:spChg chg="mod">
          <ac:chgData name="Choi Jeomki" userId="f1912f8b0928b9f1" providerId="LiveId" clId="{B2BCA8AB-E8F2-4DD2-A10D-D82BF7F41353}" dt="2019-02-19T04:08:50.627" v="2502"/>
          <ac:spMkLst>
            <pc:docMk/>
            <pc:sldMk cId="1853170067" sldId="343"/>
            <ac:spMk id="3" creationId="{00000000-0000-0000-0000-000000000000}"/>
          </ac:spMkLst>
        </pc:spChg>
        <pc:spChg chg="mod">
          <ac:chgData name="Choi Jeomki" userId="f1912f8b0928b9f1" providerId="LiveId" clId="{B2BCA8AB-E8F2-4DD2-A10D-D82BF7F41353}" dt="2019-02-19T04:13:13.428" v="2605"/>
          <ac:spMkLst>
            <pc:docMk/>
            <pc:sldMk cId="1853170067" sldId="343"/>
            <ac:spMk id="4" creationId="{25DFE584-7754-4F1C-8B4D-0B971330CFE1}"/>
          </ac:spMkLst>
        </pc:spChg>
        <pc:spChg chg="mod">
          <ac:chgData name="Choi Jeomki" userId="f1912f8b0928b9f1" providerId="LiveId" clId="{B2BCA8AB-E8F2-4DD2-A10D-D82BF7F41353}" dt="2019-02-19T04:16:04.471" v="2656" actId="20577"/>
          <ac:spMkLst>
            <pc:docMk/>
            <pc:sldMk cId="1853170067" sldId="343"/>
            <ac:spMk id="7" creationId="{FEDCAC2F-1B80-4A62-9C87-D349649458CA}"/>
          </ac:spMkLst>
        </pc:spChg>
        <pc:spChg chg="add mod">
          <ac:chgData name="Choi Jeomki" userId="f1912f8b0928b9f1" providerId="LiveId" clId="{B2BCA8AB-E8F2-4DD2-A10D-D82BF7F41353}" dt="2019-02-19T04:15:40.864" v="2647" actId="465"/>
          <ac:spMkLst>
            <pc:docMk/>
            <pc:sldMk cId="1853170067" sldId="343"/>
            <ac:spMk id="14" creationId="{1CC853C6-6BA7-48DD-81BA-03D92F273FB3}"/>
          </ac:spMkLst>
        </pc:spChg>
        <pc:picChg chg="del">
          <ac:chgData name="Choi Jeomki" userId="f1912f8b0928b9f1" providerId="LiveId" clId="{B2BCA8AB-E8F2-4DD2-A10D-D82BF7F41353}" dt="2019-02-19T04:11:32.824" v="2567" actId="478"/>
          <ac:picMkLst>
            <pc:docMk/>
            <pc:sldMk cId="1853170067" sldId="343"/>
            <ac:picMk id="5" creationId="{E1CB65B2-644F-47D1-AE27-C205594E1F7F}"/>
          </ac:picMkLst>
        </pc:picChg>
        <pc:picChg chg="del">
          <ac:chgData name="Choi Jeomki" userId="f1912f8b0928b9f1" providerId="LiveId" clId="{B2BCA8AB-E8F2-4DD2-A10D-D82BF7F41353}" dt="2019-02-19T04:12:34.572" v="2602" actId="478"/>
          <ac:picMkLst>
            <pc:docMk/>
            <pc:sldMk cId="1853170067" sldId="343"/>
            <ac:picMk id="6" creationId="{5CA0CDAE-7D81-42E8-ABB3-C9020E423D71}"/>
          </ac:picMkLst>
        </pc:picChg>
        <pc:picChg chg="del">
          <ac:chgData name="Choi Jeomki" userId="f1912f8b0928b9f1" providerId="LiveId" clId="{B2BCA8AB-E8F2-4DD2-A10D-D82BF7F41353}" dt="2019-02-19T04:13:27.257" v="2606" actId="478"/>
          <ac:picMkLst>
            <pc:docMk/>
            <pc:sldMk cId="1853170067" sldId="343"/>
            <ac:picMk id="8" creationId="{CC5A1740-E099-4831-854F-5830086295E1}"/>
          </ac:picMkLst>
        </pc:picChg>
        <pc:picChg chg="del">
          <ac:chgData name="Choi Jeomki" userId="f1912f8b0928b9f1" providerId="LiveId" clId="{B2BCA8AB-E8F2-4DD2-A10D-D82BF7F41353}" dt="2019-02-19T04:16:52.780" v="2659" actId="478"/>
          <ac:picMkLst>
            <pc:docMk/>
            <pc:sldMk cId="1853170067" sldId="343"/>
            <ac:picMk id="9" creationId="{E08A77CA-BEF5-4643-827B-BAF2436A5494}"/>
          </ac:picMkLst>
        </pc:picChg>
        <pc:picChg chg="del">
          <ac:chgData name="Choi Jeomki" userId="f1912f8b0928b9f1" providerId="LiveId" clId="{B2BCA8AB-E8F2-4DD2-A10D-D82BF7F41353}" dt="2019-02-19T04:17:04.184" v="2661" actId="478"/>
          <ac:picMkLst>
            <pc:docMk/>
            <pc:sldMk cId="1853170067" sldId="343"/>
            <ac:picMk id="10" creationId="{25046111-6ED6-4973-A7D8-7396BB0273F2}"/>
          </ac:picMkLst>
        </pc:picChg>
        <pc:picChg chg="del">
          <ac:chgData name="Choi Jeomki" userId="f1912f8b0928b9f1" providerId="LiveId" clId="{B2BCA8AB-E8F2-4DD2-A10D-D82BF7F41353}" dt="2019-02-19T04:17:15.612" v="2664" actId="478"/>
          <ac:picMkLst>
            <pc:docMk/>
            <pc:sldMk cId="1853170067" sldId="343"/>
            <ac:picMk id="11" creationId="{86D9539E-423B-4046-A040-C526F1E3731A}"/>
          </ac:picMkLst>
        </pc:picChg>
        <pc:picChg chg="del">
          <ac:chgData name="Choi Jeomki" userId="f1912f8b0928b9f1" providerId="LiveId" clId="{B2BCA8AB-E8F2-4DD2-A10D-D82BF7F41353}" dt="2019-02-19T04:17:18.822" v="2667" actId="478"/>
          <ac:picMkLst>
            <pc:docMk/>
            <pc:sldMk cId="1853170067" sldId="343"/>
            <ac:picMk id="12" creationId="{E5597D94-CD9D-483E-9ED1-93CB66698D69}"/>
          </ac:picMkLst>
        </pc:picChg>
        <pc:picChg chg="del">
          <ac:chgData name="Choi Jeomki" userId="f1912f8b0928b9f1" providerId="LiveId" clId="{B2BCA8AB-E8F2-4DD2-A10D-D82BF7F41353}" dt="2019-02-19T04:11:33.448" v="2568" actId="478"/>
          <ac:picMkLst>
            <pc:docMk/>
            <pc:sldMk cId="1853170067" sldId="343"/>
            <ac:picMk id="13" creationId="{07D1B3BE-F74D-4EE0-ACE9-6EF7972998F7}"/>
          </ac:picMkLst>
        </pc:picChg>
        <pc:picChg chg="add mod modCrop">
          <ac:chgData name="Choi Jeomki" userId="f1912f8b0928b9f1" providerId="LiveId" clId="{B2BCA8AB-E8F2-4DD2-A10D-D82BF7F41353}" dt="2019-02-19T04:17:56.472" v="2674" actId="552"/>
          <ac:picMkLst>
            <pc:docMk/>
            <pc:sldMk cId="1853170067" sldId="343"/>
            <ac:picMk id="15" creationId="{4AB83830-298C-4112-B08A-DCF9721C1F97}"/>
          </ac:picMkLst>
        </pc:picChg>
        <pc:picChg chg="add mod modCrop">
          <ac:chgData name="Choi Jeomki" userId="f1912f8b0928b9f1" providerId="LiveId" clId="{B2BCA8AB-E8F2-4DD2-A10D-D82BF7F41353}" dt="2019-02-19T04:18:07.017" v="2686" actId="553"/>
          <ac:picMkLst>
            <pc:docMk/>
            <pc:sldMk cId="1853170067" sldId="343"/>
            <ac:picMk id="16" creationId="{9A7A6AD1-74CA-4361-B5C5-EE0D07F89DE6}"/>
          </ac:picMkLst>
        </pc:picChg>
        <pc:picChg chg="add mod">
          <ac:chgData name="Choi Jeomki" userId="f1912f8b0928b9f1" providerId="LiveId" clId="{B2BCA8AB-E8F2-4DD2-A10D-D82BF7F41353}" dt="2019-02-19T04:18:07.017" v="2686" actId="553"/>
          <ac:picMkLst>
            <pc:docMk/>
            <pc:sldMk cId="1853170067" sldId="343"/>
            <ac:picMk id="17" creationId="{FBF7ADC3-887A-45C4-A1CB-F714792C50EB}"/>
          </ac:picMkLst>
        </pc:picChg>
        <pc:picChg chg="add del mod">
          <ac:chgData name="Choi Jeomki" userId="f1912f8b0928b9f1" providerId="LiveId" clId="{B2BCA8AB-E8F2-4DD2-A10D-D82BF7F41353}" dt="2019-02-19T04:14:52.709" v="2624" actId="478"/>
          <ac:picMkLst>
            <pc:docMk/>
            <pc:sldMk cId="1853170067" sldId="343"/>
            <ac:picMk id="18" creationId="{069EF37A-5DAE-44A1-9A05-D87C93037F96}"/>
          </ac:picMkLst>
        </pc:picChg>
        <pc:picChg chg="add del mod">
          <ac:chgData name="Choi Jeomki" userId="f1912f8b0928b9f1" providerId="LiveId" clId="{B2BCA8AB-E8F2-4DD2-A10D-D82BF7F41353}" dt="2019-02-19T04:14:18.577" v="2618"/>
          <ac:picMkLst>
            <pc:docMk/>
            <pc:sldMk cId="1853170067" sldId="343"/>
            <ac:picMk id="19" creationId="{EFE790CF-56BC-4C8B-8887-82312EB7CEDB}"/>
          </ac:picMkLst>
        </pc:picChg>
        <pc:picChg chg="add mod">
          <ac:chgData name="Choi Jeomki" userId="f1912f8b0928b9f1" providerId="LiveId" clId="{B2BCA8AB-E8F2-4DD2-A10D-D82BF7F41353}" dt="2019-02-19T04:18:07.017" v="2686" actId="553"/>
          <ac:picMkLst>
            <pc:docMk/>
            <pc:sldMk cId="1853170067" sldId="343"/>
            <ac:picMk id="20" creationId="{9298E547-B950-4593-B9D4-F50E19B414FA}"/>
          </ac:picMkLst>
        </pc:picChg>
        <pc:picChg chg="add mod">
          <ac:chgData name="Choi Jeomki" userId="f1912f8b0928b9f1" providerId="LiveId" clId="{B2BCA8AB-E8F2-4DD2-A10D-D82BF7F41353}" dt="2019-02-19T04:18:10.496" v="2691" actId="1037"/>
          <ac:picMkLst>
            <pc:docMk/>
            <pc:sldMk cId="1853170067" sldId="343"/>
            <ac:picMk id="21" creationId="{D4805CC3-27BD-48EC-96ED-63B9C4DA0318}"/>
          </ac:picMkLst>
        </pc:picChg>
        <pc:picChg chg="add mod">
          <ac:chgData name="Choi Jeomki" userId="f1912f8b0928b9f1" providerId="LiveId" clId="{B2BCA8AB-E8F2-4DD2-A10D-D82BF7F41353}" dt="2019-02-19T04:18:21.594" v="2698" actId="1035"/>
          <ac:picMkLst>
            <pc:docMk/>
            <pc:sldMk cId="1853170067" sldId="343"/>
            <ac:picMk id="22" creationId="{1A7B54F6-5220-4A80-837B-906FCA3C62F9}"/>
          </ac:picMkLst>
        </pc:picChg>
        <pc:picChg chg="add del mod">
          <ac:chgData name="Choi Jeomki" userId="f1912f8b0928b9f1" providerId="LiveId" clId="{B2BCA8AB-E8F2-4DD2-A10D-D82BF7F41353}" dt="2019-02-19T04:17:32.696" v="2668" actId="478"/>
          <ac:picMkLst>
            <pc:docMk/>
            <pc:sldMk cId="1853170067" sldId="343"/>
            <ac:picMk id="23" creationId="{1B3B2D0B-E4AD-41ED-ABBE-88640C1E7FBA}"/>
          </ac:picMkLst>
        </pc:picChg>
        <pc:picChg chg="add mod">
          <ac:chgData name="Choi Jeomki" userId="f1912f8b0928b9f1" providerId="LiveId" clId="{B2BCA8AB-E8F2-4DD2-A10D-D82BF7F41353}" dt="2019-02-19T04:18:23.699" v="2700" actId="1036"/>
          <ac:picMkLst>
            <pc:docMk/>
            <pc:sldMk cId="1853170067" sldId="343"/>
            <ac:picMk id="24" creationId="{4091BFDD-0E30-417D-9438-82906FD898B4}"/>
          </ac:picMkLst>
        </pc:picChg>
        <pc:picChg chg="add mod">
          <ac:chgData name="Choi Jeomki" userId="f1912f8b0928b9f1" providerId="LiveId" clId="{B2BCA8AB-E8F2-4DD2-A10D-D82BF7F41353}" dt="2019-02-19T04:18:18.856" v="2695" actId="552"/>
          <ac:picMkLst>
            <pc:docMk/>
            <pc:sldMk cId="1853170067" sldId="343"/>
            <ac:picMk id="25" creationId="{56E78014-ADD7-4ED4-B30A-7FFD8F16F160}"/>
          </ac:picMkLst>
        </pc:picChg>
      </pc:sldChg>
      <pc:sldChg chg="addSp delSp modSp add">
        <pc:chgData name="Choi Jeomki" userId="f1912f8b0928b9f1" providerId="LiveId" clId="{B2BCA8AB-E8F2-4DD2-A10D-D82BF7F41353}" dt="2019-02-19T19:53:28.380" v="7027" actId="20577"/>
        <pc:sldMkLst>
          <pc:docMk/>
          <pc:sldMk cId="2751800525" sldId="344"/>
        </pc:sldMkLst>
        <pc:spChg chg="mod">
          <ac:chgData name="Choi Jeomki" userId="f1912f8b0928b9f1" providerId="LiveId" clId="{B2BCA8AB-E8F2-4DD2-A10D-D82BF7F41353}" dt="2019-02-19T05:12:07.056" v="3925" actId="20577"/>
          <ac:spMkLst>
            <pc:docMk/>
            <pc:sldMk cId="2751800525" sldId="344"/>
            <ac:spMk id="2" creationId="{00000000-0000-0000-0000-000000000000}"/>
          </ac:spMkLst>
        </pc:spChg>
        <pc:spChg chg="mod">
          <ac:chgData name="Choi Jeomki" userId="f1912f8b0928b9f1" providerId="LiveId" clId="{B2BCA8AB-E8F2-4DD2-A10D-D82BF7F41353}" dt="2019-02-19T19:53:28.380" v="7027" actId="20577"/>
          <ac:spMkLst>
            <pc:docMk/>
            <pc:sldMk cId="2751800525" sldId="344"/>
            <ac:spMk id="3" creationId="{00000000-0000-0000-0000-000000000000}"/>
          </ac:spMkLst>
        </pc:spChg>
        <pc:spChg chg="mod">
          <ac:chgData name="Choi Jeomki" userId="f1912f8b0928b9f1" providerId="LiveId" clId="{B2BCA8AB-E8F2-4DD2-A10D-D82BF7F41353}" dt="2019-02-19T04:33:31.838" v="3056" actId="14100"/>
          <ac:spMkLst>
            <pc:docMk/>
            <pc:sldMk cId="2751800525" sldId="344"/>
            <ac:spMk id="4" creationId="{E420762C-F737-4CC3-B401-D7401ACC34B2}"/>
          </ac:spMkLst>
        </pc:spChg>
        <pc:spChg chg="del">
          <ac:chgData name="Choi Jeomki" userId="f1912f8b0928b9f1" providerId="LiveId" clId="{B2BCA8AB-E8F2-4DD2-A10D-D82BF7F41353}" dt="2019-02-19T04:27:27.121" v="2924" actId="478"/>
          <ac:spMkLst>
            <pc:docMk/>
            <pc:sldMk cId="2751800525" sldId="344"/>
            <ac:spMk id="5" creationId="{2DE5E7AE-BE0A-4F9B-A3CA-24473BCB7298}"/>
          </ac:spMkLst>
        </pc:spChg>
        <pc:spChg chg="add mod topLvl">
          <ac:chgData name="Choi Jeomki" userId="f1912f8b0928b9f1" providerId="LiveId" clId="{B2BCA8AB-E8F2-4DD2-A10D-D82BF7F41353}" dt="2019-02-19T04:25:07.090" v="2904" actId="164"/>
          <ac:spMkLst>
            <pc:docMk/>
            <pc:sldMk cId="2751800525" sldId="344"/>
            <ac:spMk id="18" creationId="{00BC3197-00DE-4115-8C35-A5DFDFFC78B3}"/>
          </ac:spMkLst>
        </pc:spChg>
        <pc:spChg chg="add mod">
          <ac:chgData name="Choi Jeomki" userId="f1912f8b0928b9f1" providerId="LiveId" clId="{B2BCA8AB-E8F2-4DD2-A10D-D82BF7F41353}" dt="2019-02-19T04:34:25.708" v="3075" actId="20577"/>
          <ac:spMkLst>
            <pc:docMk/>
            <pc:sldMk cId="2751800525" sldId="344"/>
            <ac:spMk id="26" creationId="{B74BC757-41CE-46FD-BA81-29C3B8F42C39}"/>
          </ac:spMkLst>
        </pc:spChg>
        <pc:spChg chg="add mod">
          <ac:chgData name="Choi Jeomki" userId="f1912f8b0928b9f1" providerId="LiveId" clId="{B2BCA8AB-E8F2-4DD2-A10D-D82BF7F41353}" dt="2019-02-19T04:29:32.527" v="2970" actId="12788"/>
          <ac:spMkLst>
            <pc:docMk/>
            <pc:sldMk cId="2751800525" sldId="344"/>
            <ac:spMk id="30" creationId="{8BCE405F-FB57-4C3A-9A81-9B764D739052}"/>
          </ac:spMkLst>
        </pc:spChg>
        <pc:spChg chg="add mod">
          <ac:chgData name="Choi Jeomki" userId="f1912f8b0928b9f1" providerId="LiveId" clId="{B2BCA8AB-E8F2-4DD2-A10D-D82BF7F41353}" dt="2019-02-19T04:34:17.693" v="3074" actId="1038"/>
          <ac:spMkLst>
            <pc:docMk/>
            <pc:sldMk cId="2751800525" sldId="344"/>
            <ac:spMk id="37" creationId="{505A2557-F5AD-4065-B418-8E692B3F1CB7}"/>
          </ac:spMkLst>
        </pc:spChg>
        <pc:grpChg chg="add del mod">
          <ac:chgData name="Choi Jeomki" userId="f1912f8b0928b9f1" providerId="LiveId" clId="{B2BCA8AB-E8F2-4DD2-A10D-D82BF7F41353}" dt="2019-02-19T04:24:21.580" v="2803" actId="478"/>
          <ac:grpSpMkLst>
            <pc:docMk/>
            <pc:sldMk cId="2751800525" sldId="344"/>
            <ac:grpSpMk id="19" creationId="{C1AF239B-84F9-428C-8E32-76F809097F52}"/>
          </ac:grpSpMkLst>
        </pc:grpChg>
        <pc:grpChg chg="add del mod">
          <ac:chgData name="Choi Jeomki" userId="f1912f8b0928b9f1" providerId="LiveId" clId="{B2BCA8AB-E8F2-4DD2-A10D-D82BF7F41353}" dt="2019-02-19T04:28:10.071" v="2941" actId="478"/>
          <ac:grpSpMkLst>
            <pc:docMk/>
            <pc:sldMk cId="2751800525" sldId="344"/>
            <ac:grpSpMk id="23" creationId="{77D0607D-A1BD-49C7-AB95-65B4859CA9D8}"/>
          </ac:grpSpMkLst>
        </pc:grpChg>
        <pc:picChg chg="del mod modCrop">
          <ac:chgData name="Choi Jeomki" userId="f1912f8b0928b9f1" providerId="LiveId" clId="{B2BCA8AB-E8F2-4DD2-A10D-D82BF7F41353}" dt="2019-02-19T04:24:14.813" v="2800" actId="478"/>
          <ac:picMkLst>
            <pc:docMk/>
            <pc:sldMk cId="2751800525" sldId="344"/>
            <ac:picMk id="6" creationId="{64604769-DFB3-4982-8B4E-E57091282648}"/>
          </ac:picMkLst>
        </pc:picChg>
        <pc:picChg chg="del">
          <ac:chgData name="Choi Jeomki" userId="f1912f8b0928b9f1" providerId="LiveId" clId="{B2BCA8AB-E8F2-4DD2-A10D-D82BF7F41353}" dt="2019-02-19T04:21:11.816" v="2763" actId="478"/>
          <ac:picMkLst>
            <pc:docMk/>
            <pc:sldMk cId="2751800525" sldId="344"/>
            <ac:picMk id="7" creationId="{B30E40AA-505F-4B86-9F7B-43532351F0D5}"/>
          </ac:picMkLst>
        </pc:picChg>
        <pc:picChg chg="del">
          <ac:chgData name="Choi Jeomki" userId="f1912f8b0928b9f1" providerId="LiveId" clId="{B2BCA8AB-E8F2-4DD2-A10D-D82BF7F41353}" dt="2019-02-19T04:22:46.615" v="2794" actId="478"/>
          <ac:picMkLst>
            <pc:docMk/>
            <pc:sldMk cId="2751800525" sldId="344"/>
            <ac:picMk id="8" creationId="{A0300967-093F-4BAB-A0C5-05E2D9304D11}"/>
          </ac:picMkLst>
        </pc:picChg>
        <pc:picChg chg="del">
          <ac:chgData name="Choi Jeomki" userId="f1912f8b0928b9f1" providerId="LiveId" clId="{B2BCA8AB-E8F2-4DD2-A10D-D82BF7F41353}" dt="2019-02-19T04:22:46.615" v="2794" actId="478"/>
          <ac:picMkLst>
            <pc:docMk/>
            <pc:sldMk cId="2751800525" sldId="344"/>
            <ac:picMk id="9" creationId="{D7DD73A9-62D6-494D-ACF5-85315CA515C0}"/>
          </ac:picMkLst>
        </pc:picChg>
        <pc:picChg chg="del">
          <ac:chgData name="Choi Jeomki" userId="f1912f8b0928b9f1" providerId="LiveId" clId="{B2BCA8AB-E8F2-4DD2-A10D-D82BF7F41353}" dt="2019-02-19T04:27:27.121" v="2924" actId="478"/>
          <ac:picMkLst>
            <pc:docMk/>
            <pc:sldMk cId="2751800525" sldId="344"/>
            <ac:picMk id="10" creationId="{AA8D4996-30CF-4BB2-9C35-3C774A0DED4C}"/>
          </ac:picMkLst>
        </pc:picChg>
        <pc:picChg chg="del">
          <ac:chgData name="Choi Jeomki" userId="f1912f8b0928b9f1" providerId="LiveId" clId="{B2BCA8AB-E8F2-4DD2-A10D-D82BF7F41353}" dt="2019-02-19T04:27:27.121" v="2924" actId="478"/>
          <ac:picMkLst>
            <pc:docMk/>
            <pc:sldMk cId="2751800525" sldId="344"/>
            <ac:picMk id="11" creationId="{0FFDC1C8-1A1D-4A6C-97E0-D4621514D282}"/>
          </ac:picMkLst>
        </pc:picChg>
        <pc:picChg chg="del">
          <ac:chgData name="Choi Jeomki" userId="f1912f8b0928b9f1" providerId="LiveId" clId="{B2BCA8AB-E8F2-4DD2-A10D-D82BF7F41353}" dt="2019-02-19T04:27:27.121" v="2924" actId="478"/>
          <ac:picMkLst>
            <pc:docMk/>
            <pc:sldMk cId="2751800525" sldId="344"/>
            <ac:picMk id="12" creationId="{1F2B74B4-C2E6-453B-8C4D-66D9FFAE982B}"/>
          </ac:picMkLst>
        </pc:picChg>
        <pc:picChg chg="del">
          <ac:chgData name="Choi Jeomki" userId="f1912f8b0928b9f1" providerId="LiveId" clId="{B2BCA8AB-E8F2-4DD2-A10D-D82BF7F41353}" dt="2019-02-19T04:27:27.121" v="2924" actId="478"/>
          <ac:picMkLst>
            <pc:docMk/>
            <pc:sldMk cId="2751800525" sldId="344"/>
            <ac:picMk id="13" creationId="{A947CD03-FB59-45BF-8FDF-3541E59D2DB6}"/>
          </ac:picMkLst>
        </pc:picChg>
        <pc:picChg chg="del">
          <ac:chgData name="Choi Jeomki" userId="f1912f8b0928b9f1" providerId="LiveId" clId="{B2BCA8AB-E8F2-4DD2-A10D-D82BF7F41353}" dt="2019-02-19T04:27:27.121" v="2924" actId="478"/>
          <ac:picMkLst>
            <pc:docMk/>
            <pc:sldMk cId="2751800525" sldId="344"/>
            <ac:picMk id="14" creationId="{AC50F016-9BA5-4B65-9E77-5D0DE3CBC5E5}"/>
          </ac:picMkLst>
        </pc:picChg>
        <pc:picChg chg="del">
          <ac:chgData name="Choi Jeomki" userId="f1912f8b0928b9f1" providerId="LiveId" clId="{B2BCA8AB-E8F2-4DD2-A10D-D82BF7F41353}" dt="2019-02-19T04:27:27.121" v="2924" actId="478"/>
          <ac:picMkLst>
            <pc:docMk/>
            <pc:sldMk cId="2751800525" sldId="344"/>
            <ac:picMk id="15" creationId="{F1BAB79C-8E68-45A8-84B9-0318D11A5C27}"/>
          </ac:picMkLst>
        </pc:picChg>
        <pc:picChg chg="add del mod">
          <ac:chgData name="Choi Jeomki" userId="f1912f8b0928b9f1" providerId="LiveId" clId="{B2BCA8AB-E8F2-4DD2-A10D-D82BF7F41353}" dt="2019-02-19T04:23:47.262" v="2795" actId="478"/>
          <ac:picMkLst>
            <pc:docMk/>
            <pc:sldMk cId="2751800525" sldId="344"/>
            <ac:picMk id="16" creationId="{D7FD43A8-62FF-4225-BFB7-E18A1FD619A5}"/>
          </ac:picMkLst>
        </pc:picChg>
        <pc:picChg chg="add del mod topLvl modCrop">
          <ac:chgData name="Choi Jeomki" userId="f1912f8b0928b9f1" providerId="LiveId" clId="{B2BCA8AB-E8F2-4DD2-A10D-D82BF7F41353}" dt="2019-02-19T04:24:21.580" v="2803" actId="478"/>
          <ac:picMkLst>
            <pc:docMk/>
            <pc:sldMk cId="2751800525" sldId="344"/>
            <ac:picMk id="17" creationId="{DCB7F814-D08F-4926-ADCF-51BEBE6F5A44}"/>
          </ac:picMkLst>
        </pc:picChg>
        <pc:picChg chg="add del mod">
          <ac:chgData name="Choi Jeomki" userId="f1912f8b0928b9f1" providerId="LiveId" clId="{B2BCA8AB-E8F2-4DD2-A10D-D82BF7F41353}" dt="2019-02-19T04:28:07.701" v="2939" actId="478"/>
          <ac:picMkLst>
            <pc:docMk/>
            <pc:sldMk cId="2751800525" sldId="344"/>
            <ac:picMk id="20" creationId="{0739E7F0-A9A4-4AFB-9077-8381B0450250}"/>
          </ac:picMkLst>
        </pc:picChg>
        <pc:picChg chg="add mod modCrop">
          <ac:chgData name="Choi Jeomki" userId="f1912f8b0928b9f1" providerId="LiveId" clId="{B2BCA8AB-E8F2-4DD2-A10D-D82BF7F41353}" dt="2019-02-19T04:25:07.090" v="2904" actId="164"/>
          <ac:picMkLst>
            <pc:docMk/>
            <pc:sldMk cId="2751800525" sldId="344"/>
            <ac:picMk id="21" creationId="{9D39AE35-D053-4EC0-861C-F4086749A8CE}"/>
          </ac:picMkLst>
        </pc:picChg>
        <pc:picChg chg="add mod modCrop">
          <ac:chgData name="Choi Jeomki" userId="f1912f8b0928b9f1" providerId="LiveId" clId="{B2BCA8AB-E8F2-4DD2-A10D-D82BF7F41353}" dt="2019-02-19T04:25:07.090" v="2904" actId="164"/>
          <ac:picMkLst>
            <pc:docMk/>
            <pc:sldMk cId="2751800525" sldId="344"/>
            <ac:picMk id="22" creationId="{8195F19F-36C8-40A3-A07A-A9C2840FCDA9}"/>
          </ac:picMkLst>
        </pc:picChg>
        <pc:picChg chg="add del mod">
          <ac:chgData name="Choi Jeomki" userId="f1912f8b0928b9f1" providerId="LiveId" clId="{B2BCA8AB-E8F2-4DD2-A10D-D82BF7F41353}" dt="2019-02-19T04:27:42.419" v="2929" actId="478"/>
          <ac:picMkLst>
            <pc:docMk/>
            <pc:sldMk cId="2751800525" sldId="344"/>
            <ac:picMk id="24" creationId="{6D3A99BE-9F6F-4454-8484-A4E310E3A574}"/>
          </ac:picMkLst>
        </pc:picChg>
        <pc:picChg chg="add del mod">
          <ac:chgData name="Choi Jeomki" userId="f1912f8b0928b9f1" providerId="LiveId" clId="{B2BCA8AB-E8F2-4DD2-A10D-D82BF7F41353}" dt="2019-02-19T04:27:42.419" v="2929" actId="478"/>
          <ac:picMkLst>
            <pc:docMk/>
            <pc:sldMk cId="2751800525" sldId="344"/>
            <ac:picMk id="25" creationId="{CAC42B25-5C1E-4E92-96D5-D0CF992165FB}"/>
          </ac:picMkLst>
        </pc:picChg>
        <pc:picChg chg="add mod modCrop">
          <ac:chgData name="Choi Jeomki" userId="f1912f8b0928b9f1" providerId="LiveId" clId="{B2BCA8AB-E8F2-4DD2-A10D-D82BF7F41353}" dt="2019-02-19T04:34:07.615" v="3065" actId="208"/>
          <ac:picMkLst>
            <pc:docMk/>
            <pc:sldMk cId="2751800525" sldId="344"/>
            <ac:picMk id="27" creationId="{40220C52-CF36-4000-8623-6A68266EA59F}"/>
          </ac:picMkLst>
        </pc:picChg>
        <pc:picChg chg="add mod modCrop">
          <ac:chgData name="Choi Jeomki" userId="f1912f8b0928b9f1" providerId="LiveId" clId="{B2BCA8AB-E8F2-4DD2-A10D-D82BF7F41353}" dt="2019-02-19T04:34:07.615" v="3065" actId="208"/>
          <ac:picMkLst>
            <pc:docMk/>
            <pc:sldMk cId="2751800525" sldId="344"/>
            <ac:picMk id="28" creationId="{F92A80F8-69DD-49DB-8290-9483441C38C0}"/>
          </ac:picMkLst>
        </pc:picChg>
        <pc:picChg chg="add mod modCrop">
          <ac:chgData name="Choi Jeomki" userId="f1912f8b0928b9f1" providerId="LiveId" clId="{B2BCA8AB-E8F2-4DD2-A10D-D82BF7F41353}" dt="2019-02-19T04:34:07.615" v="3065" actId="208"/>
          <ac:picMkLst>
            <pc:docMk/>
            <pc:sldMk cId="2751800525" sldId="344"/>
            <ac:picMk id="29" creationId="{A21F5426-C1B0-4A89-BA8C-A7E25170E030}"/>
          </ac:picMkLst>
        </pc:picChg>
        <pc:picChg chg="add mod">
          <ac:chgData name="Choi Jeomki" userId="f1912f8b0928b9f1" providerId="LiveId" clId="{B2BCA8AB-E8F2-4DD2-A10D-D82BF7F41353}" dt="2019-02-19T04:34:07.615" v="3065" actId="208"/>
          <ac:picMkLst>
            <pc:docMk/>
            <pc:sldMk cId="2751800525" sldId="344"/>
            <ac:picMk id="31" creationId="{5A442963-7E17-4030-9135-1845A8939468}"/>
          </ac:picMkLst>
        </pc:picChg>
        <pc:picChg chg="add del mod">
          <ac:chgData name="Choi Jeomki" userId="f1912f8b0928b9f1" providerId="LiveId" clId="{B2BCA8AB-E8F2-4DD2-A10D-D82BF7F41353}" dt="2019-02-19T04:31:10.971" v="2996" actId="478"/>
          <ac:picMkLst>
            <pc:docMk/>
            <pc:sldMk cId="2751800525" sldId="344"/>
            <ac:picMk id="32" creationId="{A08E034F-7F90-411F-AE25-79E050C14BF9}"/>
          </ac:picMkLst>
        </pc:picChg>
        <pc:picChg chg="add mod">
          <ac:chgData name="Choi Jeomki" userId="f1912f8b0928b9f1" providerId="LiveId" clId="{B2BCA8AB-E8F2-4DD2-A10D-D82BF7F41353}" dt="2019-02-19T04:34:07.615" v="3065" actId="208"/>
          <ac:picMkLst>
            <pc:docMk/>
            <pc:sldMk cId="2751800525" sldId="344"/>
            <ac:picMk id="33" creationId="{89F75D27-0053-45E3-973D-6832A0189905}"/>
          </ac:picMkLst>
        </pc:picChg>
        <pc:picChg chg="add mod">
          <ac:chgData name="Choi Jeomki" userId="f1912f8b0928b9f1" providerId="LiveId" clId="{B2BCA8AB-E8F2-4DD2-A10D-D82BF7F41353}" dt="2019-02-19T04:34:28.188" v="3081" actId="1035"/>
          <ac:picMkLst>
            <pc:docMk/>
            <pc:sldMk cId="2751800525" sldId="344"/>
            <ac:picMk id="34" creationId="{0DBD4D27-D1B1-4684-B9BB-5D7B6B0D3C61}"/>
          </ac:picMkLst>
        </pc:picChg>
        <pc:picChg chg="add mod">
          <ac:chgData name="Choi Jeomki" userId="f1912f8b0928b9f1" providerId="LiveId" clId="{B2BCA8AB-E8F2-4DD2-A10D-D82BF7F41353}" dt="2019-02-19T04:34:07.615" v="3065" actId="208"/>
          <ac:picMkLst>
            <pc:docMk/>
            <pc:sldMk cId="2751800525" sldId="344"/>
            <ac:picMk id="35" creationId="{9BE52955-4178-4823-B72D-8A97A0BE903E}"/>
          </ac:picMkLst>
        </pc:picChg>
        <pc:picChg chg="add mod modCrop">
          <ac:chgData name="Choi Jeomki" userId="f1912f8b0928b9f1" providerId="LiveId" clId="{B2BCA8AB-E8F2-4DD2-A10D-D82BF7F41353}" dt="2019-02-19T04:34:07.615" v="3065" actId="208"/>
          <ac:picMkLst>
            <pc:docMk/>
            <pc:sldMk cId="2751800525" sldId="344"/>
            <ac:picMk id="36" creationId="{464EFC4C-2186-4F2E-8543-E729DDEFCD26}"/>
          </ac:picMkLst>
        </pc:picChg>
      </pc:sldChg>
      <pc:sldChg chg="addSp delSp modSp add">
        <pc:chgData name="Choi Jeomki" userId="f1912f8b0928b9f1" providerId="LiveId" clId="{B2BCA8AB-E8F2-4DD2-A10D-D82BF7F41353}" dt="2019-02-19T08:09:32.520" v="5970"/>
        <pc:sldMkLst>
          <pc:docMk/>
          <pc:sldMk cId="1417671877" sldId="345"/>
        </pc:sldMkLst>
        <pc:spChg chg="mod">
          <ac:chgData name="Choi Jeomki" userId="f1912f8b0928b9f1" providerId="LiveId" clId="{B2BCA8AB-E8F2-4DD2-A10D-D82BF7F41353}" dt="2019-02-19T04:52:19.270" v="3401"/>
          <ac:spMkLst>
            <pc:docMk/>
            <pc:sldMk cId="1417671877" sldId="345"/>
            <ac:spMk id="2" creationId="{00000000-0000-0000-0000-000000000000}"/>
          </ac:spMkLst>
        </pc:spChg>
        <pc:spChg chg="mod">
          <ac:chgData name="Choi Jeomki" userId="f1912f8b0928b9f1" providerId="LiveId" clId="{B2BCA8AB-E8F2-4DD2-A10D-D82BF7F41353}" dt="2019-02-19T08:09:32.520" v="5970"/>
          <ac:spMkLst>
            <pc:docMk/>
            <pc:sldMk cId="1417671877" sldId="345"/>
            <ac:spMk id="3" creationId="{00000000-0000-0000-0000-000000000000}"/>
          </ac:spMkLst>
        </pc:spChg>
        <pc:spChg chg="mod">
          <ac:chgData name="Choi Jeomki" userId="f1912f8b0928b9f1" providerId="LiveId" clId="{B2BCA8AB-E8F2-4DD2-A10D-D82BF7F41353}" dt="2019-02-19T04:53:53.943" v="3461" actId="20577"/>
          <ac:spMkLst>
            <pc:docMk/>
            <pc:sldMk cId="1417671877" sldId="345"/>
            <ac:spMk id="4" creationId="{E420762C-F737-4CC3-B401-D7401ACC34B2}"/>
          </ac:spMkLst>
        </pc:spChg>
        <pc:picChg chg="add mod">
          <ac:chgData name="Choi Jeomki" userId="f1912f8b0928b9f1" providerId="LiveId" clId="{B2BCA8AB-E8F2-4DD2-A10D-D82BF7F41353}" dt="2019-02-19T04:55:48.556" v="3468" actId="14100"/>
          <ac:picMkLst>
            <pc:docMk/>
            <pc:sldMk cId="1417671877" sldId="345"/>
            <ac:picMk id="5" creationId="{29E6E49D-E865-40F8-BF61-ECB279945E2E}"/>
          </ac:picMkLst>
        </pc:picChg>
        <pc:picChg chg="del">
          <ac:chgData name="Choi Jeomki" userId="f1912f8b0928b9f1" providerId="LiveId" clId="{B2BCA8AB-E8F2-4DD2-A10D-D82BF7F41353}" dt="2019-02-19T04:55:36.849" v="3462" actId="478"/>
          <ac:picMkLst>
            <pc:docMk/>
            <pc:sldMk cId="1417671877" sldId="345"/>
            <ac:picMk id="16" creationId="{016819FD-C98C-4B34-830E-183429D467C4}"/>
          </ac:picMkLst>
        </pc:picChg>
      </pc:sldChg>
      <pc:sldChg chg="addSp delSp modSp add">
        <pc:chgData name="Choi Jeomki" userId="f1912f8b0928b9f1" providerId="LiveId" clId="{B2BCA8AB-E8F2-4DD2-A10D-D82BF7F41353}" dt="2019-02-19T19:53:43.156" v="7035" actId="20577"/>
        <pc:sldMkLst>
          <pc:docMk/>
          <pc:sldMk cId="3525613018" sldId="346"/>
        </pc:sldMkLst>
        <pc:spChg chg="mod">
          <ac:chgData name="Choi Jeomki" userId="f1912f8b0928b9f1" providerId="LiveId" clId="{B2BCA8AB-E8F2-4DD2-A10D-D82BF7F41353}" dt="2019-02-19T05:12:11.031" v="3930" actId="20577"/>
          <ac:spMkLst>
            <pc:docMk/>
            <pc:sldMk cId="3525613018" sldId="346"/>
            <ac:spMk id="2" creationId="{00000000-0000-0000-0000-000000000000}"/>
          </ac:spMkLst>
        </pc:spChg>
        <pc:spChg chg="mod">
          <ac:chgData name="Choi Jeomki" userId="f1912f8b0928b9f1" providerId="LiveId" clId="{B2BCA8AB-E8F2-4DD2-A10D-D82BF7F41353}" dt="2019-02-19T19:53:43.156" v="7035" actId="20577"/>
          <ac:spMkLst>
            <pc:docMk/>
            <pc:sldMk cId="3525613018" sldId="346"/>
            <ac:spMk id="3" creationId="{00000000-0000-0000-0000-000000000000}"/>
          </ac:spMkLst>
        </pc:spChg>
        <pc:spChg chg="mod">
          <ac:chgData name="Choi Jeomki" userId="f1912f8b0928b9f1" providerId="LiveId" clId="{B2BCA8AB-E8F2-4DD2-A10D-D82BF7F41353}" dt="2019-02-19T04:41:27.317" v="3182" actId="20577"/>
          <ac:spMkLst>
            <pc:docMk/>
            <pc:sldMk cId="3525613018" sldId="346"/>
            <ac:spMk id="4" creationId="{E420762C-F737-4CC3-B401-D7401ACC34B2}"/>
          </ac:spMkLst>
        </pc:spChg>
        <pc:spChg chg="del mod">
          <ac:chgData name="Choi Jeomki" userId="f1912f8b0928b9f1" providerId="LiveId" clId="{B2BCA8AB-E8F2-4DD2-A10D-D82BF7F41353}" dt="2019-02-19T04:37:18.525" v="3106" actId="478"/>
          <ac:spMkLst>
            <pc:docMk/>
            <pc:sldMk cId="3525613018" sldId="346"/>
            <ac:spMk id="5" creationId="{2DE5E7AE-BE0A-4F9B-A3CA-24473BCB7298}"/>
          </ac:spMkLst>
        </pc:spChg>
        <pc:spChg chg="add mod">
          <ac:chgData name="Choi Jeomki" userId="f1912f8b0928b9f1" providerId="LiveId" clId="{B2BCA8AB-E8F2-4DD2-A10D-D82BF7F41353}" dt="2019-02-19T04:46:38.230" v="3280" actId="20577"/>
          <ac:spMkLst>
            <pc:docMk/>
            <pc:sldMk cId="3525613018" sldId="346"/>
            <ac:spMk id="19" creationId="{D60C682B-9426-4E5E-9C2A-EB4535E11F44}"/>
          </ac:spMkLst>
        </pc:spChg>
        <pc:spChg chg="add mod ord topLvl">
          <ac:chgData name="Choi Jeomki" userId="f1912f8b0928b9f1" providerId="LiveId" clId="{B2BCA8AB-E8F2-4DD2-A10D-D82BF7F41353}" dt="2019-02-19T04:51:12.093" v="3385" actId="164"/>
          <ac:spMkLst>
            <pc:docMk/>
            <pc:sldMk cId="3525613018" sldId="346"/>
            <ac:spMk id="36" creationId="{1938C684-791D-4F16-9B1E-D0EA0BAA84BE}"/>
          </ac:spMkLst>
        </pc:spChg>
        <pc:spChg chg="add mod ord topLvl">
          <ac:chgData name="Choi Jeomki" userId="f1912f8b0928b9f1" providerId="LiveId" clId="{B2BCA8AB-E8F2-4DD2-A10D-D82BF7F41353}" dt="2019-02-19T04:52:01.550" v="3396" actId="1035"/>
          <ac:spMkLst>
            <pc:docMk/>
            <pc:sldMk cId="3525613018" sldId="346"/>
            <ac:spMk id="39" creationId="{B4529DD9-2A50-4C25-82D6-7B53D28A08AE}"/>
          </ac:spMkLst>
        </pc:spChg>
        <pc:grpChg chg="del">
          <ac:chgData name="Choi Jeomki" userId="f1912f8b0928b9f1" providerId="LiveId" clId="{B2BCA8AB-E8F2-4DD2-A10D-D82BF7F41353}" dt="2019-02-19T04:34:47.571" v="3082" actId="478"/>
          <ac:grpSpMkLst>
            <pc:docMk/>
            <pc:sldMk cId="3525613018" sldId="346"/>
            <ac:grpSpMk id="23" creationId="{77D0607D-A1BD-49C7-AB95-65B4859CA9D8}"/>
          </ac:grpSpMkLst>
        </pc:grpChg>
        <pc:grpChg chg="add del mod topLvl">
          <ac:chgData name="Choi Jeomki" userId="f1912f8b0928b9f1" providerId="LiveId" clId="{B2BCA8AB-E8F2-4DD2-A10D-D82BF7F41353}" dt="2019-02-19T04:50:58.528" v="3382" actId="165"/>
          <ac:grpSpMkLst>
            <pc:docMk/>
            <pc:sldMk cId="3525613018" sldId="346"/>
            <ac:grpSpMk id="35" creationId="{0089EE06-540C-47FE-8DA2-0D00CF7E91D8}"/>
          </ac:grpSpMkLst>
        </pc:grpChg>
        <pc:grpChg chg="add del mod">
          <ac:chgData name="Choi Jeomki" userId="f1912f8b0928b9f1" providerId="LiveId" clId="{B2BCA8AB-E8F2-4DD2-A10D-D82BF7F41353}" dt="2019-02-19T04:50:47.645" v="3381" actId="165"/>
          <ac:grpSpMkLst>
            <pc:docMk/>
            <pc:sldMk cId="3525613018" sldId="346"/>
            <ac:grpSpMk id="37" creationId="{0462E6E5-E054-431D-A530-15FC3AE5A91B}"/>
          </ac:grpSpMkLst>
        </pc:grpChg>
        <pc:grpChg chg="add del mod">
          <ac:chgData name="Choi Jeomki" userId="f1912f8b0928b9f1" providerId="LiveId" clId="{B2BCA8AB-E8F2-4DD2-A10D-D82BF7F41353}" dt="2019-02-19T04:51:34.436" v="3386" actId="165"/>
          <ac:grpSpMkLst>
            <pc:docMk/>
            <pc:sldMk cId="3525613018" sldId="346"/>
            <ac:grpSpMk id="53" creationId="{5CD8C3D7-A16C-4704-A0FB-4001B519504C}"/>
          </ac:grpSpMkLst>
        </pc:grpChg>
        <pc:grpChg chg="add mod">
          <ac:chgData name="Choi Jeomki" userId="f1912f8b0928b9f1" providerId="LiveId" clId="{B2BCA8AB-E8F2-4DD2-A10D-D82BF7F41353}" dt="2019-02-19T04:51:12.093" v="3385" actId="164"/>
          <ac:grpSpMkLst>
            <pc:docMk/>
            <pc:sldMk cId="3525613018" sldId="346"/>
            <ac:grpSpMk id="54" creationId="{5D804F3A-D168-4D4A-ABDD-2F3C8FE67B86}"/>
          </ac:grpSpMkLst>
        </pc:grpChg>
        <pc:picChg chg="add mod">
          <ac:chgData name="Choi Jeomki" userId="f1912f8b0928b9f1" providerId="LiveId" clId="{B2BCA8AB-E8F2-4DD2-A10D-D82BF7F41353}" dt="2019-02-19T04:50:43.446" v="3380" actId="208"/>
          <ac:picMkLst>
            <pc:docMk/>
            <pc:sldMk cId="3525613018" sldId="346"/>
            <ac:picMk id="6" creationId="{540F3B72-3223-48D4-B529-A9144B93A6CE}"/>
          </ac:picMkLst>
        </pc:picChg>
        <pc:picChg chg="add del mod">
          <ac:chgData name="Choi Jeomki" userId="f1912f8b0928b9f1" providerId="LiveId" clId="{B2BCA8AB-E8F2-4DD2-A10D-D82BF7F41353}" dt="2019-02-19T04:40:09.205" v="3137" actId="478"/>
          <ac:picMkLst>
            <pc:docMk/>
            <pc:sldMk cId="3525613018" sldId="346"/>
            <ac:picMk id="7" creationId="{E3CA0138-6EB6-4048-8798-A0E08294BB29}"/>
          </ac:picMkLst>
        </pc:picChg>
        <pc:picChg chg="add mod">
          <ac:chgData name="Choi Jeomki" userId="f1912f8b0928b9f1" providerId="LiveId" clId="{B2BCA8AB-E8F2-4DD2-A10D-D82BF7F41353}" dt="2019-02-19T04:50:43.446" v="3380" actId="208"/>
          <ac:picMkLst>
            <pc:docMk/>
            <pc:sldMk cId="3525613018" sldId="346"/>
            <ac:picMk id="8" creationId="{83FE1100-A711-4AF6-A45E-960668C7706E}"/>
          </ac:picMkLst>
        </pc:picChg>
        <pc:picChg chg="add mod">
          <ac:chgData name="Choi Jeomki" userId="f1912f8b0928b9f1" providerId="LiveId" clId="{B2BCA8AB-E8F2-4DD2-A10D-D82BF7F41353}" dt="2019-02-19T04:50:43.446" v="3380" actId="208"/>
          <ac:picMkLst>
            <pc:docMk/>
            <pc:sldMk cId="3525613018" sldId="346"/>
            <ac:picMk id="9" creationId="{AAD85D7C-B3A9-495C-AE97-5204255DB437}"/>
          </ac:picMkLst>
        </pc:picChg>
        <pc:picChg chg="del">
          <ac:chgData name="Choi Jeomki" userId="f1912f8b0928b9f1" providerId="LiveId" clId="{B2BCA8AB-E8F2-4DD2-A10D-D82BF7F41353}" dt="2019-02-19T04:37:10.556" v="3099" actId="478"/>
          <ac:picMkLst>
            <pc:docMk/>
            <pc:sldMk cId="3525613018" sldId="346"/>
            <ac:picMk id="10" creationId="{AA8D4996-30CF-4BB2-9C35-3C774A0DED4C}"/>
          </ac:picMkLst>
        </pc:picChg>
        <pc:picChg chg="del">
          <ac:chgData name="Choi Jeomki" userId="f1912f8b0928b9f1" providerId="LiveId" clId="{B2BCA8AB-E8F2-4DD2-A10D-D82BF7F41353}" dt="2019-02-19T04:37:10.556" v="3099" actId="478"/>
          <ac:picMkLst>
            <pc:docMk/>
            <pc:sldMk cId="3525613018" sldId="346"/>
            <ac:picMk id="11" creationId="{0FFDC1C8-1A1D-4A6C-97E0-D4621514D282}"/>
          </ac:picMkLst>
        </pc:picChg>
        <pc:picChg chg="del">
          <ac:chgData name="Choi Jeomki" userId="f1912f8b0928b9f1" providerId="LiveId" clId="{B2BCA8AB-E8F2-4DD2-A10D-D82BF7F41353}" dt="2019-02-19T04:37:10.556" v="3099" actId="478"/>
          <ac:picMkLst>
            <pc:docMk/>
            <pc:sldMk cId="3525613018" sldId="346"/>
            <ac:picMk id="12" creationId="{1F2B74B4-C2E6-453B-8C4D-66D9FFAE982B}"/>
          </ac:picMkLst>
        </pc:picChg>
        <pc:picChg chg="del">
          <ac:chgData name="Choi Jeomki" userId="f1912f8b0928b9f1" providerId="LiveId" clId="{B2BCA8AB-E8F2-4DD2-A10D-D82BF7F41353}" dt="2019-02-19T04:37:10.556" v="3099" actId="478"/>
          <ac:picMkLst>
            <pc:docMk/>
            <pc:sldMk cId="3525613018" sldId="346"/>
            <ac:picMk id="13" creationId="{A947CD03-FB59-45BF-8FDF-3541E59D2DB6}"/>
          </ac:picMkLst>
        </pc:picChg>
        <pc:picChg chg="del">
          <ac:chgData name="Choi Jeomki" userId="f1912f8b0928b9f1" providerId="LiveId" clId="{B2BCA8AB-E8F2-4DD2-A10D-D82BF7F41353}" dt="2019-02-19T04:37:10.556" v="3099" actId="478"/>
          <ac:picMkLst>
            <pc:docMk/>
            <pc:sldMk cId="3525613018" sldId="346"/>
            <ac:picMk id="14" creationId="{AC50F016-9BA5-4B65-9E77-5D0DE3CBC5E5}"/>
          </ac:picMkLst>
        </pc:picChg>
        <pc:picChg chg="del">
          <ac:chgData name="Choi Jeomki" userId="f1912f8b0928b9f1" providerId="LiveId" clId="{B2BCA8AB-E8F2-4DD2-A10D-D82BF7F41353}" dt="2019-02-19T04:37:10.556" v="3099" actId="478"/>
          <ac:picMkLst>
            <pc:docMk/>
            <pc:sldMk cId="3525613018" sldId="346"/>
            <ac:picMk id="15" creationId="{F1BAB79C-8E68-45A8-84B9-0318D11A5C27}"/>
          </ac:picMkLst>
        </pc:picChg>
        <pc:picChg chg="add del mod">
          <ac:chgData name="Choi Jeomki" userId="f1912f8b0928b9f1" providerId="LiveId" clId="{B2BCA8AB-E8F2-4DD2-A10D-D82BF7F41353}" dt="2019-02-19T04:44:06.452" v="3204" actId="478"/>
          <ac:picMkLst>
            <pc:docMk/>
            <pc:sldMk cId="3525613018" sldId="346"/>
            <ac:picMk id="16" creationId="{DF60C6F6-3C74-47EF-99E2-F3E6C5190E6F}"/>
          </ac:picMkLst>
        </pc:picChg>
        <pc:picChg chg="add del mod">
          <ac:chgData name="Choi Jeomki" userId="f1912f8b0928b9f1" providerId="LiveId" clId="{B2BCA8AB-E8F2-4DD2-A10D-D82BF7F41353}" dt="2019-02-19T04:52:05.542" v="3398" actId="478"/>
          <ac:picMkLst>
            <pc:docMk/>
            <pc:sldMk cId="3525613018" sldId="346"/>
            <ac:picMk id="17" creationId="{67AA5772-3CBF-4CDB-8D1F-40C57B346E80}"/>
          </ac:picMkLst>
        </pc:picChg>
        <pc:picChg chg="del">
          <ac:chgData name="Choi Jeomki" userId="f1912f8b0928b9f1" providerId="LiveId" clId="{B2BCA8AB-E8F2-4DD2-A10D-D82BF7F41353}" dt="2019-02-19T04:34:47.571" v="3082" actId="478"/>
          <ac:picMkLst>
            <pc:docMk/>
            <pc:sldMk cId="3525613018" sldId="346"/>
            <ac:picMk id="20" creationId="{0739E7F0-A9A4-4AFB-9077-8381B0450250}"/>
          </ac:picMkLst>
        </pc:picChg>
        <pc:picChg chg="del">
          <ac:chgData name="Choi Jeomki" userId="f1912f8b0928b9f1" providerId="LiveId" clId="{B2BCA8AB-E8F2-4DD2-A10D-D82BF7F41353}" dt="2019-02-19T04:34:49.385" v="3083" actId="478"/>
          <ac:picMkLst>
            <pc:docMk/>
            <pc:sldMk cId="3525613018" sldId="346"/>
            <ac:picMk id="24" creationId="{6D3A99BE-9F6F-4454-8484-A4E310E3A574}"/>
          </ac:picMkLst>
        </pc:picChg>
        <pc:picChg chg="del">
          <ac:chgData name="Choi Jeomki" userId="f1912f8b0928b9f1" providerId="LiveId" clId="{B2BCA8AB-E8F2-4DD2-A10D-D82BF7F41353}" dt="2019-02-19T04:34:49.385" v="3083" actId="478"/>
          <ac:picMkLst>
            <pc:docMk/>
            <pc:sldMk cId="3525613018" sldId="346"/>
            <ac:picMk id="25" creationId="{CAC42B25-5C1E-4E92-96D5-D0CF992165FB}"/>
          </ac:picMkLst>
        </pc:picChg>
        <pc:picChg chg="add del mod">
          <ac:chgData name="Choi Jeomki" userId="f1912f8b0928b9f1" providerId="LiveId" clId="{B2BCA8AB-E8F2-4DD2-A10D-D82BF7F41353}" dt="2019-02-19T04:52:05.049" v="3397" actId="478"/>
          <ac:picMkLst>
            <pc:docMk/>
            <pc:sldMk cId="3525613018" sldId="346"/>
            <ac:picMk id="26" creationId="{FBD8D724-4BC5-4DFD-A61B-309C03F9C7F0}"/>
          </ac:picMkLst>
        </pc:picChg>
        <pc:picChg chg="add mod">
          <ac:chgData name="Choi Jeomki" userId="f1912f8b0928b9f1" providerId="LiveId" clId="{B2BCA8AB-E8F2-4DD2-A10D-D82BF7F41353}" dt="2019-02-19T04:50:43.446" v="3380" actId="208"/>
          <ac:picMkLst>
            <pc:docMk/>
            <pc:sldMk cId="3525613018" sldId="346"/>
            <ac:picMk id="27" creationId="{4B80154A-71B5-4197-8C3E-DF771C44D14F}"/>
          </ac:picMkLst>
        </pc:picChg>
        <pc:picChg chg="add mod topLvl modCrop">
          <ac:chgData name="Choi Jeomki" userId="f1912f8b0928b9f1" providerId="LiveId" clId="{B2BCA8AB-E8F2-4DD2-A10D-D82BF7F41353}" dt="2019-02-19T04:51:12.093" v="3385" actId="164"/>
          <ac:picMkLst>
            <pc:docMk/>
            <pc:sldMk cId="3525613018" sldId="346"/>
            <ac:picMk id="28" creationId="{530ADE53-ACDC-40BD-9624-7B50CAECD4FA}"/>
          </ac:picMkLst>
        </pc:picChg>
        <pc:picChg chg="add mod">
          <ac:chgData name="Choi Jeomki" userId="f1912f8b0928b9f1" providerId="LiveId" clId="{B2BCA8AB-E8F2-4DD2-A10D-D82BF7F41353}" dt="2019-02-19T04:50:43.446" v="3380" actId="208"/>
          <ac:picMkLst>
            <pc:docMk/>
            <pc:sldMk cId="3525613018" sldId="346"/>
            <ac:picMk id="29" creationId="{5FD50A01-36E9-473F-9A83-B231E082F5F1}"/>
          </ac:picMkLst>
        </pc:picChg>
        <pc:picChg chg="add mod">
          <ac:chgData name="Choi Jeomki" userId="f1912f8b0928b9f1" providerId="LiveId" clId="{B2BCA8AB-E8F2-4DD2-A10D-D82BF7F41353}" dt="2019-02-19T04:50:43.446" v="3380" actId="208"/>
          <ac:picMkLst>
            <pc:docMk/>
            <pc:sldMk cId="3525613018" sldId="346"/>
            <ac:picMk id="30" creationId="{054307DE-559E-4519-A811-E0BEE4B8086E}"/>
          </ac:picMkLst>
        </pc:picChg>
        <pc:picChg chg="add del mod modCrop">
          <ac:chgData name="Choi Jeomki" userId="f1912f8b0928b9f1" providerId="LiveId" clId="{B2BCA8AB-E8F2-4DD2-A10D-D82BF7F41353}" dt="2019-02-19T04:48:21.485" v="3319"/>
          <ac:picMkLst>
            <pc:docMk/>
            <pc:sldMk cId="3525613018" sldId="346"/>
            <ac:picMk id="31" creationId="{9694AF28-FCAC-42E7-8B10-2283BE7B7111}"/>
          </ac:picMkLst>
        </pc:picChg>
        <pc:picChg chg="add mod topLvl modCrop">
          <ac:chgData name="Choi Jeomki" userId="f1912f8b0928b9f1" providerId="LiveId" clId="{B2BCA8AB-E8F2-4DD2-A10D-D82BF7F41353}" dt="2019-02-19T04:51:12.093" v="3385" actId="164"/>
          <ac:picMkLst>
            <pc:docMk/>
            <pc:sldMk cId="3525613018" sldId="346"/>
            <ac:picMk id="32" creationId="{C355369D-0781-4E41-95C0-430075F0D3C2}"/>
          </ac:picMkLst>
        </pc:picChg>
        <pc:picChg chg="add mod topLvl modCrop">
          <ac:chgData name="Choi Jeomki" userId="f1912f8b0928b9f1" providerId="LiveId" clId="{B2BCA8AB-E8F2-4DD2-A10D-D82BF7F41353}" dt="2019-02-19T04:51:12.093" v="3385" actId="164"/>
          <ac:picMkLst>
            <pc:docMk/>
            <pc:sldMk cId="3525613018" sldId="346"/>
            <ac:picMk id="33" creationId="{04FBDBDE-841F-43C0-84FA-0C6997FC0079}"/>
          </ac:picMkLst>
        </pc:picChg>
        <pc:picChg chg="add mod topLvl modCrop">
          <ac:chgData name="Choi Jeomki" userId="f1912f8b0928b9f1" providerId="LiveId" clId="{B2BCA8AB-E8F2-4DD2-A10D-D82BF7F41353}" dt="2019-02-19T04:51:12.093" v="3385" actId="164"/>
          <ac:picMkLst>
            <pc:docMk/>
            <pc:sldMk cId="3525613018" sldId="346"/>
            <ac:picMk id="34" creationId="{5B6A2926-66B5-4196-BACC-F3B7A28E09A5}"/>
          </ac:picMkLst>
        </pc:picChg>
        <pc:picChg chg="add del mod modCrop">
          <ac:chgData name="Choi Jeomki" userId="f1912f8b0928b9f1" providerId="LiveId" clId="{B2BCA8AB-E8F2-4DD2-A10D-D82BF7F41353}" dt="2019-02-19T04:48:21.485" v="3319"/>
          <ac:picMkLst>
            <pc:docMk/>
            <pc:sldMk cId="3525613018" sldId="346"/>
            <ac:picMk id="38" creationId="{3C04218E-2DB7-44C1-92C8-E591F33ECD5B}"/>
          </ac:picMkLst>
        </pc:picChg>
        <pc:picChg chg="add del">
          <ac:chgData name="Choi Jeomki" userId="f1912f8b0928b9f1" providerId="LiveId" clId="{B2BCA8AB-E8F2-4DD2-A10D-D82BF7F41353}" dt="2019-02-19T04:48:27.081" v="3322"/>
          <ac:picMkLst>
            <pc:docMk/>
            <pc:sldMk cId="3525613018" sldId="346"/>
            <ac:picMk id="40" creationId="{35A165FF-32F5-4F66-949B-6F8592CD225A}"/>
          </ac:picMkLst>
        </pc:picChg>
        <pc:picChg chg="add del">
          <ac:chgData name="Choi Jeomki" userId="f1912f8b0928b9f1" providerId="LiveId" clId="{B2BCA8AB-E8F2-4DD2-A10D-D82BF7F41353}" dt="2019-02-19T04:48:27.081" v="3322"/>
          <ac:picMkLst>
            <pc:docMk/>
            <pc:sldMk cId="3525613018" sldId="346"/>
            <ac:picMk id="41" creationId="{3303CE02-EA6C-4063-82F7-71A02012DEB9}"/>
          </ac:picMkLst>
        </pc:picChg>
        <pc:picChg chg="add del">
          <ac:chgData name="Choi Jeomki" userId="f1912f8b0928b9f1" providerId="LiveId" clId="{B2BCA8AB-E8F2-4DD2-A10D-D82BF7F41353}" dt="2019-02-19T04:48:47.344" v="3327"/>
          <ac:picMkLst>
            <pc:docMk/>
            <pc:sldMk cId="3525613018" sldId="346"/>
            <ac:picMk id="42" creationId="{2E68E60D-F67B-4626-8EFC-BB61D14D28C8}"/>
          </ac:picMkLst>
        </pc:picChg>
        <pc:picChg chg="add del">
          <ac:chgData name="Choi Jeomki" userId="f1912f8b0928b9f1" providerId="LiveId" clId="{B2BCA8AB-E8F2-4DD2-A10D-D82BF7F41353}" dt="2019-02-19T04:48:47.344" v="3327"/>
          <ac:picMkLst>
            <pc:docMk/>
            <pc:sldMk cId="3525613018" sldId="346"/>
            <ac:picMk id="43" creationId="{FB98F084-7E84-4332-ACD6-243510D3484A}"/>
          </ac:picMkLst>
        </pc:picChg>
        <pc:picChg chg="add del mod">
          <ac:chgData name="Choi Jeomki" userId="f1912f8b0928b9f1" providerId="LiveId" clId="{B2BCA8AB-E8F2-4DD2-A10D-D82BF7F41353}" dt="2019-02-19T04:49:42.537" v="3361"/>
          <ac:picMkLst>
            <pc:docMk/>
            <pc:sldMk cId="3525613018" sldId="346"/>
            <ac:picMk id="44" creationId="{5613FAC3-BEDB-4B91-9270-8A548B48CFC6}"/>
          </ac:picMkLst>
        </pc:picChg>
        <pc:picChg chg="add del mod modCrop">
          <ac:chgData name="Choi Jeomki" userId="f1912f8b0928b9f1" providerId="LiveId" clId="{B2BCA8AB-E8F2-4DD2-A10D-D82BF7F41353}" dt="2019-02-19T04:49:42.537" v="3361"/>
          <ac:picMkLst>
            <pc:docMk/>
            <pc:sldMk cId="3525613018" sldId="346"/>
            <ac:picMk id="45" creationId="{4FB4DE9C-04D3-4A51-ADB7-4315A48A8E1F}"/>
          </ac:picMkLst>
        </pc:picChg>
        <pc:picChg chg="add del mod modCrop">
          <ac:chgData name="Choi Jeomki" userId="f1912f8b0928b9f1" providerId="LiveId" clId="{B2BCA8AB-E8F2-4DD2-A10D-D82BF7F41353}" dt="2019-02-19T04:49:42.537" v="3361"/>
          <ac:picMkLst>
            <pc:docMk/>
            <pc:sldMk cId="3525613018" sldId="346"/>
            <ac:picMk id="46" creationId="{89D818AA-6CD4-4B99-995C-C886EA1AD010}"/>
          </ac:picMkLst>
        </pc:picChg>
        <pc:picChg chg="add del mod">
          <ac:chgData name="Choi Jeomki" userId="f1912f8b0928b9f1" providerId="LiveId" clId="{B2BCA8AB-E8F2-4DD2-A10D-D82BF7F41353}" dt="2019-02-19T04:50:18.528" v="3373"/>
          <ac:picMkLst>
            <pc:docMk/>
            <pc:sldMk cId="3525613018" sldId="346"/>
            <ac:picMk id="47" creationId="{B96CE5AE-11F3-4227-A46B-D1517CD7770B}"/>
          </ac:picMkLst>
        </pc:picChg>
        <pc:picChg chg="add del mod">
          <ac:chgData name="Choi Jeomki" userId="f1912f8b0928b9f1" providerId="LiveId" clId="{B2BCA8AB-E8F2-4DD2-A10D-D82BF7F41353}" dt="2019-02-19T04:50:18.528" v="3373"/>
          <ac:picMkLst>
            <pc:docMk/>
            <pc:sldMk cId="3525613018" sldId="346"/>
            <ac:picMk id="48" creationId="{C4DF89EF-684B-45F8-BFB6-D7559090D74C}"/>
          </ac:picMkLst>
        </pc:picChg>
        <pc:picChg chg="add del mod">
          <ac:chgData name="Choi Jeomki" userId="f1912f8b0928b9f1" providerId="LiveId" clId="{B2BCA8AB-E8F2-4DD2-A10D-D82BF7F41353}" dt="2019-02-19T04:50:18.528" v="3373"/>
          <ac:picMkLst>
            <pc:docMk/>
            <pc:sldMk cId="3525613018" sldId="346"/>
            <ac:picMk id="49" creationId="{C1CEC26B-F28E-4660-86FB-DAB46D8AB845}"/>
          </ac:picMkLst>
        </pc:picChg>
        <pc:picChg chg="add mod topLvl">
          <ac:chgData name="Choi Jeomki" userId="f1912f8b0928b9f1" providerId="LiveId" clId="{B2BCA8AB-E8F2-4DD2-A10D-D82BF7F41353}" dt="2019-02-19T04:51:34.436" v="3386" actId="165"/>
          <ac:picMkLst>
            <pc:docMk/>
            <pc:sldMk cId="3525613018" sldId="346"/>
            <ac:picMk id="50" creationId="{40FE3C6F-C88E-44AD-B6F6-D013D617DB67}"/>
          </ac:picMkLst>
        </pc:picChg>
        <pc:picChg chg="add mod topLvl">
          <ac:chgData name="Choi Jeomki" userId="f1912f8b0928b9f1" providerId="LiveId" clId="{B2BCA8AB-E8F2-4DD2-A10D-D82BF7F41353}" dt="2019-02-19T04:51:34.436" v="3386" actId="165"/>
          <ac:picMkLst>
            <pc:docMk/>
            <pc:sldMk cId="3525613018" sldId="346"/>
            <ac:picMk id="51" creationId="{F768C4D1-BAE0-49BD-9D5C-1CE3E87648E2}"/>
          </ac:picMkLst>
        </pc:picChg>
        <pc:picChg chg="add mod topLvl">
          <ac:chgData name="Choi Jeomki" userId="f1912f8b0928b9f1" providerId="LiveId" clId="{B2BCA8AB-E8F2-4DD2-A10D-D82BF7F41353}" dt="2019-02-19T04:51:34.436" v="3386" actId="165"/>
          <ac:picMkLst>
            <pc:docMk/>
            <pc:sldMk cId="3525613018" sldId="346"/>
            <ac:picMk id="52" creationId="{AD13E7FD-58E6-46A8-9618-C8F08385CE96}"/>
          </ac:picMkLst>
        </pc:picChg>
      </pc:sldChg>
      <pc:sldChg chg="addSp delSp modSp add">
        <pc:chgData name="Choi Jeomki" userId="f1912f8b0928b9f1" providerId="LiveId" clId="{B2BCA8AB-E8F2-4DD2-A10D-D82BF7F41353}" dt="2019-02-19T05:47:30.656" v="4485" actId="20577"/>
        <pc:sldMkLst>
          <pc:docMk/>
          <pc:sldMk cId="3157766671" sldId="347"/>
        </pc:sldMkLst>
        <pc:spChg chg="mod">
          <ac:chgData name="Choi Jeomki" userId="f1912f8b0928b9f1" providerId="LiveId" clId="{B2BCA8AB-E8F2-4DD2-A10D-D82BF7F41353}" dt="2019-02-19T05:47:30.656" v="4485" actId="20577"/>
          <ac:spMkLst>
            <pc:docMk/>
            <pc:sldMk cId="3157766671" sldId="347"/>
            <ac:spMk id="2" creationId="{00000000-0000-0000-0000-000000000000}"/>
          </ac:spMkLst>
        </pc:spChg>
        <pc:spChg chg="mod">
          <ac:chgData name="Choi Jeomki" userId="f1912f8b0928b9f1" providerId="LiveId" clId="{B2BCA8AB-E8F2-4DD2-A10D-D82BF7F41353}" dt="2019-02-19T05:31:02.155" v="4229"/>
          <ac:spMkLst>
            <pc:docMk/>
            <pc:sldMk cId="3157766671" sldId="347"/>
            <ac:spMk id="3" creationId="{00000000-0000-0000-0000-000000000000}"/>
          </ac:spMkLst>
        </pc:spChg>
        <pc:spChg chg="mod">
          <ac:chgData name="Choi Jeomki" userId="f1912f8b0928b9f1" providerId="LiveId" clId="{B2BCA8AB-E8F2-4DD2-A10D-D82BF7F41353}" dt="2019-02-19T04:57:50.014" v="3491" actId="207"/>
          <ac:spMkLst>
            <pc:docMk/>
            <pc:sldMk cId="3157766671" sldId="347"/>
            <ac:spMk id="4" creationId="{25DFE584-7754-4F1C-8B4D-0B971330CFE1}"/>
          </ac:spMkLst>
        </pc:spChg>
        <pc:spChg chg="mod">
          <ac:chgData name="Choi Jeomki" userId="f1912f8b0928b9f1" providerId="LiveId" clId="{B2BCA8AB-E8F2-4DD2-A10D-D82BF7F41353}" dt="2019-02-19T05:00:36.947" v="3559" actId="20577"/>
          <ac:spMkLst>
            <pc:docMk/>
            <pc:sldMk cId="3157766671" sldId="347"/>
            <ac:spMk id="7" creationId="{FEDCAC2F-1B80-4A62-9C87-D349649458CA}"/>
          </ac:spMkLst>
        </pc:spChg>
        <pc:picChg chg="add mod modCrop">
          <ac:chgData name="Choi Jeomki" userId="f1912f8b0928b9f1" providerId="LiveId" clId="{B2BCA8AB-E8F2-4DD2-A10D-D82BF7F41353}" dt="2019-02-19T05:00:11.294" v="3547" actId="208"/>
          <ac:picMkLst>
            <pc:docMk/>
            <pc:sldMk cId="3157766671" sldId="347"/>
            <ac:picMk id="5" creationId="{3E56422E-F9AE-4273-BFB7-DD9EA597F463}"/>
          </ac:picMkLst>
        </pc:picChg>
        <pc:picChg chg="add mod">
          <ac:chgData name="Choi Jeomki" userId="f1912f8b0928b9f1" providerId="LiveId" clId="{B2BCA8AB-E8F2-4DD2-A10D-D82BF7F41353}" dt="2019-02-19T05:00:11.294" v="3547" actId="208"/>
          <ac:picMkLst>
            <pc:docMk/>
            <pc:sldMk cId="3157766671" sldId="347"/>
            <ac:picMk id="6" creationId="{3DBF7C8D-7B6C-418C-B6C5-FBAF74AE7F24}"/>
          </ac:picMkLst>
        </pc:picChg>
        <pc:picChg chg="add mod">
          <ac:chgData name="Choi Jeomki" userId="f1912f8b0928b9f1" providerId="LiveId" clId="{B2BCA8AB-E8F2-4DD2-A10D-D82BF7F41353}" dt="2019-02-19T05:00:11.294" v="3547" actId="208"/>
          <ac:picMkLst>
            <pc:docMk/>
            <pc:sldMk cId="3157766671" sldId="347"/>
            <ac:picMk id="8" creationId="{DDF424B7-5DB3-41A9-8B88-571D4010D33F}"/>
          </ac:picMkLst>
        </pc:picChg>
        <pc:picChg chg="add mod">
          <ac:chgData name="Choi Jeomki" userId="f1912f8b0928b9f1" providerId="LiveId" clId="{B2BCA8AB-E8F2-4DD2-A10D-D82BF7F41353}" dt="2019-02-19T05:01:43.850" v="3585" actId="1035"/>
          <ac:picMkLst>
            <pc:docMk/>
            <pc:sldMk cId="3157766671" sldId="347"/>
            <ac:picMk id="9" creationId="{84E99C19-7020-425B-8EF8-0298109F4BF3}"/>
          </ac:picMkLst>
        </pc:picChg>
        <pc:picChg chg="add mod">
          <ac:chgData name="Choi Jeomki" userId="f1912f8b0928b9f1" providerId="LiveId" clId="{B2BCA8AB-E8F2-4DD2-A10D-D82BF7F41353}" dt="2019-02-19T05:01:46.007" v="3588" actId="1035"/>
          <ac:picMkLst>
            <pc:docMk/>
            <pc:sldMk cId="3157766671" sldId="347"/>
            <ac:picMk id="10" creationId="{342EE782-C0E9-4A10-83BD-C292F7CA25DB}"/>
          </ac:picMkLst>
        </pc:picChg>
        <pc:picChg chg="add mod">
          <ac:chgData name="Choi Jeomki" userId="f1912f8b0928b9f1" providerId="LiveId" clId="{B2BCA8AB-E8F2-4DD2-A10D-D82BF7F41353}" dt="2019-02-19T05:01:39.303" v="3576" actId="1037"/>
          <ac:picMkLst>
            <pc:docMk/>
            <pc:sldMk cId="3157766671" sldId="347"/>
            <ac:picMk id="11" creationId="{34502909-CD24-4C1F-A040-3092BDED740C}"/>
          </ac:picMkLst>
        </pc:picChg>
        <pc:picChg chg="add mod">
          <ac:chgData name="Choi Jeomki" userId="f1912f8b0928b9f1" providerId="LiveId" clId="{B2BCA8AB-E8F2-4DD2-A10D-D82BF7F41353}" dt="2019-02-19T05:01:39.303" v="3576" actId="1037"/>
          <ac:picMkLst>
            <pc:docMk/>
            <pc:sldMk cId="3157766671" sldId="347"/>
            <ac:picMk id="12" creationId="{E3CDEDDC-FA30-4D22-BDB7-69B28F4DAFCE}"/>
          </ac:picMkLst>
        </pc:picChg>
        <pc:picChg chg="del">
          <ac:chgData name="Choi Jeomki" userId="f1912f8b0928b9f1" providerId="LiveId" clId="{B2BCA8AB-E8F2-4DD2-A10D-D82BF7F41353}" dt="2019-02-19T04:58:23.953" v="3492" actId="478"/>
          <ac:picMkLst>
            <pc:docMk/>
            <pc:sldMk cId="3157766671" sldId="347"/>
            <ac:picMk id="15" creationId="{4AB83830-298C-4112-B08A-DCF9721C1F97}"/>
          </ac:picMkLst>
        </pc:picChg>
        <pc:picChg chg="del">
          <ac:chgData name="Choi Jeomki" userId="f1912f8b0928b9f1" providerId="LiveId" clId="{B2BCA8AB-E8F2-4DD2-A10D-D82BF7F41353}" dt="2019-02-19T04:58:23.953" v="3492" actId="478"/>
          <ac:picMkLst>
            <pc:docMk/>
            <pc:sldMk cId="3157766671" sldId="347"/>
            <ac:picMk id="16" creationId="{9A7A6AD1-74CA-4361-B5C5-EE0D07F89DE6}"/>
          </ac:picMkLst>
        </pc:picChg>
        <pc:picChg chg="del">
          <ac:chgData name="Choi Jeomki" userId="f1912f8b0928b9f1" providerId="LiveId" clId="{B2BCA8AB-E8F2-4DD2-A10D-D82BF7F41353}" dt="2019-02-19T04:59:39.551" v="3523" actId="478"/>
          <ac:picMkLst>
            <pc:docMk/>
            <pc:sldMk cId="3157766671" sldId="347"/>
            <ac:picMk id="17" creationId="{FBF7ADC3-887A-45C4-A1CB-F714792C50EB}"/>
          </ac:picMkLst>
        </pc:picChg>
        <pc:picChg chg="add mod modCrop">
          <ac:chgData name="Choi Jeomki" userId="f1912f8b0928b9f1" providerId="LiveId" clId="{B2BCA8AB-E8F2-4DD2-A10D-D82BF7F41353}" dt="2019-02-19T05:00:11.294" v="3547" actId="208"/>
          <ac:picMkLst>
            <pc:docMk/>
            <pc:sldMk cId="3157766671" sldId="347"/>
            <ac:picMk id="18" creationId="{1CDFE693-A25E-473E-8BB0-3D8E13BD0451}"/>
          </ac:picMkLst>
        </pc:picChg>
        <pc:picChg chg="del">
          <ac:chgData name="Choi Jeomki" userId="f1912f8b0928b9f1" providerId="LiveId" clId="{B2BCA8AB-E8F2-4DD2-A10D-D82BF7F41353}" dt="2019-02-19T04:59:59.115" v="3528" actId="478"/>
          <ac:picMkLst>
            <pc:docMk/>
            <pc:sldMk cId="3157766671" sldId="347"/>
            <ac:picMk id="20" creationId="{9298E547-B950-4593-B9D4-F50E19B414FA}"/>
          </ac:picMkLst>
        </pc:picChg>
        <pc:picChg chg="del">
          <ac:chgData name="Choi Jeomki" userId="f1912f8b0928b9f1" providerId="LiveId" clId="{B2BCA8AB-E8F2-4DD2-A10D-D82BF7F41353}" dt="2019-02-19T05:00:41.519" v="3560" actId="478"/>
          <ac:picMkLst>
            <pc:docMk/>
            <pc:sldMk cId="3157766671" sldId="347"/>
            <ac:picMk id="21" creationId="{D4805CC3-27BD-48EC-96ED-63B9C4DA0318}"/>
          </ac:picMkLst>
        </pc:picChg>
        <pc:picChg chg="del">
          <ac:chgData name="Choi Jeomki" userId="f1912f8b0928b9f1" providerId="LiveId" clId="{B2BCA8AB-E8F2-4DD2-A10D-D82BF7F41353}" dt="2019-02-19T05:00:41.519" v="3560" actId="478"/>
          <ac:picMkLst>
            <pc:docMk/>
            <pc:sldMk cId="3157766671" sldId="347"/>
            <ac:picMk id="22" creationId="{1A7B54F6-5220-4A80-837B-906FCA3C62F9}"/>
          </ac:picMkLst>
        </pc:picChg>
        <pc:picChg chg="del">
          <ac:chgData name="Choi Jeomki" userId="f1912f8b0928b9f1" providerId="LiveId" clId="{B2BCA8AB-E8F2-4DD2-A10D-D82BF7F41353}" dt="2019-02-19T05:00:41.519" v="3560" actId="478"/>
          <ac:picMkLst>
            <pc:docMk/>
            <pc:sldMk cId="3157766671" sldId="347"/>
            <ac:picMk id="24" creationId="{4091BFDD-0E30-417D-9438-82906FD898B4}"/>
          </ac:picMkLst>
        </pc:picChg>
        <pc:picChg chg="del">
          <ac:chgData name="Choi Jeomki" userId="f1912f8b0928b9f1" providerId="LiveId" clId="{B2BCA8AB-E8F2-4DD2-A10D-D82BF7F41353}" dt="2019-02-19T05:00:41.519" v="3560" actId="478"/>
          <ac:picMkLst>
            <pc:docMk/>
            <pc:sldMk cId="3157766671" sldId="347"/>
            <ac:picMk id="25" creationId="{56E78014-ADD7-4ED4-B30A-7FFD8F16F160}"/>
          </ac:picMkLst>
        </pc:picChg>
      </pc:sldChg>
      <pc:sldChg chg="addSp delSp modSp add">
        <pc:chgData name="Choi Jeomki" userId="f1912f8b0928b9f1" providerId="LiveId" clId="{B2BCA8AB-E8F2-4DD2-A10D-D82BF7F41353}" dt="2019-02-19T19:52:47.025" v="7019" actId="20577"/>
        <pc:sldMkLst>
          <pc:docMk/>
          <pc:sldMk cId="3688868169" sldId="348"/>
        </pc:sldMkLst>
        <pc:spChg chg="mod">
          <ac:chgData name="Choi Jeomki" userId="f1912f8b0928b9f1" providerId="LiveId" clId="{B2BCA8AB-E8F2-4DD2-A10D-D82BF7F41353}" dt="2019-02-19T05:47:34.441" v="4488" actId="20577"/>
          <ac:spMkLst>
            <pc:docMk/>
            <pc:sldMk cId="3688868169" sldId="348"/>
            <ac:spMk id="2" creationId="{00000000-0000-0000-0000-000000000000}"/>
          </ac:spMkLst>
        </pc:spChg>
        <pc:spChg chg="mod">
          <ac:chgData name="Choi Jeomki" userId="f1912f8b0928b9f1" providerId="LiveId" clId="{B2BCA8AB-E8F2-4DD2-A10D-D82BF7F41353}" dt="2019-02-19T19:52:47.025" v="7019" actId="20577"/>
          <ac:spMkLst>
            <pc:docMk/>
            <pc:sldMk cId="3688868169" sldId="348"/>
            <ac:spMk id="3" creationId="{00000000-0000-0000-0000-000000000000}"/>
          </ac:spMkLst>
        </pc:spChg>
        <pc:spChg chg="mod">
          <ac:chgData name="Choi Jeomki" userId="f1912f8b0928b9f1" providerId="LiveId" clId="{B2BCA8AB-E8F2-4DD2-A10D-D82BF7F41353}" dt="2019-02-19T05:05:54.540" v="3773" actId="20577"/>
          <ac:spMkLst>
            <pc:docMk/>
            <pc:sldMk cId="3688868169" sldId="348"/>
            <ac:spMk id="4" creationId="{E420762C-F737-4CC3-B401-D7401ACC34B2}"/>
          </ac:spMkLst>
        </pc:spChg>
        <pc:spChg chg="mod">
          <ac:chgData name="Choi Jeomki" userId="f1912f8b0928b9f1" providerId="LiveId" clId="{B2BCA8AB-E8F2-4DD2-A10D-D82BF7F41353}" dt="2019-02-19T05:10:57.808" v="3844" actId="20577"/>
          <ac:spMkLst>
            <pc:docMk/>
            <pc:sldMk cId="3688868169" sldId="348"/>
            <ac:spMk id="26" creationId="{B74BC757-41CE-46FD-BA81-29C3B8F42C39}"/>
          </ac:spMkLst>
        </pc:spChg>
        <pc:spChg chg="mod">
          <ac:chgData name="Choi Jeomki" userId="f1912f8b0928b9f1" providerId="LiveId" clId="{B2BCA8AB-E8F2-4DD2-A10D-D82BF7F41353}" dt="2019-02-19T05:07:13.709" v="3806" actId="12788"/>
          <ac:spMkLst>
            <pc:docMk/>
            <pc:sldMk cId="3688868169" sldId="348"/>
            <ac:spMk id="30" creationId="{8BCE405F-FB57-4C3A-9A81-9B764D739052}"/>
          </ac:spMkLst>
        </pc:spChg>
        <pc:spChg chg="mod">
          <ac:chgData name="Choi Jeomki" userId="f1912f8b0928b9f1" providerId="LiveId" clId="{B2BCA8AB-E8F2-4DD2-A10D-D82BF7F41353}" dt="2019-02-19T05:07:06.333" v="3805" actId="1038"/>
          <ac:spMkLst>
            <pc:docMk/>
            <pc:sldMk cId="3688868169" sldId="348"/>
            <ac:spMk id="37" creationId="{505A2557-F5AD-4065-B418-8E692B3F1CB7}"/>
          </ac:spMkLst>
        </pc:spChg>
        <pc:picChg chg="add mod modCrop">
          <ac:chgData name="Choi Jeomki" userId="f1912f8b0928b9f1" providerId="LiveId" clId="{B2BCA8AB-E8F2-4DD2-A10D-D82BF7F41353}" dt="2019-02-19T05:10:48.069" v="3834" actId="208"/>
          <ac:picMkLst>
            <pc:docMk/>
            <pc:sldMk cId="3688868169" sldId="348"/>
            <ac:picMk id="5" creationId="{4DCE6AD2-1444-47CB-BE42-CE1045F99CC7}"/>
          </ac:picMkLst>
        </pc:picChg>
        <pc:picChg chg="add del mod">
          <ac:chgData name="Choi Jeomki" userId="f1912f8b0928b9f1" providerId="LiveId" clId="{B2BCA8AB-E8F2-4DD2-A10D-D82BF7F41353}" dt="2019-02-19T05:06:30.395" v="3794" actId="478"/>
          <ac:picMkLst>
            <pc:docMk/>
            <pc:sldMk cId="3688868169" sldId="348"/>
            <ac:picMk id="6" creationId="{FAB75780-02AC-40DE-BA23-82EA4F7CE045}"/>
          </ac:picMkLst>
        </pc:picChg>
        <pc:picChg chg="add mod modCrop">
          <ac:chgData name="Choi Jeomki" userId="f1912f8b0928b9f1" providerId="LiveId" clId="{B2BCA8AB-E8F2-4DD2-A10D-D82BF7F41353}" dt="2019-02-19T05:10:48.069" v="3834" actId="208"/>
          <ac:picMkLst>
            <pc:docMk/>
            <pc:sldMk cId="3688868169" sldId="348"/>
            <ac:picMk id="7" creationId="{83CDA64D-22C5-4566-8B03-98E6A24B7288}"/>
          </ac:picMkLst>
        </pc:picChg>
        <pc:picChg chg="add mod modCrop">
          <ac:chgData name="Choi Jeomki" userId="f1912f8b0928b9f1" providerId="LiveId" clId="{B2BCA8AB-E8F2-4DD2-A10D-D82BF7F41353}" dt="2019-02-19T05:10:51.661" v="3835" actId="552"/>
          <ac:picMkLst>
            <pc:docMk/>
            <pc:sldMk cId="3688868169" sldId="348"/>
            <ac:picMk id="8" creationId="{9CEE608A-87E7-4AFC-A83C-392A1A8FB57D}"/>
          </ac:picMkLst>
        </pc:picChg>
        <pc:picChg chg="add mod">
          <ac:chgData name="Choi Jeomki" userId="f1912f8b0928b9f1" providerId="LiveId" clId="{B2BCA8AB-E8F2-4DD2-A10D-D82BF7F41353}" dt="2019-02-19T05:10:51.661" v="3835" actId="552"/>
          <ac:picMkLst>
            <pc:docMk/>
            <pc:sldMk cId="3688868169" sldId="348"/>
            <ac:picMk id="9" creationId="{D98811C2-8D28-4CB7-86D4-84808D580387}"/>
          </ac:picMkLst>
        </pc:picChg>
        <pc:picChg chg="add mod">
          <ac:chgData name="Choi Jeomki" userId="f1912f8b0928b9f1" providerId="LiveId" clId="{B2BCA8AB-E8F2-4DD2-A10D-D82BF7F41353}" dt="2019-02-19T05:10:59.925" v="3848" actId="1037"/>
          <ac:picMkLst>
            <pc:docMk/>
            <pc:sldMk cId="3688868169" sldId="348"/>
            <ac:picMk id="10" creationId="{C92FCC35-C7B3-4D71-B024-7D7AE3AD51EE}"/>
          </ac:picMkLst>
        </pc:picChg>
        <pc:picChg chg="add mod modCrop">
          <ac:chgData name="Choi Jeomki" userId="f1912f8b0928b9f1" providerId="LiveId" clId="{B2BCA8AB-E8F2-4DD2-A10D-D82BF7F41353}" dt="2019-02-19T05:10:48.069" v="3834" actId="208"/>
          <ac:picMkLst>
            <pc:docMk/>
            <pc:sldMk cId="3688868169" sldId="348"/>
            <ac:picMk id="19" creationId="{11EA8EA3-90D7-4DEE-87F3-FF6AD9778F23}"/>
          </ac:picMkLst>
        </pc:picChg>
        <pc:picChg chg="add mod modCrop">
          <ac:chgData name="Choi Jeomki" userId="f1912f8b0928b9f1" providerId="LiveId" clId="{B2BCA8AB-E8F2-4DD2-A10D-D82BF7F41353}" dt="2019-02-19T05:10:56.395" v="3843" actId="1035"/>
          <ac:picMkLst>
            <pc:docMk/>
            <pc:sldMk cId="3688868169" sldId="348"/>
            <ac:picMk id="21" creationId="{B27866EA-3A58-44A5-84EC-410975D60A4C}"/>
          </ac:picMkLst>
        </pc:picChg>
        <pc:picChg chg="mod">
          <ac:chgData name="Choi Jeomki" userId="f1912f8b0928b9f1" providerId="LiveId" clId="{B2BCA8AB-E8F2-4DD2-A10D-D82BF7F41353}" dt="2019-02-19T05:10:48.069" v="3834" actId="208"/>
          <ac:picMkLst>
            <pc:docMk/>
            <pc:sldMk cId="3688868169" sldId="348"/>
            <ac:picMk id="27" creationId="{40220C52-CF36-4000-8623-6A68266EA59F}"/>
          </ac:picMkLst>
        </pc:picChg>
        <pc:picChg chg="del mod modCrop">
          <ac:chgData name="Choi Jeomki" userId="f1912f8b0928b9f1" providerId="LiveId" clId="{B2BCA8AB-E8F2-4DD2-A10D-D82BF7F41353}" dt="2019-02-19T05:06:29.712" v="3793" actId="478"/>
          <ac:picMkLst>
            <pc:docMk/>
            <pc:sldMk cId="3688868169" sldId="348"/>
            <ac:picMk id="28" creationId="{F92A80F8-69DD-49DB-8290-9483441C38C0}"/>
          </ac:picMkLst>
        </pc:picChg>
        <pc:picChg chg="del">
          <ac:chgData name="Choi Jeomki" userId="f1912f8b0928b9f1" providerId="LiveId" clId="{B2BCA8AB-E8F2-4DD2-A10D-D82BF7F41353}" dt="2019-02-19T05:05:39.513" v="3763" actId="478"/>
          <ac:picMkLst>
            <pc:docMk/>
            <pc:sldMk cId="3688868169" sldId="348"/>
            <ac:picMk id="29" creationId="{A21F5426-C1B0-4A89-BA8C-A7E25170E030}"/>
          </ac:picMkLst>
        </pc:picChg>
        <pc:picChg chg="del">
          <ac:chgData name="Choi Jeomki" userId="f1912f8b0928b9f1" providerId="LiveId" clId="{B2BCA8AB-E8F2-4DD2-A10D-D82BF7F41353}" dt="2019-02-19T05:09:07.249" v="3813" actId="478"/>
          <ac:picMkLst>
            <pc:docMk/>
            <pc:sldMk cId="3688868169" sldId="348"/>
            <ac:picMk id="31" creationId="{5A442963-7E17-4030-9135-1845A8939468}"/>
          </ac:picMkLst>
        </pc:picChg>
        <pc:picChg chg="del">
          <ac:chgData name="Choi Jeomki" userId="f1912f8b0928b9f1" providerId="LiveId" clId="{B2BCA8AB-E8F2-4DD2-A10D-D82BF7F41353}" dt="2019-02-19T05:09:06.789" v="3812" actId="478"/>
          <ac:picMkLst>
            <pc:docMk/>
            <pc:sldMk cId="3688868169" sldId="348"/>
            <ac:picMk id="33" creationId="{89F75D27-0053-45E3-973D-6832A0189905}"/>
          </ac:picMkLst>
        </pc:picChg>
        <pc:picChg chg="del">
          <ac:chgData name="Choi Jeomki" userId="f1912f8b0928b9f1" providerId="LiveId" clId="{B2BCA8AB-E8F2-4DD2-A10D-D82BF7F41353}" dt="2019-02-19T05:10:12.196" v="3819" actId="478"/>
          <ac:picMkLst>
            <pc:docMk/>
            <pc:sldMk cId="3688868169" sldId="348"/>
            <ac:picMk id="34" creationId="{0DBD4D27-D1B1-4684-B9BB-5D7B6B0D3C61}"/>
          </ac:picMkLst>
        </pc:picChg>
        <pc:picChg chg="del">
          <ac:chgData name="Choi Jeomki" userId="f1912f8b0928b9f1" providerId="LiveId" clId="{B2BCA8AB-E8F2-4DD2-A10D-D82BF7F41353}" dt="2019-02-19T05:10:12.626" v="3820" actId="478"/>
          <ac:picMkLst>
            <pc:docMk/>
            <pc:sldMk cId="3688868169" sldId="348"/>
            <ac:picMk id="35" creationId="{9BE52955-4178-4823-B72D-8A97A0BE903E}"/>
          </ac:picMkLst>
        </pc:picChg>
        <pc:picChg chg="del">
          <ac:chgData name="Choi Jeomki" userId="f1912f8b0928b9f1" providerId="LiveId" clId="{B2BCA8AB-E8F2-4DD2-A10D-D82BF7F41353}" dt="2019-02-19T05:04:58.623" v="3758" actId="478"/>
          <ac:picMkLst>
            <pc:docMk/>
            <pc:sldMk cId="3688868169" sldId="348"/>
            <ac:picMk id="36" creationId="{464EFC4C-2186-4F2E-8543-E729DDEFCD26}"/>
          </ac:picMkLst>
        </pc:picChg>
      </pc:sldChg>
      <pc:sldChg chg="addSp delSp modSp add">
        <pc:chgData name="Choi Jeomki" userId="f1912f8b0928b9f1" providerId="LiveId" clId="{B2BCA8AB-E8F2-4DD2-A10D-D82BF7F41353}" dt="2019-02-19T08:10:00.807" v="5978"/>
        <pc:sldMkLst>
          <pc:docMk/>
          <pc:sldMk cId="793832633" sldId="349"/>
        </pc:sldMkLst>
        <pc:spChg chg="mod">
          <ac:chgData name="Choi Jeomki" userId="f1912f8b0928b9f1" providerId="LiveId" clId="{B2BCA8AB-E8F2-4DD2-A10D-D82BF7F41353}" dt="2019-02-19T05:47:37.235" v="4491" actId="20577"/>
          <ac:spMkLst>
            <pc:docMk/>
            <pc:sldMk cId="793832633" sldId="349"/>
            <ac:spMk id="2" creationId="{00000000-0000-0000-0000-000000000000}"/>
          </ac:spMkLst>
        </pc:spChg>
        <pc:spChg chg="mod">
          <ac:chgData name="Choi Jeomki" userId="f1912f8b0928b9f1" providerId="LiveId" clId="{B2BCA8AB-E8F2-4DD2-A10D-D82BF7F41353}" dt="2019-02-19T08:10:00.807" v="5978"/>
          <ac:spMkLst>
            <pc:docMk/>
            <pc:sldMk cId="793832633" sldId="349"/>
            <ac:spMk id="3" creationId="{00000000-0000-0000-0000-000000000000}"/>
          </ac:spMkLst>
        </pc:spChg>
        <pc:spChg chg="mod">
          <ac:chgData name="Choi Jeomki" userId="f1912f8b0928b9f1" providerId="LiveId" clId="{B2BCA8AB-E8F2-4DD2-A10D-D82BF7F41353}" dt="2019-02-19T05:18:17.107" v="4064" actId="20577"/>
          <ac:spMkLst>
            <pc:docMk/>
            <pc:sldMk cId="793832633" sldId="349"/>
            <ac:spMk id="4" creationId="{E420762C-F737-4CC3-B401-D7401ACC34B2}"/>
          </ac:spMkLst>
        </pc:spChg>
        <pc:spChg chg="mod">
          <ac:chgData name="Choi Jeomki" userId="f1912f8b0928b9f1" providerId="LiveId" clId="{B2BCA8AB-E8F2-4DD2-A10D-D82BF7F41353}" dt="2019-02-19T05:25:43.131" v="4135" actId="1076"/>
          <ac:spMkLst>
            <pc:docMk/>
            <pc:sldMk cId="793832633" sldId="349"/>
            <ac:spMk id="19" creationId="{D60C682B-9426-4E5E-9C2A-EB4535E11F44}"/>
          </ac:spMkLst>
        </pc:spChg>
        <pc:spChg chg="del">
          <ac:chgData name="Choi Jeomki" userId="f1912f8b0928b9f1" providerId="LiveId" clId="{B2BCA8AB-E8F2-4DD2-A10D-D82BF7F41353}" dt="2019-02-19T05:13:20.730" v="3934" actId="478"/>
          <ac:spMkLst>
            <pc:docMk/>
            <pc:sldMk cId="793832633" sldId="349"/>
            <ac:spMk id="39" creationId="{B4529DD9-2A50-4C25-82D6-7B53D28A08AE}"/>
          </ac:spMkLst>
        </pc:spChg>
        <pc:grpChg chg="del">
          <ac:chgData name="Choi Jeomki" userId="f1912f8b0928b9f1" providerId="LiveId" clId="{B2BCA8AB-E8F2-4DD2-A10D-D82BF7F41353}" dt="2019-02-19T05:20:43.408" v="4087" actId="478"/>
          <ac:grpSpMkLst>
            <pc:docMk/>
            <pc:sldMk cId="793832633" sldId="349"/>
            <ac:grpSpMk id="54" creationId="{5D804F3A-D168-4D4A-ABDD-2F3C8FE67B86}"/>
          </ac:grpSpMkLst>
        </pc:grpChg>
        <pc:picChg chg="add mod modCrop">
          <ac:chgData name="Choi Jeomki" userId="f1912f8b0928b9f1" providerId="LiveId" clId="{B2BCA8AB-E8F2-4DD2-A10D-D82BF7F41353}" dt="2019-02-19T05:25:22.563" v="4124" actId="14100"/>
          <ac:picMkLst>
            <pc:docMk/>
            <pc:sldMk cId="793832633" sldId="349"/>
            <ac:picMk id="5" creationId="{47738F59-20CB-4144-88EA-1878E0EAE25C}"/>
          </ac:picMkLst>
        </pc:picChg>
        <pc:picChg chg="del">
          <ac:chgData name="Choi Jeomki" userId="f1912f8b0928b9f1" providerId="LiveId" clId="{B2BCA8AB-E8F2-4DD2-A10D-D82BF7F41353}" dt="2019-02-19T05:13:17.366" v="3931" actId="478"/>
          <ac:picMkLst>
            <pc:docMk/>
            <pc:sldMk cId="793832633" sldId="349"/>
            <ac:picMk id="6" creationId="{540F3B72-3223-48D4-B529-A9144B93A6CE}"/>
          </ac:picMkLst>
        </pc:picChg>
        <pc:picChg chg="add mod">
          <ac:chgData name="Choi Jeomki" userId="f1912f8b0928b9f1" providerId="LiveId" clId="{B2BCA8AB-E8F2-4DD2-A10D-D82BF7F41353}" dt="2019-02-19T05:18:27.659" v="4069" actId="1076"/>
          <ac:picMkLst>
            <pc:docMk/>
            <pc:sldMk cId="793832633" sldId="349"/>
            <ac:picMk id="7" creationId="{AF5F4C82-5A13-4B4E-A171-839BA0D308DE}"/>
          </ac:picMkLst>
        </pc:picChg>
        <pc:picChg chg="del">
          <ac:chgData name="Choi Jeomki" userId="f1912f8b0928b9f1" providerId="LiveId" clId="{B2BCA8AB-E8F2-4DD2-A10D-D82BF7F41353}" dt="2019-02-19T05:14:08.129" v="3958" actId="478"/>
          <ac:picMkLst>
            <pc:docMk/>
            <pc:sldMk cId="793832633" sldId="349"/>
            <ac:picMk id="8" creationId="{83FE1100-A711-4AF6-A45E-960668C7706E}"/>
          </ac:picMkLst>
        </pc:picChg>
        <pc:picChg chg="del">
          <ac:chgData name="Choi Jeomki" userId="f1912f8b0928b9f1" providerId="LiveId" clId="{B2BCA8AB-E8F2-4DD2-A10D-D82BF7F41353}" dt="2019-02-19T05:14:11.010" v="3961" actId="478"/>
          <ac:picMkLst>
            <pc:docMk/>
            <pc:sldMk cId="793832633" sldId="349"/>
            <ac:picMk id="9" creationId="{AAD85D7C-B3A9-495C-AE97-5204255DB437}"/>
          </ac:picMkLst>
        </pc:picChg>
        <pc:picChg chg="add mod">
          <ac:chgData name="Choi Jeomki" userId="f1912f8b0928b9f1" providerId="LiveId" clId="{B2BCA8AB-E8F2-4DD2-A10D-D82BF7F41353}" dt="2019-02-19T05:18:25.963" v="4068" actId="1076"/>
          <ac:picMkLst>
            <pc:docMk/>
            <pc:sldMk cId="793832633" sldId="349"/>
            <ac:picMk id="10" creationId="{94C00321-7F0E-4742-A2EC-BCF0ECC8AEC1}"/>
          </ac:picMkLst>
        </pc:picChg>
        <pc:picChg chg="add mod">
          <ac:chgData name="Choi Jeomki" userId="f1912f8b0928b9f1" providerId="LiveId" clId="{B2BCA8AB-E8F2-4DD2-A10D-D82BF7F41353}" dt="2019-02-19T05:18:33.219" v="4076" actId="1035"/>
          <ac:picMkLst>
            <pc:docMk/>
            <pc:sldMk cId="793832633" sldId="349"/>
            <ac:picMk id="11" creationId="{E82586DD-654E-425C-99D8-F9E1A1481F38}"/>
          </ac:picMkLst>
        </pc:picChg>
        <pc:picChg chg="add mod modCrop">
          <ac:chgData name="Choi Jeomki" userId="f1912f8b0928b9f1" providerId="LiveId" clId="{B2BCA8AB-E8F2-4DD2-A10D-D82BF7F41353}" dt="2019-02-19T05:26:05.078" v="4148" actId="1038"/>
          <ac:picMkLst>
            <pc:docMk/>
            <pc:sldMk cId="793832633" sldId="349"/>
            <ac:picMk id="12" creationId="{703D6490-237E-45F3-8A5F-11AAD735BE9A}"/>
          </ac:picMkLst>
        </pc:picChg>
        <pc:picChg chg="add mod">
          <ac:chgData name="Choi Jeomki" userId="f1912f8b0928b9f1" providerId="LiveId" clId="{B2BCA8AB-E8F2-4DD2-A10D-D82BF7F41353}" dt="2019-02-19T05:26:14.299" v="4150" actId="14100"/>
          <ac:picMkLst>
            <pc:docMk/>
            <pc:sldMk cId="793832633" sldId="349"/>
            <ac:picMk id="13" creationId="{ECDE1769-6A29-4FD7-A616-8869FFC41891}"/>
          </ac:picMkLst>
        </pc:picChg>
        <pc:picChg chg="add mod">
          <ac:chgData name="Choi Jeomki" userId="f1912f8b0928b9f1" providerId="LiveId" clId="{B2BCA8AB-E8F2-4DD2-A10D-D82BF7F41353}" dt="2019-02-19T05:26:05.078" v="4148" actId="1038"/>
          <ac:picMkLst>
            <pc:docMk/>
            <pc:sldMk cId="793832633" sldId="349"/>
            <ac:picMk id="14" creationId="{3A1CE243-DEF1-426B-83DC-BD0240456DA6}"/>
          </ac:picMkLst>
        </pc:picChg>
        <pc:picChg chg="add del mod">
          <ac:chgData name="Choi Jeomki" userId="f1912f8b0928b9f1" providerId="LiveId" clId="{B2BCA8AB-E8F2-4DD2-A10D-D82BF7F41353}" dt="2019-02-19T05:25:16.041" v="4123" actId="478"/>
          <ac:picMkLst>
            <pc:docMk/>
            <pc:sldMk cId="793832633" sldId="349"/>
            <ac:picMk id="15" creationId="{65D360A3-9BF4-4749-8639-B49D6A4685E3}"/>
          </ac:picMkLst>
        </pc:picChg>
        <pc:picChg chg="add mod">
          <ac:chgData name="Choi Jeomki" userId="f1912f8b0928b9f1" providerId="LiveId" clId="{B2BCA8AB-E8F2-4DD2-A10D-D82BF7F41353}" dt="2019-02-19T05:26:17.490" v="4151" actId="14100"/>
          <ac:picMkLst>
            <pc:docMk/>
            <pc:sldMk cId="793832633" sldId="349"/>
            <ac:picMk id="16" creationId="{02A92CBC-DF49-4144-97CB-5351D550A09D}"/>
          </ac:picMkLst>
        </pc:picChg>
        <pc:picChg chg="add mod modCrop">
          <ac:chgData name="Choi Jeomki" userId="f1912f8b0928b9f1" providerId="LiveId" clId="{B2BCA8AB-E8F2-4DD2-A10D-D82BF7F41353}" dt="2019-02-19T05:25:22.563" v="4124" actId="14100"/>
          <ac:picMkLst>
            <pc:docMk/>
            <pc:sldMk cId="793832633" sldId="349"/>
            <ac:picMk id="23" creationId="{BF7980C7-EDAA-4D77-B6E9-36942F8676E8}"/>
          </ac:picMkLst>
        </pc:picChg>
        <pc:picChg chg="del">
          <ac:chgData name="Choi Jeomki" userId="f1912f8b0928b9f1" providerId="LiveId" clId="{B2BCA8AB-E8F2-4DD2-A10D-D82BF7F41353}" dt="2019-02-19T05:20:43.408" v="4087" actId="478"/>
          <ac:picMkLst>
            <pc:docMk/>
            <pc:sldMk cId="793832633" sldId="349"/>
            <ac:picMk id="27" creationId="{4B80154A-71B5-4197-8C3E-DF771C44D14F}"/>
          </ac:picMkLst>
        </pc:picChg>
        <pc:picChg chg="del">
          <ac:chgData name="Choi Jeomki" userId="f1912f8b0928b9f1" providerId="LiveId" clId="{B2BCA8AB-E8F2-4DD2-A10D-D82BF7F41353}" dt="2019-02-19T05:23:06.414" v="4096" actId="478"/>
          <ac:picMkLst>
            <pc:docMk/>
            <pc:sldMk cId="793832633" sldId="349"/>
            <ac:picMk id="29" creationId="{5FD50A01-36E9-473F-9A83-B231E082F5F1}"/>
          </ac:picMkLst>
        </pc:picChg>
        <pc:picChg chg="del">
          <ac:chgData name="Choi Jeomki" userId="f1912f8b0928b9f1" providerId="LiveId" clId="{B2BCA8AB-E8F2-4DD2-A10D-D82BF7F41353}" dt="2019-02-19T05:23:17.583" v="4103" actId="478"/>
          <ac:picMkLst>
            <pc:docMk/>
            <pc:sldMk cId="793832633" sldId="349"/>
            <ac:picMk id="30" creationId="{054307DE-559E-4519-A811-E0BEE4B8086E}"/>
          </ac:picMkLst>
        </pc:picChg>
        <pc:picChg chg="add mod modCrop">
          <ac:chgData name="Choi Jeomki" userId="f1912f8b0928b9f1" providerId="LiveId" clId="{B2BCA8AB-E8F2-4DD2-A10D-D82BF7F41353}" dt="2019-02-19T05:26:10.835" v="4149" actId="14100"/>
          <ac:picMkLst>
            <pc:docMk/>
            <pc:sldMk cId="793832633" sldId="349"/>
            <ac:picMk id="31" creationId="{66F0EF43-18B7-4E15-899F-8D813807F570}"/>
          </ac:picMkLst>
        </pc:picChg>
        <pc:picChg chg="del">
          <ac:chgData name="Choi Jeomki" userId="f1912f8b0928b9f1" providerId="LiveId" clId="{B2BCA8AB-E8F2-4DD2-A10D-D82BF7F41353}" dt="2019-02-19T05:13:17.366" v="3931" actId="478"/>
          <ac:picMkLst>
            <pc:docMk/>
            <pc:sldMk cId="793832633" sldId="349"/>
            <ac:picMk id="50" creationId="{40FE3C6F-C88E-44AD-B6F6-D013D617DB67}"/>
          </ac:picMkLst>
        </pc:picChg>
        <pc:picChg chg="del">
          <ac:chgData name="Choi Jeomki" userId="f1912f8b0928b9f1" providerId="LiveId" clId="{B2BCA8AB-E8F2-4DD2-A10D-D82BF7F41353}" dt="2019-02-19T05:13:19.193" v="3932" actId="478"/>
          <ac:picMkLst>
            <pc:docMk/>
            <pc:sldMk cId="793832633" sldId="349"/>
            <ac:picMk id="51" creationId="{F768C4D1-BAE0-49BD-9D5C-1CE3E87648E2}"/>
          </ac:picMkLst>
        </pc:picChg>
        <pc:picChg chg="del">
          <ac:chgData name="Choi Jeomki" userId="f1912f8b0928b9f1" providerId="LiveId" clId="{B2BCA8AB-E8F2-4DD2-A10D-D82BF7F41353}" dt="2019-02-19T05:13:19.904" v="3933" actId="478"/>
          <ac:picMkLst>
            <pc:docMk/>
            <pc:sldMk cId="793832633" sldId="349"/>
            <ac:picMk id="52" creationId="{AD13E7FD-58E6-46A8-9618-C8F08385CE96}"/>
          </ac:picMkLst>
        </pc:picChg>
      </pc:sldChg>
      <pc:sldChg chg="addSp delSp modSp add">
        <pc:chgData name="Choi Jeomki" userId="f1912f8b0928b9f1" providerId="LiveId" clId="{B2BCA8AB-E8F2-4DD2-A10D-D82BF7F41353}" dt="2019-02-19T08:10:05.386" v="5982"/>
        <pc:sldMkLst>
          <pc:docMk/>
          <pc:sldMk cId="497881820" sldId="350"/>
        </pc:sldMkLst>
        <pc:spChg chg="mod">
          <ac:chgData name="Choi Jeomki" userId="f1912f8b0928b9f1" providerId="LiveId" clId="{B2BCA8AB-E8F2-4DD2-A10D-D82BF7F41353}" dt="2019-02-19T05:47:44.534" v="4508" actId="20577"/>
          <ac:spMkLst>
            <pc:docMk/>
            <pc:sldMk cId="497881820" sldId="350"/>
            <ac:spMk id="2" creationId="{00000000-0000-0000-0000-000000000000}"/>
          </ac:spMkLst>
        </pc:spChg>
        <pc:spChg chg="mod">
          <ac:chgData name="Choi Jeomki" userId="f1912f8b0928b9f1" providerId="LiveId" clId="{B2BCA8AB-E8F2-4DD2-A10D-D82BF7F41353}" dt="2019-02-19T08:10:05.386" v="5982"/>
          <ac:spMkLst>
            <pc:docMk/>
            <pc:sldMk cId="497881820" sldId="350"/>
            <ac:spMk id="3" creationId="{00000000-0000-0000-0000-000000000000}"/>
          </ac:spMkLst>
        </pc:spChg>
        <pc:spChg chg="mod">
          <ac:chgData name="Choi Jeomki" userId="f1912f8b0928b9f1" providerId="LiveId" clId="{B2BCA8AB-E8F2-4DD2-A10D-D82BF7F41353}" dt="2019-02-19T05:30:47.895" v="4222" actId="20577"/>
          <ac:spMkLst>
            <pc:docMk/>
            <pc:sldMk cId="497881820" sldId="350"/>
            <ac:spMk id="4" creationId="{E420762C-F737-4CC3-B401-D7401ACC34B2}"/>
          </ac:spMkLst>
        </pc:spChg>
        <pc:picChg chg="del">
          <ac:chgData name="Choi Jeomki" userId="f1912f8b0928b9f1" providerId="LiveId" clId="{B2BCA8AB-E8F2-4DD2-A10D-D82BF7F41353}" dt="2019-02-19T05:29:28.884" v="4152" actId="478"/>
          <ac:picMkLst>
            <pc:docMk/>
            <pc:sldMk cId="497881820" sldId="350"/>
            <ac:picMk id="5" creationId="{29E6E49D-E865-40F8-BF61-ECB279945E2E}"/>
          </ac:picMkLst>
        </pc:picChg>
        <pc:picChg chg="add mod">
          <ac:chgData name="Choi Jeomki" userId="f1912f8b0928b9f1" providerId="LiveId" clId="{B2BCA8AB-E8F2-4DD2-A10D-D82BF7F41353}" dt="2019-02-19T05:29:47.676" v="4159" actId="208"/>
          <ac:picMkLst>
            <pc:docMk/>
            <pc:sldMk cId="497881820" sldId="350"/>
            <ac:picMk id="6" creationId="{C663439A-FF89-4B89-B624-7AE95685B458}"/>
          </ac:picMkLst>
        </pc:picChg>
      </pc:sldChg>
      <pc:sldChg chg="addSp delSp modSp add">
        <pc:chgData name="Choi Jeomki" userId="f1912f8b0928b9f1" providerId="LiveId" clId="{B2BCA8AB-E8F2-4DD2-A10D-D82BF7F41353}" dt="2019-02-19T05:46:11.619" v="4462" actId="14100"/>
        <pc:sldMkLst>
          <pc:docMk/>
          <pc:sldMk cId="473385122" sldId="351"/>
        </pc:sldMkLst>
        <pc:spChg chg="mod">
          <ac:chgData name="Choi Jeomki" userId="f1912f8b0928b9f1" providerId="LiveId" clId="{B2BCA8AB-E8F2-4DD2-A10D-D82BF7F41353}" dt="2019-02-19T05:32:55.834" v="4246"/>
          <ac:spMkLst>
            <pc:docMk/>
            <pc:sldMk cId="473385122" sldId="351"/>
            <ac:spMk id="2" creationId="{00000000-0000-0000-0000-000000000000}"/>
          </ac:spMkLst>
        </pc:spChg>
        <pc:spChg chg="mod">
          <ac:chgData name="Choi Jeomki" userId="f1912f8b0928b9f1" providerId="LiveId" clId="{B2BCA8AB-E8F2-4DD2-A10D-D82BF7F41353}" dt="2019-02-19T05:34:18.591" v="4428"/>
          <ac:spMkLst>
            <pc:docMk/>
            <pc:sldMk cId="473385122" sldId="351"/>
            <ac:spMk id="3" creationId="{00000000-0000-0000-0000-000000000000}"/>
          </ac:spMkLst>
        </pc:spChg>
        <pc:spChg chg="mod">
          <ac:chgData name="Choi Jeomki" userId="f1912f8b0928b9f1" providerId="LiveId" clId="{B2BCA8AB-E8F2-4DD2-A10D-D82BF7F41353}" dt="2019-02-19T05:44:30.927" v="4440" actId="20577"/>
          <ac:spMkLst>
            <pc:docMk/>
            <pc:sldMk cId="473385122" sldId="351"/>
            <ac:spMk id="4" creationId="{73CB8ADF-821B-475E-BA22-04C1A0358EC9}"/>
          </ac:spMkLst>
        </pc:spChg>
        <pc:spChg chg="mod">
          <ac:chgData name="Choi Jeomki" userId="f1912f8b0928b9f1" providerId="LiveId" clId="{B2BCA8AB-E8F2-4DD2-A10D-D82BF7F41353}" dt="2019-02-19T05:45:57.499" v="4456" actId="20577"/>
          <ac:spMkLst>
            <pc:docMk/>
            <pc:sldMk cId="473385122" sldId="351"/>
            <ac:spMk id="5" creationId="{576A565C-CC34-452C-876B-3329D2A594C4}"/>
          </ac:spMkLst>
        </pc:spChg>
        <pc:picChg chg="add mod">
          <ac:chgData name="Choi Jeomki" userId="f1912f8b0928b9f1" providerId="LiveId" clId="{B2BCA8AB-E8F2-4DD2-A10D-D82BF7F41353}" dt="2019-02-19T05:44:50.762" v="4445" actId="14100"/>
          <ac:picMkLst>
            <pc:docMk/>
            <pc:sldMk cId="473385122" sldId="351"/>
            <ac:picMk id="6" creationId="{CA93814E-215A-4A41-9CE3-8B107F3BB7E2}"/>
          </ac:picMkLst>
        </pc:picChg>
        <pc:picChg chg="del">
          <ac:chgData name="Choi Jeomki" userId="f1912f8b0928b9f1" providerId="LiveId" clId="{B2BCA8AB-E8F2-4DD2-A10D-D82BF7F41353}" dt="2019-02-19T05:45:13.827" v="4446" actId="478"/>
          <ac:picMkLst>
            <pc:docMk/>
            <pc:sldMk cId="473385122" sldId="351"/>
            <ac:picMk id="7" creationId="{F44ED903-961A-494B-8A18-5D8D329995CD}"/>
          </ac:picMkLst>
        </pc:picChg>
        <pc:picChg chg="del">
          <ac:chgData name="Choi Jeomki" userId="f1912f8b0928b9f1" providerId="LiveId" clId="{B2BCA8AB-E8F2-4DD2-A10D-D82BF7F41353}" dt="2019-02-19T05:45:50.481" v="4450" actId="478"/>
          <ac:picMkLst>
            <pc:docMk/>
            <pc:sldMk cId="473385122" sldId="351"/>
            <ac:picMk id="8" creationId="{29F51D79-258D-45BA-B46C-FEF292AF53A5}"/>
          </ac:picMkLst>
        </pc:picChg>
        <pc:picChg chg="del">
          <ac:chgData name="Choi Jeomki" userId="f1912f8b0928b9f1" providerId="LiveId" clId="{B2BCA8AB-E8F2-4DD2-A10D-D82BF7F41353}" dt="2019-02-19T05:44:43.638" v="4441" actId="478"/>
          <ac:picMkLst>
            <pc:docMk/>
            <pc:sldMk cId="473385122" sldId="351"/>
            <ac:picMk id="9" creationId="{A74AE3D5-A4B7-4762-9723-0118524B45F4}"/>
          </ac:picMkLst>
        </pc:picChg>
        <pc:picChg chg="add mod">
          <ac:chgData name="Choi Jeomki" userId="f1912f8b0928b9f1" providerId="LiveId" clId="{B2BCA8AB-E8F2-4DD2-A10D-D82BF7F41353}" dt="2019-02-19T05:46:07.355" v="4460" actId="1076"/>
          <ac:picMkLst>
            <pc:docMk/>
            <pc:sldMk cId="473385122" sldId="351"/>
            <ac:picMk id="10" creationId="{31CE7123-743F-4497-93FE-157A6A6DA71C}"/>
          </ac:picMkLst>
        </pc:picChg>
        <pc:picChg chg="add mod">
          <ac:chgData name="Choi Jeomki" userId="f1912f8b0928b9f1" providerId="LiveId" clId="{B2BCA8AB-E8F2-4DD2-A10D-D82BF7F41353}" dt="2019-02-19T05:46:11.619" v="4462" actId="14100"/>
          <ac:picMkLst>
            <pc:docMk/>
            <pc:sldMk cId="473385122" sldId="351"/>
            <ac:picMk id="11" creationId="{67A39A2C-1B7B-4E3A-AF37-332826A97892}"/>
          </ac:picMkLst>
        </pc:picChg>
      </pc:sldChg>
      <pc:sldChg chg="addSp delSp modSp add">
        <pc:chgData name="Choi Jeomki" userId="f1912f8b0928b9f1" providerId="LiveId" clId="{B2BCA8AB-E8F2-4DD2-A10D-D82BF7F41353}" dt="2019-02-19T20:02:42.345" v="7104"/>
        <pc:sldMkLst>
          <pc:docMk/>
          <pc:sldMk cId="1614715507" sldId="353"/>
        </pc:sldMkLst>
        <pc:spChg chg="mod">
          <ac:chgData name="Choi Jeomki" userId="f1912f8b0928b9f1" providerId="LiveId" clId="{B2BCA8AB-E8F2-4DD2-A10D-D82BF7F41353}" dt="2019-02-19T05:47:53.202" v="4509" actId="20577"/>
          <ac:spMkLst>
            <pc:docMk/>
            <pc:sldMk cId="1614715507" sldId="353"/>
            <ac:spMk id="2" creationId="{00000000-0000-0000-0000-000000000000}"/>
          </ac:spMkLst>
        </pc:spChg>
        <pc:spChg chg="mod">
          <ac:chgData name="Choi Jeomki" userId="f1912f8b0928b9f1" providerId="LiveId" clId="{B2BCA8AB-E8F2-4DD2-A10D-D82BF7F41353}" dt="2019-02-19T20:02:42.345" v="7104"/>
          <ac:spMkLst>
            <pc:docMk/>
            <pc:sldMk cId="1614715507" sldId="353"/>
            <ac:spMk id="3" creationId="{00000000-0000-0000-0000-000000000000}"/>
          </ac:spMkLst>
        </pc:spChg>
        <pc:spChg chg="mod">
          <ac:chgData name="Choi Jeomki" userId="f1912f8b0928b9f1" providerId="LiveId" clId="{B2BCA8AB-E8F2-4DD2-A10D-D82BF7F41353}" dt="2019-02-19T20:02:42.345" v="7104"/>
          <ac:spMkLst>
            <pc:docMk/>
            <pc:sldMk cId="1614715507" sldId="353"/>
            <ac:spMk id="4" creationId="{25DFE584-7754-4F1C-8B4D-0B971330CFE1}"/>
          </ac:spMkLst>
        </pc:spChg>
        <pc:spChg chg="mod">
          <ac:chgData name="Choi Jeomki" userId="f1912f8b0928b9f1" providerId="LiveId" clId="{B2BCA8AB-E8F2-4DD2-A10D-D82BF7F41353}" dt="2019-02-19T05:57:31.756" v="4734" actId="20577"/>
          <ac:spMkLst>
            <pc:docMk/>
            <pc:sldMk cId="1614715507" sldId="353"/>
            <ac:spMk id="7" creationId="{FEDCAC2F-1B80-4A62-9C87-D349649458CA}"/>
          </ac:spMkLst>
        </pc:spChg>
        <pc:picChg chg="del">
          <ac:chgData name="Choi Jeomki" userId="f1912f8b0928b9f1" providerId="LiveId" clId="{B2BCA8AB-E8F2-4DD2-A10D-D82BF7F41353}" dt="2019-02-19T05:53:46.865" v="4661" actId="478"/>
          <ac:picMkLst>
            <pc:docMk/>
            <pc:sldMk cId="1614715507" sldId="353"/>
            <ac:picMk id="5" creationId="{3E56422E-F9AE-4273-BFB7-DD9EA597F463}"/>
          </ac:picMkLst>
        </pc:picChg>
        <pc:picChg chg="del">
          <ac:chgData name="Choi Jeomki" userId="f1912f8b0928b9f1" providerId="LiveId" clId="{B2BCA8AB-E8F2-4DD2-A10D-D82BF7F41353}" dt="2019-02-19T05:54:19.441" v="4670" actId="478"/>
          <ac:picMkLst>
            <pc:docMk/>
            <pc:sldMk cId="1614715507" sldId="353"/>
            <ac:picMk id="6" creationId="{3DBF7C8D-7B6C-418C-B6C5-FBAF74AE7F24}"/>
          </ac:picMkLst>
        </pc:picChg>
        <pc:picChg chg="del">
          <ac:chgData name="Choi Jeomki" userId="f1912f8b0928b9f1" providerId="LiveId" clId="{B2BCA8AB-E8F2-4DD2-A10D-D82BF7F41353}" dt="2019-02-19T05:54:33.207" v="4673" actId="478"/>
          <ac:picMkLst>
            <pc:docMk/>
            <pc:sldMk cId="1614715507" sldId="353"/>
            <ac:picMk id="8" creationId="{DDF424B7-5DB3-41A9-8B88-571D4010D33F}"/>
          </ac:picMkLst>
        </pc:picChg>
        <pc:picChg chg="del">
          <ac:chgData name="Choi Jeomki" userId="f1912f8b0928b9f1" providerId="LiveId" clId="{B2BCA8AB-E8F2-4DD2-A10D-D82BF7F41353}" dt="2019-02-19T05:55:58.008" v="4710" actId="478"/>
          <ac:picMkLst>
            <pc:docMk/>
            <pc:sldMk cId="1614715507" sldId="353"/>
            <ac:picMk id="9" creationId="{84E99C19-7020-425B-8EF8-0298109F4BF3}"/>
          </ac:picMkLst>
        </pc:picChg>
        <pc:picChg chg="del">
          <ac:chgData name="Choi Jeomki" userId="f1912f8b0928b9f1" providerId="LiveId" clId="{B2BCA8AB-E8F2-4DD2-A10D-D82BF7F41353}" dt="2019-02-19T05:55:58.008" v="4710" actId="478"/>
          <ac:picMkLst>
            <pc:docMk/>
            <pc:sldMk cId="1614715507" sldId="353"/>
            <ac:picMk id="10" creationId="{342EE782-C0E9-4A10-83BD-C292F7CA25DB}"/>
          </ac:picMkLst>
        </pc:picChg>
        <pc:picChg chg="del">
          <ac:chgData name="Choi Jeomki" userId="f1912f8b0928b9f1" providerId="LiveId" clId="{B2BCA8AB-E8F2-4DD2-A10D-D82BF7F41353}" dt="2019-02-19T05:55:58.008" v="4710" actId="478"/>
          <ac:picMkLst>
            <pc:docMk/>
            <pc:sldMk cId="1614715507" sldId="353"/>
            <ac:picMk id="11" creationId="{34502909-CD24-4C1F-A040-3092BDED740C}"/>
          </ac:picMkLst>
        </pc:picChg>
        <pc:picChg chg="del">
          <ac:chgData name="Choi Jeomki" userId="f1912f8b0928b9f1" providerId="LiveId" clId="{B2BCA8AB-E8F2-4DD2-A10D-D82BF7F41353}" dt="2019-02-19T05:55:58.008" v="4710" actId="478"/>
          <ac:picMkLst>
            <pc:docMk/>
            <pc:sldMk cId="1614715507" sldId="353"/>
            <ac:picMk id="12" creationId="{E3CDEDDC-FA30-4D22-BDB7-69B28F4DAFCE}"/>
          </ac:picMkLst>
        </pc:picChg>
        <pc:picChg chg="add mod modCrop">
          <ac:chgData name="Choi Jeomki" userId="f1912f8b0928b9f1" providerId="LiveId" clId="{B2BCA8AB-E8F2-4DD2-A10D-D82BF7F41353}" dt="2019-02-19T05:57:10.514" v="4719" actId="208"/>
          <ac:picMkLst>
            <pc:docMk/>
            <pc:sldMk cId="1614715507" sldId="353"/>
            <ac:picMk id="13" creationId="{FF72DC3E-288C-455F-924E-018D302433E0}"/>
          </ac:picMkLst>
        </pc:picChg>
        <pc:picChg chg="add mod">
          <ac:chgData name="Choi Jeomki" userId="f1912f8b0928b9f1" providerId="LiveId" clId="{B2BCA8AB-E8F2-4DD2-A10D-D82BF7F41353}" dt="2019-02-19T05:57:10.514" v="4719" actId="208"/>
          <ac:picMkLst>
            <pc:docMk/>
            <pc:sldMk cId="1614715507" sldId="353"/>
            <ac:picMk id="15" creationId="{CABA0E05-B6BA-4F49-ABED-81BCFE90416C}"/>
          </ac:picMkLst>
        </pc:picChg>
        <pc:picChg chg="add mod modCrop">
          <ac:chgData name="Choi Jeomki" userId="f1912f8b0928b9f1" providerId="LiveId" clId="{B2BCA8AB-E8F2-4DD2-A10D-D82BF7F41353}" dt="2019-02-19T05:57:10.514" v="4719" actId="208"/>
          <ac:picMkLst>
            <pc:docMk/>
            <pc:sldMk cId="1614715507" sldId="353"/>
            <ac:picMk id="16" creationId="{813176B3-4FED-47E4-B6E7-F0BB4391A16E}"/>
          </ac:picMkLst>
        </pc:picChg>
        <pc:picChg chg="add mod">
          <ac:chgData name="Choi Jeomki" userId="f1912f8b0928b9f1" providerId="LiveId" clId="{B2BCA8AB-E8F2-4DD2-A10D-D82BF7F41353}" dt="2019-02-19T05:57:10.514" v="4719" actId="208"/>
          <ac:picMkLst>
            <pc:docMk/>
            <pc:sldMk cId="1614715507" sldId="353"/>
            <ac:picMk id="17" creationId="{19595921-7167-445F-8E91-0DF8A67EBC23}"/>
          </ac:picMkLst>
        </pc:picChg>
        <pc:picChg chg="del">
          <ac:chgData name="Choi Jeomki" userId="f1912f8b0928b9f1" providerId="LiveId" clId="{B2BCA8AB-E8F2-4DD2-A10D-D82BF7F41353}" dt="2019-02-19T05:53:47.664" v="4662" actId="478"/>
          <ac:picMkLst>
            <pc:docMk/>
            <pc:sldMk cId="1614715507" sldId="353"/>
            <ac:picMk id="18" creationId="{1CDFE693-A25E-473E-8BB0-3D8E13BD0451}"/>
          </ac:picMkLst>
        </pc:picChg>
        <pc:picChg chg="add mod">
          <ac:chgData name="Choi Jeomki" userId="f1912f8b0928b9f1" providerId="LiveId" clId="{B2BCA8AB-E8F2-4DD2-A10D-D82BF7F41353}" dt="2019-02-19T05:57:44.834" v="4738" actId="553"/>
          <ac:picMkLst>
            <pc:docMk/>
            <pc:sldMk cId="1614715507" sldId="353"/>
            <ac:picMk id="19" creationId="{2C85E14A-9971-42E5-9CEE-5E16838FF8AD}"/>
          </ac:picMkLst>
        </pc:picChg>
        <pc:picChg chg="add mod">
          <ac:chgData name="Choi Jeomki" userId="f1912f8b0928b9f1" providerId="LiveId" clId="{B2BCA8AB-E8F2-4DD2-A10D-D82BF7F41353}" dt="2019-02-19T05:57:44.834" v="4738" actId="553"/>
          <ac:picMkLst>
            <pc:docMk/>
            <pc:sldMk cId="1614715507" sldId="353"/>
            <ac:picMk id="20" creationId="{924D52CE-90D7-42C8-AF81-1DD84F289E8A}"/>
          </ac:picMkLst>
        </pc:picChg>
        <pc:picChg chg="add mod">
          <ac:chgData name="Choi Jeomki" userId="f1912f8b0928b9f1" providerId="LiveId" clId="{B2BCA8AB-E8F2-4DD2-A10D-D82BF7F41353}" dt="2019-02-19T05:57:41.866" v="4737" actId="553"/>
          <ac:picMkLst>
            <pc:docMk/>
            <pc:sldMk cId="1614715507" sldId="353"/>
            <ac:picMk id="21" creationId="{A9C05B28-D1E2-4AB9-A73D-D82C0D647FAB}"/>
          </ac:picMkLst>
        </pc:picChg>
        <pc:picChg chg="add mod">
          <ac:chgData name="Choi Jeomki" userId="f1912f8b0928b9f1" providerId="LiveId" clId="{B2BCA8AB-E8F2-4DD2-A10D-D82BF7F41353}" dt="2019-02-19T05:57:41.866" v="4737" actId="553"/>
          <ac:picMkLst>
            <pc:docMk/>
            <pc:sldMk cId="1614715507" sldId="353"/>
            <ac:picMk id="22" creationId="{F192C89A-03BF-48F7-8880-6ED9612399CC}"/>
          </ac:picMkLst>
        </pc:picChg>
      </pc:sldChg>
      <pc:sldChg chg="addSp delSp modSp add">
        <pc:chgData name="Choi Jeomki" userId="f1912f8b0928b9f1" providerId="LiveId" clId="{B2BCA8AB-E8F2-4DD2-A10D-D82BF7F41353}" dt="2019-02-19T20:02:42.345" v="7104"/>
        <pc:sldMkLst>
          <pc:docMk/>
          <pc:sldMk cId="4036319353" sldId="354"/>
        </pc:sldMkLst>
        <pc:spChg chg="mod">
          <ac:chgData name="Choi Jeomki" userId="f1912f8b0928b9f1" providerId="LiveId" clId="{B2BCA8AB-E8F2-4DD2-A10D-D82BF7F41353}" dt="2019-02-19T06:20:27.465" v="4755" actId="20577"/>
          <ac:spMkLst>
            <pc:docMk/>
            <pc:sldMk cId="4036319353" sldId="354"/>
            <ac:spMk id="2" creationId="{00000000-0000-0000-0000-000000000000}"/>
          </ac:spMkLst>
        </pc:spChg>
        <pc:spChg chg="del mod">
          <ac:chgData name="Choi Jeomki" userId="f1912f8b0928b9f1" providerId="LiveId" clId="{B2BCA8AB-E8F2-4DD2-A10D-D82BF7F41353}" dt="2019-02-19T06:23:24.436" v="5035" actId="478"/>
          <ac:spMkLst>
            <pc:docMk/>
            <pc:sldMk cId="4036319353" sldId="354"/>
            <ac:spMk id="3" creationId="{00000000-0000-0000-0000-000000000000}"/>
          </ac:spMkLst>
        </pc:spChg>
        <pc:spChg chg="mod">
          <ac:chgData name="Choi Jeomki" userId="f1912f8b0928b9f1" providerId="LiveId" clId="{B2BCA8AB-E8F2-4DD2-A10D-D82BF7F41353}" dt="2019-02-19T20:02:42.345" v="7104"/>
          <ac:spMkLst>
            <pc:docMk/>
            <pc:sldMk cId="4036319353" sldId="354"/>
            <ac:spMk id="4" creationId="{E420762C-F737-4CC3-B401-D7401ACC34B2}"/>
          </ac:spMkLst>
        </pc:spChg>
        <pc:spChg chg="add mod">
          <ac:chgData name="Choi Jeomki" userId="f1912f8b0928b9f1" providerId="LiveId" clId="{B2BCA8AB-E8F2-4DD2-A10D-D82BF7F41353}" dt="2019-02-19T20:02:42.345" v="7104"/>
          <ac:spMkLst>
            <pc:docMk/>
            <pc:sldMk cId="4036319353" sldId="354"/>
            <ac:spMk id="11" creationId="{F0A7A498-EDA4-4A7E-8CBF-365327F5A5ED}"/>
          </ac:spMkLst>
        </pc:spChg>
        <pc:spChg chg="mod">
          <ac:chgData name="Choi Jeomki" userId="f1912f8b0928b9f1" providerId="LiveId" clId="{B2BCA8AB-E8F2-4DD2-A10D-D82BF7F41353}" dt="2019-02-19T20:02:42.345" v="7104"/>
          <ac:spMkLst>
            <pc:docMk/>
            <pc:sldMk cId="4036319353" sldId="354"/>
            <ac:spMk id="26" creationId="{B74BC757-41CE-46FD-BA81-29C3B8F42C39}"/>
          </ac:spMkLst>
        </pc:spChg>
        <pc:spChg chg="del">
          <ac:chgData name="Choi Jeomki" userId="f1912f8b0928b9f1" providerId="LiveId" clId="{B2BCA8AB-E8F2-4DD2-A10D-D82BF7F41353}" dt="2019-02-19T06:23:26.457" v="5036" actId="478"/>
          <ac:spMkLst>
            <pc:docMk/>
            <pc:sldMk cId="4036319353" sldId="354"/>
            <ac:spMk id="30" creationId="{8BCE405F-FB57-4C3A-9A81-9B764D739052}"/>
          </ac:spMkLst>
        </pc:spChg>
        <pc:spChg chg="del">
          <ac:chgData name="Choi Jeomki" userId="f1912f8b0928b9f1" providerId="LiveId" clId="{B2BCA8AB-E8F2-4DD2-A10D-D82BF7F41353}" dt="2019-02-19T06:23:26.457" v="5036" actId="478"/>
          <ac:spMkLst>
            <pc:docMk/>
            <pc:sldMk cId="4036319353" sldId="354"/>
            <ac:spMk id="37" creationId="{505A2557-F5AD-4065-B418-8E692B3F1CB7}"/>
          </ac:spMkLst>
        </pc:spChg>
        <pc:picChg chg="del">
          <ac:chgData name="Choi Jeomki" userId="f1912f8b0928b9f1" providerId="LiveId" clId="{B2BCA8AB-E8F2-4DD2-A10D-D82BF7F41353}" dt="2019-02-19T06:23:24.436" v="5035" actId="478"/>
          <ac:picMkLst>
            <pc:docMk/>
            <pc:sldMk cId="4036319353" sldId="354"/>
            <ac:picMk id="5" creationId="{4DCE6AD2-1444-47CB-BE42-CE1045F99CC7}"/>
          </ac:picMkLst>
        </pc:picChg>
        <pc:picChg chg="del">
          <ac:chgData name="Choi Jeomki" userId="f1912f8b0928b9f1" providerId="LiveId" clId="{B2BCA8AB-E8F2-4DD2-A10D-D82BF7F41353}" dt="2019-02-19T06:23:24.436" v="5035" actId="478"/>
          <ac:picMkLst>
            <pc:docMk/>
            <pc:sldMk cId="4036319353" sldId="354"/>
            <ac:picMk id="7" creationId="{83CDA64D-22C5-4566-8B03-98E6A24B7288}"/>
          </ac:picMkLst>
        </pc:picChg>
        <pc:picChg chg="del">
          <ac:chgData name="Choi Jeomki" userId="f1912f8b0928b9f1" providerId="LiveId" clId="{B2BCA8AB-E8F2-4DD2-A10D-D82BF7F41353}" dt="2019-02-19T06:23:27.595" v="5037" actId="478"/>
          <ac:picMkLst>
            <pc:docMk/>
            <pc:sldMk cId="4036319353" sldId="354"/>
            <ac:picMk id="8" creationId="{9CEE608A-87E7-4AFC-A83C-392A1A8FB57D}"/>
          </ac:picMkLst>
        </pc:picChg>
        <pc:picChg chg="del">
          <ac:chgData name="Choi Jeomki" userId="f1912f8b0928b9f1" providerId="LiveId" clId="{B2BCA8AB-E8F2-4DD2-A10D-D82BF7F41353}" dt="2019-02-19T06:23:26.457" v="5036" actId="478"/>
          <ac:picMkLst>
            <pc:docMk/>
            <pc:sldMk cId="4036319353" sldId="354"/>
            <ac:picMk id="9" creationId="{D98811C2-8D28-4CB7-86D4-84808D580387}"/>
          </ac:picMkLst>
        </pc:picChg>
        <pc:picChg chg="del">
          <ac:chgData name="Choi Jeomki" userId="f1912f8b0928b9f1" providerId="LiveId" clId="{B2BCA8AB-E8F2-4DD2-A10D-D82BF7F41353}" dt="2019-02-19T06:23:26.457" v="5036" actId="478"/>
          <ac:picMkLst>
            <pc:docMk/>
            <pc:sldMk cId="4036319353" sldId="354"/>
            <ac:picMk id="10" creationId="{C92FCC35-C7B3-4D71-B024-7D7AE3AD51EE}"/>
          </ac:picMkLst>
        </pc:picChg>
        <pc:picChg chg="add mod">
          <ac:chgData name="Choi Jeomki" userId="f1912f8b0928b9f1" providerId="LiveId" clId="{B2BCA8AB-E8F2-4DD2-A10D-D82BF7F41353}" dt="2019-02-19T08:08:14.741" v="5950" actId="208"/>
          <ac:picMkLst>
            <pc:docMk/>
            <pc:sldMk cId="4036319353" sldId="354"/>
            <ac:picMk id="12" creationId="{71CE075C-2808-4096-AD1D-EAFB8D1E215E}"/>
          </ac:picMkLst>
        </pc:picChg>
        <pc:picChg chg="add mod">
          <ac:chgData name="Choi Jeomki" userId="f1912f8b0928b9f1" providerId="LiveId" clId="{B2BCA8AB-E8F2-4DD2-A10D-D82BF7F41353}" dt="2019-02-19T06:25:50.776" v="5101" actId="1037"/>
          <ac:picMkLst>
            <pc:docMk/>
            <pc:sldMk cId="4036319353" sldId="354"/>
            <ac:picMk id="13" creationId="{40EAFE08-517B-4D6F-A68C-D9E816DD4B61}"/>
          </ac:picMkLst>
        </pc:picChg>
        <pc:picChg chg="add del mod">
          <ac:chgData name="Choi Jeomki" userId="f1912f8b0928b9f1" providerId="LiveId" clId="{B2BCA8AB-E8F2-4DD2-A10D-D82BF7F41353}" dt="2019-02-19T08:08:06.558" v="5944" actId="478"/>
          <ac:picMkLst>
            <pc:docMk/>
            <pc:sldMk cId="4036319353" sldId="354"/>
            <ac:picMk id="14" creationId="{D4839FF6-8A01-485B-9A2D-62A578BD555D}"/>
          </ac:picMkLst>
        </pc:picChg>
        <pc:picChg chg="add mod">
          <ac:chgData name="Choi Jeomki" userId="f1912f8b0928b9f1" providerId="LiveId" clId="{B2BCA8AB-E8F2-4DD2-A10D-D82BF7F41353}" dt="2019-02-19T06:28:33.345" v="5261" actId="1035"/>
          <ac:picMkLst>
            <pc:docMk/>
            <pc:sldMk cId="4036319353" sldId="354"/>
            <ac:picMk id="15" creationId="{30EDD2C6-49E6-49E8-BCD1-0E1199B6D113}"/>
          </ac:picMkLst>
        </pc:picChg>
        <pc:picChg chg="add mod">
          <ac:chgData name="Choi Jeomki" userId="f1912f8b0928b9f1" providerId="LiveId" clId="{B2BCA8AB-E8F2-4DD2-A10D-D82BF7F41353}" dt="2019-02-19T06:28:27.031" v="5257" actId="1076"/>
          <ac:picMkLst>
            <pc:docMk/>
            <pc:sldMk cId="4036319353" sldId="354"/>
            <ac:picMk id="16" creationId="{E97F8076-2528-4E42-95A7-760E4B7156FE}"/>
          </ac:picMkLst>
        </pc:picChg>
        <pc:picChg chg="add mod">
          <ac:chgData name="Choi Jeomki" userId="f1912f8b0928b9f1" providerId="LiveId" clId="{B2BCA8AB-E8F2-4DD2-A10D-D82BF7F41353}" dt="2019-02-19T08:08:14.741" v="5950" actId="208"/>
          <ac:picMkLst>
            <pc:docMk/>
            <pc:sldMk cId="4036319353" sldId="354"/>
            <ac:picMk id="17" creationId="{D7A87029-B2DE-4CC5-A2B5-9C8C6F0F935B}"/>
          </ac:picMkLst>
        </pc:picChg>
        <pc:picChg chg="del">
          <ac:chgData name="Choi Jeomki" userId="f1912f8b0928b9f1" providerId="LiveId" clId="{B2BCA8AB-E8F2-4DD2-A10D-D82BF7F41353}" dt="2019-02-19T06:23:24.436" v="5035" actId="478"/>
          <ac:picMkLst>
            <pc:docMk/>
            <pc:sldMk cId="4036319353" sldId="354"/>
            <ac:picMk id="19" creationId="{11EA8EA3-90D7-4DEE-87F3-FF6AD9778F23}"/>
          </ac:picMkLst>
        </pc:picChg>
        <pc:picChg chg="del">
          <ac:chgData name="Choi Jeomki" userId="f1912f8b0928b9f1" providerId="LiveId" clId="{B2BCA8AB-E8F2-4DD2-A10D-D82BF7F41353}" dt="2019-02-19T06:23:26.457" v="5036" actId="478"/>
          <ac:picMkLst>
            <pc:docMk/>
            <pc:sldMk cId="4036319353" sldId="354"/>
            <ac:picMk id="21" creationId="{B27866EA-3A58-44A5-84EC-410975D60A4C}"/>
          </ac:picMkLst>
        </pc:picChg>
        <pc:picChg chg="del">
          <ac:chgData name="Choi Jeomki" userId="f1912f8b0928b9f1" providerId="LiveId" clId="{B2BCA8AB-E8F2-4DD2-A10D-D82BF7F41353}" dt="2019-02-19T06:23:26.457" v="5036" actId="478"/>
          <ac:picMkLst>
            <pc:docMk/>
            <pc:sldMk cId="4036319353" sldId="354"/>
            <ac:picMk id="27" creationId="{40220C52-CF36-4000-8623-6A68266EA59F}"/>
          </ac:picMkLst>
        </pc:picChg>
      </pc:sldChg>
      <pc:sldChg chg="addSp delSp modSp add">
        <pc:chgData name="Choi Jeomki" userId="f1912f8b0928b9f1" providerId="LiveId" clId="{B2BCA8AB-E8F2-4DD2-A10D-D82BF7F41353}" dt="2019-02-19T20:02:42.345" v="7104"/>
        <pc:sldMkLst>
          <pc:docMk/>
          <pc:sldMk cId="1340766737" sldId="357"/>
        </pc:sldMkLst>
        <pc:spChg chg="mod">
          <ac:chgData name="Choi Jeomki" userId="f1912f8b0928b9f1" providerId="LiveId" clId="{B2BCA8AB-E8F2-4DD2-A10D-D82BF7F41353}" dt="2019-02-19T06:29:21.276" v="5263" actId="20577"/>
          <ac:spMkLst>
            <pc:docMk/>
            <pc:sldMk cId="1340766737" sldId="357"/>
            <ac:spMk id="2" creationId="{00000000-0000-0000-0000-000000000000}"/>
          </ac:spMkLst>
        </pc:spChg>
        <pc:spChg chg="mod">
          <ac:chgData name="Choi Jeomki" userId="f1912f8b0928b9f1" providerId="LiveId" clId="{B2BCA8AB-E8F2-4DD2-A10D-D82BF7F41353}" dt="2019-02-19T20:02:42.345" v="7104"/>
          <ac:spMkLst>
            <pc:docMk/>
            <pc:sldMk cId="1340766737" sldId="357"/>
            <ac:spMk id="4" creationId="{E420762C-F737-4CC3-B401-D7401ACC34B2}"/>
          </ac:spMkLst>
        </pc:spChg>
        <pc:spChg chg="mod">
          <ac:chgData name="Choi Jeomki" userId="f1912f8b0928b9f1" providerId="LiveId" clId="{B2BCA8AB-E8F2-4DD2-A10D-D82BF7F41353}" dt="2019-02-19T20:02:42.345" v="7104"/>
          <ac:spMkLst>
            <pc:docMk/>
            <pc:sldMk cId="1340766737" sldId="357"/>
            <ac:spMk id="11" creationId="{F0A7A498-EDA4-4A7E-8CBF-365327F5A5ED}"/>
          </ac:spMkLst>
        </pc:spChg>
        <pc:spChg chg="mod">
          <ac:chgData name="Choi Jeomki" userId="f1912f8b0928b9f1" providerId="LiveId" clId="{B2BCA8AB-E8F2-4DD2-A10D-D82BF7F41353}" dt="2019-02-19T20:02:42.345" v="7104"/>
          <ac:spMkLst>
            <pc:docMk/>
            <pc:sldMk cId="1340766737" sldId="357"/>
            <ac:spMk id="26" creationId="{B74BC757-41CE-46FD-BA81-29C3B8F42C39}"/>
          </ac:spMkLst>
        </pc:spChg>
        <pc:picChg chg="add mod modCrop">
          <ac:chgData name="Choi Jeomki" userId="f1912f8b0928b9f1" providerId="LiveId" clId="{B2BCA8AB-E8F2-4DD2-A10D-D82BF7F41353}" dt="2019-02-19T08:03:31.181" v="5940" actId="208"/>
          <ac:picMkLst>
            <pc:docMk/>
            <pc:sldMk cId="1340766737" sldId="357"/>
            <ac:picMk id="3" creationId="{DB996562-6A34-4A1C-84EA-38C1B7556CCC}"/>
          </ac:picMkLst>
        </pc:picChg>
        <pc:picChg chg="add del mod">
          <ac:chgData name="Choi Jeomki" userId="f1912f8b0928b9f1" providerId="LiveId" clId="{B2BCA8AB-E8F2-4DD2-A10D-D82BF7F41353}" dt="2019-02-19T06:38:02.757" v="5831" actId="478"/>
          <ac:picMkLst>
            <pc:docMk/>
            <pc:sldMk cId="1340766737" sldId="357"/>
            <ac:picMk id="5" creationId="{988E128F-E799-47F5-9EC0-B236504B5CA8}"/>
          </ac:picMkLst>
        </pc:picChg>
        <pc:picChg chg="add del mod">
          <ac:chgData name="Choi Jeomki" userId="f1912f8b0928b9f1" providerId="LiveId" clId="{B2BCA8AB-E8F2-4DD2-A10D-D82BF7F41353}" dt="2019-02-19T06:38:02.757" v="5831" actId="478"/>
          <ac:picMkLst>
            <pc:docMk/>
            <pc:sldMk cId="1340766737" sldId="357"/>
            <ac:picMk id="6" creationId="{D7EC6587-A633-4134-869D-517E24B167DF}"/>
          </ac:picMkLst>
        </pc:picChg>
        <pc:picChg chg="add mod modCrop">
          <ac:chgData name="Choi Jeomki" userId="f1912f8b0928b9f1" providerId="LiveId" clId="{B2BCA8AB-E8F2-4DD2-A10D-D82BF7F41353}" dt="2019-02-19T15:14:38.174" v="6234" actId="1076"/>
          <ac:picMkLst>
            <pc:docMk/>
            <pc:sldMk cId="1340766737" sldId="357"/>
            <ac:picMk id="7" creationId="{E16CDFF1-7A35-464C-8141-27A6A962E038}"/>
          </ac:picMkLst>
        </pc:picChg>
        <pc:picChg chg="add del mod">
          <ac:chgData name="Choi Jeomki" userId="f1912f8b0928b9f1" providerId="LiveId" clId="{B2BCA8AB-E8F2-4DD2-A10D-D82BF7F41353}" dt="2019-02-19T15:14:31.344" v="6231" actId="478"/>
          <ac:picMkLst>
            <pc:docMk/>
            <pc:sldMk cId="1340766737" sldId="357"/>
            <ac:picMk id="8" creationId="{08ADD603-D9CD-4B5D-8460-A3D9F8F9AF82}"/>
          </ac:picMkLst>
        </pc:picChg>
        <pc:picChg chg="add del mod">
          <ac:chgData name="Choi Jeomki" userId="f1912f8b0928b9f1" providerId="LiveId" clId="{B2BCA8AB-E8F2-4DD2-A10D-D82BF7F41353}" dt="2019-02-19T15:14:31.344" v="6231" actId="478"/>
          <ac:picMkLst>
            <pc:docMk/>
            <pc:sldMk cId="1340766737" sldId="357"/>
            <ac:picMk id="9" creationId="{E554C99E-7F9D-4915-9701-9D5754C07341}"/>
          </ac:picMkLst>
        </pc:picChg>
        <pc:picChg chg="del">
          <ac:chgData name="Choi Jeomki" userId="f1912f8b0928b9f1" providerId="LiveId" clId="{B2BCA8AB-E8F2-4DD2-A10D-D82BF7F41353}" dt="2019-02-19T06:29:25.072" v="5264" actId="478"/>
          <ac:picMkLst>
            <pc:docMk/>
            <pc:sldMk cId="1340766737" sldId="357"/>
            <ac:picMk id="12" creationId="{71CE075C-2808-4096-AD1D-EAFB8D1E215E}"/>
          </ac:picMkLst>
        </pc:picChg>
        <pc:picChg chg="del">
          <ac:chgData name="Choi Jeomki" userId="f1912f8b0928b9f1" providerId="LiveId" clId="{B2BCA8AB-E8F2-4DD2-A10D-D82BF7F41353}" dt="2019-02-19T06:29:25.072" v="5264" actId="478"/>
          <ac:picMkLst>
            <pc:docMk/>
            <pc:sldMk cId="1340766737" sldId="357"/>
            <ac:picMk id="13" creationId="{40EAFE08-517B-4D6F-A68C-D9E816DD4B61}"/>
          </ac:picMkLst>
        </pc:picChg>
        <pc:picChg chg="del">
          <ac:chgData name="Choi Jeomki" userId="f1912f8b0928b9f1" providerId="LiveId" clId="{B2BCA8AB-E8F2-4DD2-A10D-D82BF7F41353}" dt="2019-02-19T06:29:25.072" v="5264" actId="478"/>
          <ac:picMkLst>
            <pc:docMk/>
            <pc:sldMk cId="1340766737" sldId="357"/>
            <ac:picMk id="14" creationId="{D4839FF6-8A01-485B-9A2D-62A578BD555D}"/>
          </ac:picMkLst>
        </pc:picChg>
        <pc:picChg chg="del">
          <ac:chgData name="Choi Jeomki" userId="f1912f8b0928b9f1" providerId="LiveId" clId="{B2BCA8AB-E8F2-4DD2-A10D-D82BF7F41353}" dt="2019-02-19T06:29:25.072" v="5264" actId="478"/>
          <ac:picMkLst>
            <pc:docMk/>
            <pc:sldMk cId="1340766737" sldId="357"/>
            <ac:picMk id="15" creationId="{30EDD2C6-49E6-49E8-BCD1-0E1199B6D113}"/>
          </ac:picMkLst>
        </pc:picChg>
        <pc:picChg chg="del">
          <ac:chgData name="Choi Jeomki" userId="f1912f8b0928b9f1" providerId="LiveId" clId="{B2BCA8AB-E8F2-4DD2-A10D-D82BF7F41353}" dt="2019-02-19T06:29:25.072" v="5264" actId="478"/>
          <ac:picMkLst>
            <pc:docMk/>
            <pc:sldMk cId="1340766737" sldId="357"/>
            <ac:picMk id="16" creationId="{E97F8076-2528-4E42-95A7-760E4B7156FE}"/>
          </ac:picMkLst>
        </pc:picChg>
        <pc:picChg chg="add mod modCrop">
          <ac:chgData name="Choi Jeomki" userId="f1912f8b0928b9f1" providerId="LiveId" clId="{B2BCA8AB-E8F2-4DD2-A10D-D82BF7F41353}" dt="2019-02-19T08:03:31.181" v="5940" actId="208"/>
          <ac:picMkLst>
            <pc:docMk/>
            <pc:sldMk cId="1340766737" sldId="357"/>
            <ac:picMk id="17" creationId="{122102EF-EA90-490D-B55F-9E6C3DF4E46B}"/>
          </ac:picMkLst>
        </pc:picChg>
        <pc:picChg chg="add mod modCrop">
          <ac:chgData name="Choi Jeomki" userId="f1912f8b0928b9f1" providerId="LiveId" clId="{B2BCA8AB-E8F2-4DD2-A10D-D82BF7F41353}" dt="2019-02-19T08:03:31.181" v="5940" actId="208"/>
          <ac:picMkLst>
            <pc:docMk/>
            <pc:sldMk cId="1340766737" sldId="357"/>
            <ac:picMk id="18" creationId="{F4848144-4811-4DC8-B0C7-4CB0B0462531}"/>
          </ac:picMkLst>
        </pc:picChg>
        <pc:picChg chg="add mod modCrop">
          <ac:chgData name="Choi Jeomki" userId="f1912f8b0928b9f1" providerId="LiveId" clId="{B2BCA8AB-E8F2-4DD2-A10D-D82BF7F41353}" dt="2019-02-19T08:03:31.181" v="5940" actId="208"/>
          <ac:picMkLst>
            <pc:docMk/>
            <pc:sldMk cId="1340766737" sldId="357"/>
            <ac:picMk id="19" creationId="{9B6A5479-E56D-4D9F-825C-581F25CA9CDC}"/>
          </ac:picMkLst>
        </pc:picChg>
        <pc:picChg chg="add mod modCrop">
          <ac:chgData name="Choi Jeomki" userId="f1912f8b0928b9f1" providerId="LiveId" clId="{B2BCA8AB-E8F2-4DD2-A10D-D82BF7F41353}" dt="2019-02-19T15:14:38.174" v="6234" actId="1076"/>
          <ac:picMkLst>
            <pc:docMk/>
            <pc:sldMk cId="1340766737" sldId="357"/>
            <ac:picMk id="20" creationId="{D18367AD-DFB4-4EFC-8E6F-E67E48A6AB2C}"/>
          </ac:picMkLst>
        </pc:picChg>
      </pc:sldChg>
      <pc:sldChg chg="addSp delSp modSp add">
        <pc:chgData name="Choi Jeomki" userId="f1912f8b0928b9f1" providerId="LiveId" clId="{B2BCA8AB-E8F2-4DD2-A10D-D82BF7F41353}" dt="2019-02-19T20:02:42.345" v="7104"/>
        <pc:sldMkLst>
          <pc:docMk/>
          <pc:sldMk cId="3705383888" sldId="358"/>
        </pc:sldMkLst>
        <pc:spChg chg="mod">
          <ac:chgData name="Choi Jeomki" userId="f1912f8b0928b9f1" providerId="LiveId" clId="{B2BCA8AB-E8F2-4DD2-A10D-D82BF7F41353}" dt="2019-02-19T15:25:26.823" v="6279" actId="20577"/>
          <ac:spMkLst>
            <pc:docMk/>
            <pc:sldMk cId="3705383888" sldId="358"/>
            <ac:spMk id="2" creationId="{00000000-0000-0000-0000-000000000000}"/>
          </ac:spMkLst>
        </pc:spChg>
        <pc:spChg chg="mod">
          <ac:chgData name="Choi Jeomki" userId="f1912f8b0928b9f1" providerId="LiveId" clId="{B2BCA8AB-E8F2-4DD2-A10D-D82BF7F41353}" dt="2019-02-19T08:44:31.078" v="6124"/>
          <ac:spMkLst>
            <pc:docMk/>
            <pc:sldMk cId="3705383888" sldId="358"/>
            <ac:spMk id="3" creationId="{00000000-0000-0000-0000-000000000000}"/>
          </ac:spMkLst>
        </pc:spChg>
        <pc:spChg chg="mod">
          <ac:chgData name="Choi Jeomki" userId="f1912f8b0928b9f1" providerId="LiveId" clId="{B2BCA8AB-E8F2-4DD2-A10D-D82BF7F41353}" dt="2019-02-19T20:02:42.345" v="7104"/>
          <ac:spMkLst>
            <pc:docMk/>
            <pc:sldMk cId="3705383888" sldId="358"/>
            <ac:spMk id="4" creationId="{E420762C-F737-4CC3-B401-D7401ACC34B2}"/>
          </ac:spMkLst>
        </pc:spChg>
        <pc:spChg chg="add mod">
          <ac:chgData name="Choi Jeomki" userId="f1912f8b0928b9f1" providerId="LiveId" clId="{B2BCA8AB-E8F2-4DD2-A10D-D82BF7F41353}" dt="2019-02-19T20:02:42.345" v="7104"/>
          <ac:spMkLst>
            <pc:docMk/>
            <pc:sldMk cId="3705383888" sldId="358"/>
            <ac:spMk id="8" creationId="{A0BC577A-194C-436D-AD49-B1ED095FA7D9}"/>
          </ac:spMkLst>
        </pc:spChg>
        <pc:picChg chg="add mod ord">
          <ac:chgData name="Choi Jeomki" userId="f1912f8b0928b9f1" providerId="LiveId" clId="{B2BCA8AB-E8F2-4DD2-A10D-D82BF7F41353}" dt="2019-02-19T15:25:22.186" v="6277" actId="1038"/>
          <ac:picMkLst>
            <pc:docMk/>
            <pc:sldMk cId="3705383888" sldId="358"/>
            <ac:picMk id="5" creationId="{E19105DC-D661-4C84-9B27-609C62E460A2}"/>
          </ac:picMkLst>
        </pc:picChg>
        <pc:picChg chg="del">
          <ac:chgData name="Choi Jeomki" userId="f1912f8b0928b9f1" providerId="LiveId" clId="{B2BCA8AB-E8F2-4DD2-A10D-D82BF7F41353}" dt="2019-02-19T08:44:40.938" v="6125" actId="478"/>
          <ac:picMkLst>
            <pc:docMk/>
            <pc:sldMk cId="3705383888" sldId="358"/>
            <ac:picMk id="6" creationId="{C663439A-FF89-4B89-B624-7AE95685B458}"/>
          </ac:picMkLst>
        </pc:picChg>
        <pc:picChg chg="add mod modCrop">
          <ac:chgData name="Choi Jeomki" userId="f1912f8b0928b9f1" providerId="LiveId" clId="{B2BCA8AB-E8F2-4DD2-A10D-D82BF7F41353}" dt="2019-02-19T08:59:53.546" v="6227" actId="14100"/>
          <ac:picMkLst>
            <pc:docMk/>
            <pc:sldMk cId="3705383888" sldId="358"/>
            <ac:picMk id="7" creationId="{DED0A6AF-0B1E-40B1-8344-C83145B9FE5E}"/>
          </ac:picMkLst>
        </pc:picChg>
        <pc:picChg chg="add del mod modCrop">
          <ac:chgData name="Choi Jeomki" userId="f1912f8b0928b9f1" providerId="LiveId" clId="{B2BCA8AB-E8F2-4DD2-A10D-D82BF7F41353}" dt="2019-02-19T08:58:31.705" v="6187" actId="478"/>
          <ac:picMkLst>
            <pc:docMk/>
            <pc:sldMk cId="3705383888" sldId="358"/>
            <ac:picMk id="9" creationId="{7D0C06C6-943F-404B-A055-037AE2484108}"/>
          </ac:picMkLst>
        </pc:picChg>
        <pc:picChg chg="add mod">
          <ac:chgData name="Choi Jeomki" userId="f1912f8b0928b9f1" providerId="LiveId" clId="{B2BCA8AB-E8F2-4DD2-A10D-D82BF7F41353}" dt="2019-02-19T15:25:18.525" v="6274" actId="14100"/>
          <ac:picMkLst>
            <pc:docMk/>
            <pc:sldMk cId="3705383888" sldId="358"/>
            <ac:picMk id="10" creationId="{ECB29026-D9A8-4559-8CC9-4FF1E7FD6541}"/>
          </ac:picMkLst>
        </pc:picChg>
      </pc:sldChg>
      <pc:sldChg chg="addSp delSp modSp add">
        <pc:chgData name="Choi Jeomki" userId="f1912f8b0928b9f1" providerId="LiveId" clId="{B2BCA8AB-E8F2-4DD2-A10D-D82BF7F41353}" dt="2019-02-19T15:49:53.840" v="6453" actId="14100"/>
        <pc:sldMkLst>
          <pc:docMk/>
          <pc:sldMk cId="1252610388" sldId="359"/>
        </pc:sldMkLst>
        <pc:spChg chg="mod">
          <ac:chgData name="Choi Jeomki" userId="f1912f8b0928b9f1" providerId="LiveId" clId="{B2BCA8AB-E8F2-4DD2-A10D-D82BF7F41353}" dt="2019-02-19T15:25:41.535" v="6288"/>
          <ac:spMkLst>
            <pc:docMk/>
            <pc:sldMk cId="1252610388" sldId="359"/>
            <ac:spMk id="2" creationId="{00000000-0000-0000-0000-000000000000}"/>
          </ac:spMkLst>
        </pc:spChg>
        <pc:spChg chg="mod">
          <ac:chgData name="Choi Jeomki" userId="f1912f8b0928b9f1" providerId="LiveId" clId="{B2BCA8AB-E8F2-4DD2-A10D-D82BF7F41353}" dt="2019-02-19T15:26:29.651" v="6343" actId="20577"/>
          <ac:spMkLst>
            <pc:docMk/>
            <pc:sldMk cId="1252610388" sldId="359"/>
            <ac:spMk id="3" creationId="{00000000-0000-0000-0000-000000000000}"/>
          </ac:spMkLst>
        </pc:spChg>
        <pc:spChg chg="mod">
          <ac:chgData name="Choi Jeomki" userId="f1912f8b0928b9f1" providerId="LiveId" clId="{B2BCA8AB-E8F2-4DD2-A10D-D82BF7F41353}" dt="2019-02-19T15:47:07.851" v="6407" actId="20577"/>
          <ac:spMkLst>
            <pc:docMk/>
            <pc:sldMk cId="1252610388" sldId="359"/>
            <ac:spMk id="4" creationId="{25DFE584-7754-4F1C-8B4D-0B971330CFE1}"/>
          </ac:spMkLst>
        </pc:spChg>
        <pc:spChg chg="mod">
          <ac:chgData name="Choi Jeomki" userId="f1912f8b0928b9f1" providerId="LiveId" clId="{B2BCA8AB-E8F2-4DD2-A10D-D82BF7F41353}" dt="2019-02-19T15:49:42.746" v="6448" actId="20577"/>
          <ac:spMkLst>
            <pc:docMk/>
            <pc:sldMk cId="1252610388" sldId="359"/>
            <ac:spMk id="7" creationId="{FEDCAC2F-1B80-4A62-9C87-D349649458CA}"/>
          </ac:spMkLst>
        </pc:spChg>
        <pc:spChg chg="mod">
          <ac:chgData name="Choi Jeomki" userId="f1912f8b0928b9f1" providerId="LiveId" clId="{B2BCA8AB-E8F2-4DD2-A10D-D82BF7F41353}" dt="2019-02-19T15:46:07.593" v="6387" actId="1036"/>
          <ac:spMkLst>
            <pc:docMk/>
            <pc:sldMk cId="1252610388" sldId="359"/>
            <ac:spMk id="14" creationId="{1CC853C6-6BA7-48DD-81BA-03D92F273FB3}"/>
          </ac:spMkLst>
        </pc:spChg>
        <pc:grpChg chg="add mod">
          <ac:chgData name="Choi Jeomki" userId="f1912f8b0928b9f1" providerId="LiveId" clId="{B2BCA8AB-E8F2-4DD2-A10D-D82BF7F41353}" dt="2019-02-19T15:45:59.769" v="6385" actId="12788"/>
          <ac:grpSpMkLst>
            <pc:docMk/>
            <pc:sldMk cId="1252610388" sldId="359"/>
            <ac:grpSpMk id="9" creationId="{0E375957-72DC-4A30-A53B-9A926DB8A18E}"/>
          </ac:grpSpMkLst>
        </pc:grpChg>
        <pc:picChg chg="add mod modCrop">
          <ac:chgData name="Choi Jeomki" userId="f1912f8b0928b9f1" providerId="LiveId" clId="{B2BCA8AB-E8F2-4DD2-A10D-D82BF7F41353}" dt="2019-02-19T15:45:49.081" v="6371" actId="164"/>
          <ac:picMkLst>
            <pc:docMk/>
            <pc:sldMk cId="1252610388" sldId="359"/>
            <ac:picMk id="5" creationId="{C87CBF3B-BB8F-4469-8A65-F04DABDECE31}"/>
          </ac:picMkLst>
        </pc:picChg>
        <pc:picChg chg="add mod modCrop">
          <ac:chgData name="Choi Jeomki" userId="f1912f8b0928b9f1" providerId="LiveId" clId="{B2BCA8AB-E8F2-4DD2-A10D-D82BF7F41353}" dt="2019-02-19T15:46:34.996" v="6394" actId="1037"/>
          <ac:picMkLst>
            <pc:docMk/>
            <pc:sldMk cId="1252610388" sldId="359"/>
            <ac:picMk id="6" creationId="{69EB9500-5C0D-467A-912E-235D244807BE}"/>
          </ac:picMkLst>
        </pc:picChg>
        <pc:picChg chg="add mod">
          <ac:chgData name="Choi Jeomki" userId="f1912f8b0928b9f1" providerId="LiveId" clId="{B2BCA8AB-E8F2-4DD2-A10D-D82BF7F41353}" dt="2019-02-19T15:46:34.996" v="6394" actId="1037"/>
          <ac:picMkLst>
            <pc:docMk/>
            <pc:sldMk cId="1252610388" sldId="359"/>
            <ac:picMk id="8" creationId="{0DFE806E-6229-4705-9804-91A8712DA458}"/>
          </ac:picMkLst>
        </pc:picChg>
        <pc:picChg chg="add mod">
          <ac:chgData name="Choi Jeomki" userId="f1912f8b0928b9f1" providerId="LiveId" clId="{B2BCA8AB-E8F2-4DD2-A10D-D82BF7F41353}" dt="2019-02-19T15:49:30.384" v="6438" actId="208"/>
          <ac:picMkLst>
            <pc:docMk/>
            <pc:sldMk cId="1252610388" sldId="359"/>
            <ac:picMk id="10" creationId="{337674EF-D96E-4238-BC3F-64A631F6EC54}"/>
          </ac:picMkLst>
        </pc:picChg>
        <pc:picChg chg="add mod">
          <ac:chgData name="Choi Jeomki" userId="f1912f8b0928b9f1" providerId="LiveId" clId="{B2BCA8AB-E8F2-4DD2-A10D-D82BF7F41353}" dt="2019-02-19T15:49:30.384" v="6438" actId="208"/>
          <ac:picMkLst>
            <pc:docMk/>
            <pc:sldMk cId="1252610388" sldId="359"/>
            <ac:picMk id="11" creationId="{9D7F731C-8A6F-4179-8E95-E5DF7FA53D86}"/>
          </ac:picMkLst>
        </pc:picChg>
        <pc:picChg chg="add mod">
          <ac:chgData name="Choi Jeomki" userId="f1912f8b0928b9f1" providerId="LiveId" clId="{B2BCA8AB-E8F2-4DD2-A10D-D82BF7F41353}" dt="2019-02-19T15:49:30.384" v="6438" actId="208"/>
          <ac:picMkLst>
            <pc:docMk/>
            <pc:sldMk cId="1252610388" sldId="359"/>
            <ac:picMk id="12" creationId="{5B62E30E-DE6C-43E3-A787-61218FDBFA04}"/>
          </ac:picMkLst>
        </pc:picChg>
        <pc:picChg chg="del">
          <ac:chgData name="Choi Jeomki" userId="f1912f8b0928b9f1" providerId="LiveId" clId="{B2BCA8AB-E8F2-4DD2-A10D-D82BF7F41353}" dt="2019-02-19T15:43:43.222" v="6351" actId="478"/>
          <ac:picMkLst>
            <pc:docMk/>
            <pc:sldMk cId="1252610388" sldId="359"/>
            <ac:picMk id="13" creationId="{FF72DC3E-288C-455F-924E-018D302433E0}"/>
          </ac:picMkLst>
        </pc:picChg>
        <pc:picChg chg="del">
          <ac:chgData name="Choi Jeomki" userId="f1912f8b0928b9f1" providerId="LiveId" clId="{B2BCA8AB-E8F2-4DD2-A10D-D82BF7F41353}" dt="2019-02-19T15:45:13.255" v="6363" actId="478"/>
          <ac:picMkLst>
            <pc:docMk/>
            <pc:sldMk cId="1252610388" sldId="359"/>
            <ac:picMk id="15" creationId="{CABA0E05-B6BA-4F49-ABED-81BCFE90416C}"/>
          </ac:picMkLst>
        </pc:picChg>
        <pc:picChg chg="del">
          <ac:chgData name="Choi Jeomki" userId="f1912f8b0928b9f1" providerId="LiveId" clId="{B2BCA8AB-E8F2-4DD2-A10D-D82BF7F41353}" dt="2019-02-19T15:43:43.222" v="6351" actId="478"/>
          <ac:picMkLst>
            <pc:docMk/>
            <pc:sldMk cId="1252610388" sldId="359"/>
            <ac:picMk id="16" creationId="{813176B3-4FED-47E4-B6E7-F0BB4391A16E}"/>
          </ac:picMkLst>
        </pc:picChg>
        <pc:picChg chg="del">
          <ac:chgData name="Choi Jeomki" userId="f1912f8b0928b9f1" providerId="LiveId" clId="{B2BCA8AB-E8F2-4DD2-A10D-D82BF7F41353}" dt="2019-02-19T15:45:41.107" v="6368" actId="478"/>
          <ac:picMkLst>
            <pc:docMk/>
            <pc:sldMk cId="1252610388" sldId="359"/>
            <ac:picMk id="17" creationId="{19595921-7167-445F-8E91-0DF8A67EBC23}"/>
          </ac:picMkLst>
        </pc:picChg>
        <pc:picChg chg="add mod modCrop">
          <ac:chgData name="Choi Jeomki" userId="f1912f8b0928b9f1" providerId="LiveId" clId="{B2BCA8AB-E8F2-4DD2-A10D-D82BF7F41353}" dt="2019-02-19T15:45:49.081" v="6371" actId="164"/>
          <ac:picMkLst>
            <pc:docMk/>
            <pc:sldMk cId="1252610388" sldId="359"/>
            <ac:picMk id="18" creationId="{08610109-9C12-4895-A7EF-0EA830BAFA56}"/>
          </ac:picMkLst>
        </pc:picChg>
        <pc:picChg chg="del">
          <ac:chgData name="Choi Jeomki" userId="f1912f8b0928b9f1" providerId="LiveId" clId="{B2BCA8AB-E8F2-4DD2-A10D-D82BF7F41353}" dt="2019-02-19T15:47:42.073" v="6411" actId="478"/>
          <ac:picMkLst>
            <pc:docMk/>
            <pc:sldMk cId="1252610388" sldId="359"/>
            <ac:picMk id="19" creationId="{2C85E14A-9971-42E5-9CEE-5E16838FF8AD}"/>
          </ac:picMkLst>
        </pc:picChg>
        <pc:picChg chg="del">
          <ac:chgData name="Choi Jeomki" userId="f1912f8b0928b9f1" providerId="LiveId" clId="{B2BCA8AB-E8F2-4DD2-A10D-D82BF7F41353}" dt="2019-02-19T15:47:53.373" v="6414" actId="478"/>
          <ac:picMkLst>
            <pc:docMk/>
            <pc:sldMk cId="1252610388" sldId="359"/>
            <ac:picMk id="20" creationId="{924D52CE-90D7-42C8-AF81-1DD84F289E8A}"/>
          </ac:picMkLst>
        </pc:picChg>
        <pc:picChg chg="del">
          <ac:chgData name="Choi Jeomki" userId="f1912f8b0928b9f1" providerId="LiveId" clId="{B2BCA8AB-E8F2-4DD2-A10D-D82BF7F41353}" dt="2019-02-19T15:48:49.440" v="6420" actId="478"/>
          <ac:picMkLst>
            <pc:docMk/>
            <pc:sldMk cId="1252610388" sldId="359"/>
            <ac:picMk id="21" creationId="{A9C05B28-D1E2-4AB9-A73D-D82C0D647FAB}"/>
          </ac:picMkLst>
        </pc:picChg>
        <pc:picChg chg="del">
          <ac:chgData name="Choi Jeomki" userId="f1912f8b0928b9f1" providerId="LiveId" clId="{B2BCA8AB-E8F2-4DD2-A10D-D82BF7F41353}" dt="2019-02-19T15:48:15.580" v="6417" actId="478"/>
          <ac:picMkLst>
            <pc:docMk/>
            <pc:sldMk cId="1252610388" sldId="359"/>
            <ac:picMk id="22" creationId="{F192C89A-03BF-48F7-8880-6ED9612399CC}"/>
          </ac:picMkLst>
        </pc:picChg>
        <pc:picChg chg="add mod">
          <ac:chgData name="Choi Jeomki" userId="f1912f8b0928b9f1" providerId="LiveId" clId="{B2BCA8AB-E8F2-4DD2-A10D-D82BF7F41353}" dt="2019-02-19T15:49:53.840" v="6453" actId="14100"/>
          <ac:picMkLst>
            <pc:docMk/>
            <pc:sldMk cId="1252610388" sldId="359"/>
            <ac:picMk id="23" creationId="{C46C0074-693C-4395-A467-9EC415CE3ACC}"/>
          </ac:picMkLst>
        </pc:picChg>
      </pc:sldChg>
      <pc:sldChg chg="addSp delSp modSp add">
        <pc:chgData name="Choi Jeomki" userId="f1912f8b0928b9f1" providerId="LiveId" clId="{B2BCA8AB-E8F2-4DD2-A10D-D82BF7F41353}" dt="2019-02-19T16:05:52.798" v="6856" actId="1036"/>
        <pc:sldMkLst>
          <pc:docMk/>
          <pc:sldMk cId="1394987094" sldId="360"/>
        </pc:sldMkLst>
        <pc:spChg chg="mod">
          <ac:chgData name="Choi Jeomki" userId="f1912f8b0928b9f1" providerId="LiveId" clId="{B2BCA8AB-E8F2-4DD2-A10D-D82BF7F41353}" dt="2019-02-19T15:50:35.050" v="6460"/>
          <ac:spMkLst>
            <pc:docMk/>
            <pc:sldMk cId="1394987094" sldId="360"/>
            <ac:spMk id="2" creationId="{00000000-0000-0000-0000-000000000000}"/>
          </ac:spMkLst>
        </pc:spChg>
        <pc:spChg chg="mod">
          <ac:chgData name="Choi Jeomki" userId="f1912f8b0928b9f1" providerId="LiveId" clId="{B2BCA8AB-E8F2-4DD2-A10D-D82BF7F41353}" dt="2019-02-19T16:04:37.542" v="6802" actId="20577"/>
          <ac:spMkLst>
            <pc:docMk/>
            <pc:sldMk cId="1394987094" sldId="360"/>
            <ac:spMk id="4" creationId="{E420762C-F737-4CC3-B401-D7401ACC34B2}"/>
          </ac:spMkLst>
        </pc:spChg>
        <pc:spChg chg="mod">
          <ac:chgData name="Choi Jeomki" userId="f1912f8b0928b9f1" providerId="LiveId" clId="{B2BCA8AB-E8F2-4DD2-A10D-D82BF7F41353}" dt="2019-02-19T15:50:55.604" v="6495" actId="20577"/>
          <ac:spMkLst>
            <pc:docMk/>
            <pc:sldMk cId="1394987094" sldId="360"/>
            <ac:spMk id="11" creationId="{F0A7A498-EDA4-4A7E-8CBF-365327F5A5ED}"/>
          </ac:spMkLst>
        </pc:spChg>
        <pc:spChg chg="add mod">
          <ac:chgData name="Choi Jeomki" userId="f1912f8b0928b9f1" providerId="LiveId" clId="{B2BCA8AB-E8F2-4DD2-A10D-D82BF7F41353}" dt="2019-02-19T16:05:13.008" v="6820" actId="465"/>
          <ac:spMkLst>
            <pc:docMk/>
            <pc:sldMk cId="1394987094" sldId="360"/>
            <ac:spMk id="18" creationId="{6260FFFA-3978-46FE-B2B8-CD7C9337B5A6}"/>
          </ac:spMkLst>
        </pc:spChg>
        <pc:spChg chg="mod">
          <ac:chgData name="Choi Jeomki" userId="f1912f8b0928b9f1" providerId="LiveId" clId="{B2BCA8AB-E8F2-4DD2-A10D-D82BF7F41353}" dt="2019-02-19T16:05:16.561" v="6825" actId="20577"/>
          <ac:spMkLst>
            <pc:docMk/>
            <pc:sldMk cId="1394987094" sldId="360"/>
            <ac:spMk id="26" creationId="{B74BC757-41CE-46FD-BA81-29C3B8F42C39}"/>
          </ac:spMkLst>
        </pc:spChg>
        <pc:picChg chg="add mod">
          <ac:chgData name="Choi Jeomki" userId="f1912f8b0928b9f1" providerId="LiveId" clId="{B2BCA8AB-E8F2-4DD2-A10D-D82BF7F41353}" dt="2019-02-19T16:05:38.608" v="6836" actId="208"/>
          <ac:picMkLst>
            <pc:docMk/>
            <pc:sldMk cId="1394987094" sldId="360"/>
            <ac:picMk id="3" creationId="{C4DBDF3B-78FD-4858-9A7D-342F4E281805}"/>
          </ac:picMkLst>
        </pc:picChg>
        <pc:picChg chg="add mod">
          <ac:chgData name="Choi Jeomki" userId="f1912f8b0928b9f1" providerId="LiveId" clId="{B2BCA8AB-E8F2-4DD2-A10D-D82BF7F41353}" dt="2019-02-19T16:05:52.798" v="6856" actId="1036"/>
          <ac:picMkLst>
            <pc:docMk/>
            <pc:sldMk cId="1394987094" sldId="360"/>
            <ac:picMk id="5" creationId="{A0D3CE3D-7364-47FE-B7BD-F73D8058B694}"/>
          </ac:picMkLst>
        </pc:picChg>
        <pc:picChg chg="add mod">
          <ac:chgData name="Choi Jeomki" userId="f1912f8b0928b9f1" providerId="LiveId" clId="{B2BCA8AB-E8F2-4DD2-A10D-D82BF7F41353}" dt="2019-02-19T16:05:43.616" v="6837" actId="555"/>
          <ac:picMkLst>
            <pc:docMk/>
            <pc:sldMk cId="1394987094" sldId="360"/>
            <ac:picMk id="6" creationId="{BFEDE56C-8AB8-4F86-9E62-95790F785DA3}"/>
          </ac:picMkLst>
        </pc:picChg>
        <pc:picChg chg="add del mod">
          <ac:chgData name="Choi Jeomki" userId="f1912f8b0928b9f1" providerId="LiveId" clId="{B2BCA8AB-E8F2-4DD2-A10D-D82BF7F41353}" dt="2019-02-19T16:03:29.516" v="6779" actId="478"/>
          <ac:picMkLst>
            <pc:docMk/>
            <pc:sldMk cId="1394987094" sldId="360"/>
            <ac:picMk id="7" creationId="{1966B377-F457-4FA9-8B9F-DB556F3BFBE7}"/>
          </ac:picMkLst>
        </pc:picChg>
        <pc:picChg chg="add mod">
          <ac:chgData name="Choi Jeomki" userId="f1912f8b0928b9f1" providerId="LiveId" clId="{B2BCA8AB-E8F2-4DD2-A10D-D82BF7F41353}" dt="2019-02-19T16:05:38.608" v="6836" actId="208"/>
          <ac:picMkLst>
            <pc:docMk/>
            <pc:sldMk cId="1394987094" sldId="360"/>
            <ac:picMk id="8" creationId="{3CCE10D1-E8A2-4E52-B116-D969EB82938E}"/>
          </ac:picMkLst>
        </pc:picChg>
        <pc:picChg chg="add mod">
          <ac:chgData name="Choi Jeomki" userId="f1912f8b0928b9f1" providerId="LiveId" clId="{B2BCA8AB-E8F2-4DD2-A10D-D82BF7F41353}" dt="2019-02-19T16:05:38.608" v="6836" actId="208"/>
          <ac:picMkLst>
            <pc:docMk/>
            <pc:sldMk cId="1394987094" sldId="360"/>
            <ac:picMk id="9" creationId="{7EAB316C-9747-4DFF-A5A4-1E4CE542CBD2}"/>
          </ac:picMkLst>
        </pc:picChg>
        <pc:picChg chg="del">
          <ac:chgData name="Choi Jeomki" userId="f1912f8b0928b9f1" providerId="LiveId" clId="{B2BCA8AB-E8F2-4DD2-A10D-D82BF7F41353}" dt="2019-02-19T15:51:51.300" v="6498" actId="478"/>
          <ac:picMkLst>
            <pc:docMk/>
            <pc:sldMk cId="1394987094" sldId="360"/>
            <ac:picMk id="12" creationId="{71CE075C-2808-4096-AD1D-EAFB8D1E215E}"/>
          </ac:picMkLst>
        </pc:picChg>
        <pc:picChg chg="del">
          <ac:chgData name="Choi Jeomki" userId="f1912f8b0928b9f1" providerId="LiveId" clId="{B2BCA8AB-E8F2-4DD2-A10D-D82BF7F41353}" dt="2019-02-19T15:52:16.981" v="6501" actId="478"/>
          <ac:picMkLst>
            <pc:docMk/>
            <pc:sldMk cId="1394987094" sldId="360"/>
            <ac:picMk id="13" creationId="{40EAFE08-517B-4D6F-A68C-D9E816DD4B61}"/>
          </ac:picMkLst>
        </pc:picChg>
        <pc:picChg chg="del">
          <ac:chgData name="Choi Jeomki" userId="f1912f8b0928b9f1" providerId="LiveId" clId="{B2BCA8AB-E8F2-4DD2-A10D-D82BF7F41353}" dt="2019-02-19T16:04:46.128" v="6806" actId="478"/>
          <ac:picMkLst>
            <pc:docMk/>
            <pc:sldMk cId="1394987094" sldId="360"/>
            <ac:picMk id="15" creationId="{30EDD2C6-49E6-49E8-BCD1-0E1199B6D113}"/>
          </ac:picMkLst>
        </pc:picChg>
        <pc:picChg chg="del">
          <ac:chgData name="Choi Jeomki" userId="f1912f8b0928b9f1" providerId="LiveId" clId="{B2BCA8AB-E8F2-4DD2-A10D-D82BF7F41353}" dt="2019-02-19T16:05:18.481" v="6826" actId="478"/>
          <ac:picMkLst>
            <pc:docMk/>
            <pc:sldMk cId="1394987094" sldId="360"/>
            <ac:picMk id="16" creationId="{E97F8076-2528-4E42-95A7-760E4B7156FE}"/>
          </ac:picMkLst>
        </pc:picChg>
        <pc:picChg chg="del">
          <ac:chgData name="Choi Jeomki" userId="f1912f8b0928b9f1" providerId="LiveId" clId="{B2BCA8AB-E8F2-4DD2-A10D-D82BF7F41353}" dt="2019-02-19T15:58:32.348" v="6766" actId="478"/>
          <ac:picMkLst>
            <pc:docMk/>
            <pc:sldMk cId="1394987094" sldId="360"/>
            <ac:picMk id="17" creationId="{D7A87029-B2DE-4CC5-A2B5-9C8C6F0F935B}"/>
          </ac:picMkLst>
        </pc:picChg>
      </pc:sldChg>
      <pc:sldChg chg="addSp delSp modSp add">
        <pc:chgData name="Choi Jeomki" userId="f1912f8b0928b9f1" providerId="LiveId" clId="{B2BCA8AB-E8F2-4DD2-A10D-D82BF7F41353}" dt="2019-02-19T16:10:55.119" v="6927" actId="478"/>
        <pc:sldMkLst>
          <pc:docMk/>
          <pc:sldMk cId="2792391999" sldId="361"/>
        </pc:sldMkLst>
        <pc:spChg chg="mod">
          <ac:chgData name="Choi Jeomki" userId="f1912f8b0928b9f1" providerId="LiveId" clId="{B2BCA8AB-E8F2-4DD2-A10D-D82BF7F41353}" dt="2019-02-19T16:10:05.154" v="6911"/>
          <ac:spMkLst>
            <pc:docMk/>
            <pc:sldMk cId="2792391999" sldId="361"/>
            <ac:spMk id="4" creationId="{E420762C-F737-4CC3-B401-D7401ACC34B2}"/>
          </ac:spMkLst>
        </pc:spChg>
        <pc:spChg chg="mod">
          <ac:chgData name="Choi Jeomki" userId="f1912f8b0928b9f1" providerId="LiveId" clId="{B2BCA8AB-E8F2-4DD2-A10D-D82BF7F41353}" dt="2019-02-19T15:51:08.079" v="6496"/>
          <ac:spMkLst>
            <pc:docMk/>
            <pc:sldMk cId="2792391999" sldId="361"/>
            <ac:spMk id="11" creationId="{F0A7A498-EDA4-4A7E-8CBF-365327F5A5ED}"/>
          </ac:spMkLst>
        </pc:spChg>
        <pc:spChg chg="add del mod">
          <ac:chgData name="Choi Jeomki" userId="f1912f8b0928b9f1" providerId="LiveId" clId="{B2BCA8AB-E8F2-4DD2-A10D-D82BF7F41353}" dt="2019-02-19T16:10:55.119" v="6927" actId="478"/>
          <ac:spMkLst>
            <pc:docMk/>
            <pc:sldMk cId="2792391999" sldId="361"/>
            <ac:spMk id="22" creationId="{837EA211-88C2-494D-BEE8-098727F36FBA}"/>
          </ac:spMkLst>
        </pc:spChg>
        <pc:spChg chg="mod">
          <ac:chgData name="Choi Jeomki" userId="f1912f8b0928b9f1" providerId="LiveId" clId="{B2BCA8AB-E8F2-4DD2-A10D-D82BF7F41353}" dt="2019-02-19T16:10:37.577" v="6925" actId="20577"/>
          <ac:spMkLst>
            <pc:docMk/>
            <pc:sldMk cId="2792391999" sldId="361"/>
            <ac:spMk id="26" creationId="{B74BC757-41CE-46FD-BA81-29C3B8F42C39}"/>
          </ac:spMkLst>
        </pc:spChg>
        <pc:picChg chg="del mod">
          <ac:chgData name="Choi Jeomki" userId="f1912f8b0928b9f1" providerId="LiveId" clId="{B2BCA8AB-E8F2-4DD2-A10D-D82BF7F41353}" dt="2019-02-19T16:09:02.648" v="6885" actId="478"/>
          <ac:picMkLst>
            <pc:docMk/>
            <pc:sldMk cId="2792391999" sldId="361"/>
            <ac:picMk id="3" creationId="{DB996562-6A34-4A1C-84EA-38C1B7556CCC}"/>
          </ac:picMkLst>
        </pc:picChg>
        <pc:picChg chg="add del mod">
          <ac:chgData name="Choi Jeomki" userId="f1912f8b0928b9f1" providerId="LiveId" clId="{B2BCA8AB-E8F2-4DD2-A10D-D82BF7F41353}" dt="2019-02-19T16:09:01.380" v="6884"/>
          <ac:picMkLst>
            <pc:docMk/>
            <pc:sldMk cId="2792391999" sldId="361"/>
            <ac:picMk id="5" creationId="{FCB13EAE-C83D-4789-82D2-64145C1E65B1}"/>
          </ac:picMkLst>
        </pc:picChg>
        <pc:picChg chg="add del mod">
          <ac:chgData name="Choi Jeomki" userId="f1912f8b0928b9f1" providerId="LiveId" clId="{B2BCA8AB-E8F2-4DD2-A10D-D82BF7F41353}" dt="2019-02-19T16:09:13.795" v="6890"/>
          <ac:picMkLst>
            <pc:docMk/>
            <pc:sldMk cId="2792391999" sldId="361"/>
            <ac:picMk id="6" creationId="{41913238-D8E8-4698-B66C-49D2E1426A06}"/>
          </ac:picMkLst>
        </pc:picChg>
        <pc:picChg chg="del">
          <ac:chgData name="Choi Jeomki" userId="f1912f8b0928b9f1" providerId="LiveId" clId="{B2BCA8AB-E8F2-4DD2-A10D-D82BF7F41353}" dt="2019-02-19T16:08:03.997" v="6865" actId="478"/>
          <ac:picMkLst>
            <pc:docMk/>
            <pc:sldMk cId="2792391999" sldId="361"/>
            <ac:picMk id="7" creationId="{E16CDFF1-7A35-464C-8141-27A6A962E038}"/>
          </ac:picMkLst>
        </pc:picChg>
        <pc:picChg chg="add del mod">
          <ac:chgData name="Choi Jeomki" userId="f1912f8b0928b9f1" providerId="LiveId" clId="{B2BCA8AB-E8F2-4DD2-A10D-D82BF7F41353}" dt="2019-02-19T16:09:23.376" v="6896"/>
          <ac:picMkLst>
            <pc:docMk/>
            <pc:sldMk cId="2792391999" sldId="361"/>
            <ac:picMk id="8" creationId="{8B89301A-5BBC-4BA5-8DDF-603C61B38543}"/>
          </ac:picMkLst>
        </pc:picChg>
        <pc:picChg chg="add mod">
          <ac:chgData name="Choi Jeomki" userId="f1912f8b0928b9f1" providerId="LiveId" clId="{B2BCA8AB-E8F2-4DD2-A10D-D82BF7F41353}" dt="2019-02-19T16:09:31.881" v="6901" actId="555"/>
          <ac:picMkLst>
            <pc:docMk/>
            <pc:sldMk cId="2792391999" sldId="361"/>
            <ac:picMk id="9" creationId="{32CDDEDB-429D-4D6A-987C-4CF34EE591DC}"/>
          </ac:picMkLst>
        </pc:picChg>
        <pc:picChg chg="add mod modCrop">
          <ac:chgData name="Choi Jeomki" userId="f1912f8b0928b9f1" providerId="LiveId" clId="{B2BCA8AB-E8F2-4DD2-A10D-D82BF7F41353}" dt="2019-02-19T16:10:34.135" v="6923" actId="1076"/>
          <ac:picMkLst>
            <pc:docMk/>
            <pc:sldMk cId="2792391999" sldId="361"/>
            <ac:picMk id="10" creationId="{48C49927-996B-4B38-9503-B3E7270C809A}"/>
          </ac:picMkLst>
        </pc:picChg>
        <pc:picChg chg="del mod">
          <ac:chgData name="Choi Jeomki" userId="f1912f8b0928b9f1" providerId="LiveId" clId="{B2BCA8AB-E8F2-4DD2-A10D-D82BF7F41353}" dt="2019-02-19T16:09:15.184" v="6891" actId="478"/>
          <ac:picMkLst>
            <pc:docMk/>
            <pc:sldMk cId="2792391999" sldId="361"/>
            <ac:picMk id="17" creationId="{122102EF-EA90-490D-B55F-9E6C3DF4E46B}"/>
          </ac:picMkLst>
        </pc:picChg>
        <pc:picChg chg="del mod">
          <ac:chgData name="Choi Jeomki" userId="f1912f8b0928b9f1" providerId="LiveId" clId="{B2BCA8AB-E8F2-4DD2-A10D-D82BF7F41353}" dt="2019-02-19T16:09:24.961" v="6897" actId="478"/>
          <ac:picMkLst>
            <pc:docMk/>
            <pc:sldMk cId="2792391999" sldId="361"/>
            <ac:picMk id="18" creationId="{F4848144-4811-4DC8-B0C7-4CB0B0462531}"/>
          </ac:picMkLst>
        </pc:picChg>
        <pc:picChg chg="del mod">
          <ac:chgData name="Choi Jeomki" userId="f1912f8b0928b9f1" providerId="LiveId" clId="{B2BCA8AB-E8F2-4DD2-A10D-D82BF7F41353}" dt="2019-02-19T16:09:37.365" v="6903" actId="478"/>
          <ac:picMkLst>
            <pc:docMk/>
            <pc:sldMk cId="2792391999" sldId="361"/>
            <ac:picMk id="19" creationId="{9B6A5479-E56D-4D9F-825C-581F25CA9CDC}"/>
          </ac:picMkLst>
        </pc:picChg>
        <pc:picChg chg="del">
          <ac:chgData name="Choi Jeomki" userId="f1912f8b0928b9f1" providerId="LiveId" clId="{B2BCA8AB-E8F2-4DD2-A10D-D82BF7F41353}" dt="2019-02-19T16:08:03.997" v="6865" actId="478"/>
          <ac:picMkLst>
            <pc:docMk/>
            <pc:sldMk cId="2792391999" sldId="361"/>
            <ac:picMk id="20" creationId="{D18367AD-DFB4-4EFC-8E6F-E67E48A6AB2C}"/>
          </ac:picMkLst>
        </pc:picChg>
        <pc:picChg chg="add mod modCrop">
          <ac:chgData name="Choi Jeomki" userId="f1912f8b0928b9f1" providerId="LiveId" clId="{B2BCA8AB-E8F2-4DD2-A10D-D82BF7F41353}" dt="2019-02-19T16:10:40.374" v="6926" actId="1076"/>
          <ac:picMkLst>
            <pc:docMk/>
            <pc:sldMk cId="2792391999" sldId="361"/>
            <ac:picMk id="21" creationId="{D4C5890F-366A-4B46-8B44-8A25A0005E05}"/>
          </ac:picMkLst>
        </pc:picChg>
        <pc:picChg chg="add">
          <ac:chgData name="Choi Jeomki" userId="f1912f8b0928b9f1" providerId="LiveId" clId="{B2BCA8AB-E8F2-4DD2-A10D-D82BF7F41353}" dt="2019-02-19T16:09:04.206" v="6886"/>
          <ac:picMkLst>
            <pc:docMk/>
            <pc:sldMk cId="2792391999" sldId="361"/>
            <ac:picMk id="23" creationId="{CBD06813-D14F-422C-AEEE-3793E8F6AFA0}"/>
          </ac:picMkLst>
        </pc:picChg>
        <pc:picChg chg="add">
          <ac:chgData name="Choi Jeomki" userId="f1912f8b0928b9f1" providerId="LiveId" clId="{B2BCA8AB-E8F2-4DD2-A10D-D82BF7F41353}" dt="2019-02-19T16:09:15.455" v="6892"/>
          <ac:picMkLst>
            <pc:docMk/>
            <pc:sldMk cId="2792391999" sldId="361"/>
            <ac:picMk id="24" creationId="{C896212E-5AEA-45B0-80FD-0E6418B7AB1A}"/>
          </ac:picMkLst>
        </pc:picChg>
        <pc:picChg chg="add">
          <ac:chgData name="Choi Jeomki" userId="f1912f8b0928b9f1" providerId="LiveId" clId="{B2BCA8AB-E8F2-4DD2-A10D-D82BF7F41353}" dt="2019-02-19T16:09:25.330" v="6898"/>
          <ac:picMkLst>
            <pc:docMk/>
            <pc:sldMk cId="2792391999" sldId="361"/>
            <ac:picMk id="25" creationId="{E321016A-52C6-4EF7-AD86-A0A84E7CF279}"/>
          </ac:picMkLst>
        </pc:picChg>
      </pc:sldChg>
      <pc:sldChg chg="addSp delSp modSp add">
        <pc:chgData name="Choi Jeomki" userId="f1912f8b0928b9f1" providerId="LiveId" clId="{B2BCA8AB-E8F2-4DD2-A10D-D82BF7F41353}" dt="2019-02-19T20:00:11.606" v="7103"/>
        <pc:sldMkLst>
          <pc:docMk/>
          <pc:sldMk cId="2295789573" sldId="362"/>
        </pc:sldMkLst>
        <pc:spChg chg="mod">
          <ac:chgData name="Choi Jeomki" userId="f1912f8b0928b9f1" providerId="LiveId" clId="{B2BCA8AB-E8F2-4DD2-A10D-D82BF7F41353}" dt="2019-02-19T16:11:25.800" v="6934"/>
          <ac:spMkLst>
            <pc:docMk/>
            <pc:sldMk cId="2295789573" sldId="362"/>
            <ac:spMk id="2" creationId="{00000000-0000-0000-0000-000000000000}"/>
          </ac:spMkLst>
        </pc:spChg>
        <pc:spChg chg="mod">
          <ac:chgData name="Choi Jeomki" userId="f1912f8b0928b9f1" providerId="LiveId" clId="{B2BCA8AB-E8F2-4DD2-A10D-D82BF7F41353}" dt="2019-02-19T15:51:14.724" v="6497"/>
          <ac:spMkLst>
            <pc:docMk/>
            <pc:sldMk cId="2295789573" sldId="362"/>
            <ac:spMk id="3" creationId="{00000000-0000-0000-0000-000000000000}"/>
          </ac:spMkLst>
        </pc:spChg>
        <pc:spChg chg="mod">
          <ac:chgData name="Choi Jeomki" userId="f1912f8b0928b9f1" providerId="LiveId" clId="{B2BCA8AB-E8F2-4DD2-A10D-D82BF7F41353}" dt="2019-02-19T19:46:00.318" v="6939"/>
          <ac:spMkLst>
            <pc:docMk/>
            <pc:sldMk cId="2295789573" sldId="362"/>
            <ac:spMk id="4" creationId="{E420762C-F737-4CC3-B401-D7401ACC34B2}"/>
          </ac:spMkLst>
        </pc:spChg>
        <pc:spChg chg="mod">
          <ac:chgData name="Choi Jeomki" userId="f1912f8b0928b9f1" providerId="LiveId" clId="{B2BCA8AB-E8F2-4DD2-A10D-D82BF7F41353}" dt="2019-02-19T20:00:11.606" v="7103"/>
          <ac:spMkLst>
            <pc:docMk/>
            <pc:sldMk cId="2295789573" sldId="362"/>
            <ac:spMk id="8" creationId="{A0BC577A-194C-436D-AD49-B1ED095FA7D9}"/>
          </ac:spMkLst>
        </pc:spChg>
        <pc:picChg chg="del">
          <ac:chgData name="Choi Jeomki" userId="f1912f8b0928b9f1" providerId="LiveId" clId="{B2BCA8AB-E8F2-4DD2-A10D-D82BF7F41353}" dt="2019-02-19T19:47:07.050" v="6951" actId="478"/>
          <ac:picMkLst>
            <pc:docMk/>
            <pc:sldMk cId="2295789573" sldId="362"/>
            <ac:picMk id="5" creationId="{E19105DC-D661-4C84-9B27-609C62E460A2}"/>
          </ac:picMkLst>
        </pc:picChg>
        <pc:picChg chg="add mod">
          <ac:chgData name="Choi Jeomki" userId="f1912f8b0928b9f1" providerId="LiveId" clId="{B2BCA8AB-E8F2-4DD2-A10D-D82BF7F41353}" dt="2019-02-19T19:48:51.748" v="6976" actId="208"/>
          <ac:picMkLst>
            <pc:docMk/>
            <pc:sldMk cId="2295789573" sldId="362"/>
            <ac:picMk id="6" creationId="{8D6DB390-6465-4B3F-8D0D-636C75A8EF17}"/>
          </ac:picMkLst>
        </pc:picChg>
        <pc:picChg chg="del">
          <ac:chgData name="Choi Jeomki" userId="f1912f8b0928b9f1" providerId="LiveId" clId="{B2BCA8AB-E8F2-4DD2-A10D-D82BF7F41353}" dt="2019-02-19T19:46:17.489" v="6940" actId="478"/>
          <ac:picMkLst>
            <pc:docMk/>
            <pc:sldMk cId="2295789573" sldId="362"/>
            <ac:picMk id="7" creationId="{DED0A6AF-0B1E-40B1-8344-C83145B9FE5E}"/>
          </ac:picMkLst>
        </pc:picChg>
        <pc:picChg chg="add mod">
          <ac:chgData name="Choi Jeomki" userId="f1912f8b0928b9f1" providerId="LiveId" clId="{B2BCA8AB-E8F2-4DD2-A10D-D82BF7F41353}" dt="2019-02-19T19:48:56.315" v="6977" actId="14100"/>
          <ac:picMkLst>
            <pc:docMk/>
            <pc:sldMk cId="2295789573" sldId="362"/>
            <ac:picMk id="9" creationId="{60DA820F-1B41-4437-B027-09EFBB4FF8EB}"/>
          </ac:picMkLst>
        </pc:picChg>
        <pc:picChg chg="del">
          <ac:chgData name="Choi Jeomki" userId="f1912f8b0928b9f1" providerId="LiveId" clId="{B2BCA8AB-E8F2-4DD2-A10D-D82BF7F41353}" dt="2019-02-19T19:47:32.601" v="6957" actId="478"/>
          <ac:picMkLst>
            <pc:docMk/>
            <pc:sldMk cId="2295789573" sldId="362"/>
            <ac:picMk id="10" creationId="{ECB29026-D9A8-4559-8CC9-4FF1E7FD6541}"/>
          </ac:picMkLst>
        </pc:picChg>
        <pc:picChg chg="add mod">
          <ac:chgData name="Choi Jeomki" userId="f1912f8b0928b9f1" providerId="LiveId" clId="{B2BCA8AB-E8F2-4DD2-A10D-D82BF7F41353}" dt="2019-02-19T19:48:51.748" v="6976" actId="208"/>
          <ac:picMkLst>
            <pc:docMk/>
            <pc:sldMk cId="2295789573" sldId="362"/>
            <ac:picMk id="11" creationId="{CE8BF414-39E8-4C9C-83FC-914DE2C163B1}"/>
          </ac:picMkLst>
        </pc:picChg>
      </pc:sldChg>
    </pc:docChg>
  </pc:docChgLst>
  <pc:docChgLst>
    <pc:chgData name="Choi Jeomki" userId="f1912f8b0928b9f1" providerId="LiveId" clId="{315BBA2E-6CC4-4D29-B740-1062B65A74E6}"/>
    <pc:docChg chg="undo redo custSel addSld delSld modSld sldOrd">
      <pc:chgData name="Choi Jeomki" userId="f1912f8b0928b9f1" providerId="LiveId" clId="{315BBA2E-6CC4-4D29-B740-1062B65A74E6}" dt="2019-02-18T16:49:11.523" v="18842" actId="2696"/>
      <pc:docMkLst>
        <pc:docMk/>
      </pc:docMkLst>
      <pc:sldChg chg="addSp delSp modSp">
        <pc:chgData name="Choi Jeomki" userId="f1912f8b0928b9f1" providerId="LiveId" clId="{315BBA2E-6CC4-4D29-B740-1062B65A74E6}" dt="2019-02-18T08:23:37.032" v="7574" actId="5793"/>
        <pc:sldMkLst>
          <pc:docMk/>
          <pc:sldMk cId="3091683995" sldId="301"/>
        </pc:sldMkLst>
        <pc:spChg chg="mod">
          <ac:chgData name="Choi Jeomki" userId="f1912f8b0928b9f1" providerId="LiveId" clId="{315BBA2E-6CC4-4D29-B740-1062B65A74E6}" dt="2019-02-18T07:35:47.805" v="3476" actId="20577"/>
          <ac:spMkLst>
            <pc:docMk/>
            <pc:sldMk cId="3091683995" sldId="301"/>
            <ac:spMk id="2" creationId="{00000000-0000-0000-0000-000000000000}"/>
          </ac:spMkLst>
        </pc:spChg>
        <pc:spChg chg="mod">
          <ac:chgData name="Choi Jeomki" userId="f1912f8b0928b9f1" providerId="LiveId" clId="{315BBA2E-6CC4-4D29-B740-1062B65A74E6}" dt="2019-02-18T08:23:37.032" v="7574" actId="5793"/>
          <ac:spMkLst>
            <pc:docMk/>
            <pc:sldMk cId="3091683995" sldId="301"/>
            <ac:spMk id="3" creationId="{00000000-0000-0000-0000-000000000000}"/>
          </ac:spMkLst>
        </pc:spChg>
        <pc:spChg chg="mod">
          <ac:chgData name="Choi Jeomki" userId="f1912f8b0928b9f1" providerId="LiveId" clId="{315BBA2E-6CC4-4D29-B740-1062B65A74E6}" dt="2019-02-18T07:49:06.203" v="3983"/>
          <ac:spMkLst>
            <pc:docMk/>
            <pc:sldMk cId="3091683995" sldId="301"/>
            <ac:spMk id="6" creationId="{2DC52E23-0123-4A0C-A59F-00C23FFC92FE}"/>
          </ac:spMkLst>
        </pc:spChg>
        <pc:spChg chg="add del">
          <ac:chgData name="Choi Jeomki" userId="f1912f8b0928b9f1" providerId="LiveId" clId="{315BBA2E-6CC4-4D29-B740-1062B65A74E6}" dt="2019-02-18T07:49:42.220" v="3985"/>
          <ac:spMkLst>
            <pc:docMk/>
            <pc:sldMk cId="3091683995" sldId="301"/>
            <ac:spMk id="9" creationId="{90C8D65D-E0C2-4F7D-BAE1-964B36F31DD7}"/>
          </ac:spMkLst>
        </pc:spChg>
        <pc:spChg chg="add del">
          <ac:chgData name="Choi Jeomki" userId="f1912f8b0928b9f1" providerId="LiveId" clId="{315BBA2E-6CC4-4D29-B740-1062B65A74E6}" dt="2019-02-18T07:49:42.220" v="3985"/>
          <ac:spMkLst>
            <pc:docMk/>
            <pc:sldMk cId="3091683995" sldId="301"/>
            <ac:spMk id="10" creationId="{8BB290F8-6580-40AA-A03B-2AC888ECDCBF}"/>
          </ac:spMkLst>
        </pc:spChg>
        <pc:spChg chg="add del">
          <ac:chgData name="Choi Jeomki" userId="f1912f8b0928b9f1" providerId="LiveId" clId="{315BBA2E-6CC4-4D29-B740-1062B65A74E6}" dt="2019-02-18T07:49:42.220" v="3985"/>
          <ac:spMkLst>
            <pc:docMk/>
            <pc:sldMk cId="3091683995" sldId="301"/>
            <ac:spMk id="11" creationId="{B7C3D38B-61AE-4B1C-8575-D783BC3C6F16}"/>
          </ac:spMkLst>
        </pc:spChg>
        <pc:spChg chg="add del">
          <ac:chgData name="Choi Jeomki" userId="f1912f8b0928b9f1" providerId="LiveId" clId="{315BBA2E-6CC4-4D29-B740-1062B65A74E6}" dt="2019-02-18T07:49:42.220" v="3985"/>
          <ac:spMkLst>
            <pc:docMk/>
            <pc:sldMk cId="3091683995" sldId="301"/>
            <ac:spMk id="13" creationId="{BDF74506-C127-4FB8-AE36-A81224422F4C}"/>
          </ac:spMkLst>
        </pc:spChg>
        <pc:spChg chg="add del">
          <ac:chgData name="Choi Jeomki" userId="f1912f8b0928b9f1" providerId="LiveId" clId="{315BBA2E-6CC4-4D29-B740-1062B65A74E6}" dt="2019-02-18T07:49:42.220" v="3985"/>
          <ac:spMkLst>
            <pc:docMk/>
            <pc:sldMk cId="3091683995" sldId="301"/>
            <ac:spMk id="14" creationId="{466E83DE-1A60-4533-AA42-14506B73DCFF}"/>
          </ac:spMkLst>
        </pc:spChg>
        <pc:spChg chg="add del">
          <ac:chgData name="Choi Jeomki" userId="f1912f8b0928b9f1" providerId="LiveId" clId="{315BBA2E-6CC4-4D29-B740-1062B65A74E6}" dt="2019-02-18T07:49:42.220" v="3985"/>
          <ac:spMkLst>
            <pc:docMk/>
            <pc:sldMk cId="3091683995" sldId="301"/>
            <ac:spMk id="15" creationId="{034D1D2B-D793-4EE4-98D7-86EC9B2108F6}"/>
          </ac:spMkLst>
        </pc:spChg>
        <pc:spChg chg="add del">
          <ac:chgData name="Choi Jeomki" userId="f1912f8b0928b9f1" providerId="LiveId" clId="{315BBA2E-6CC4-4D29-B740-1062B65A74E6}" dt="2019-02-18T07:49:42.220" v="3985"/>
          <ac:spMkLst>
            <pc:docMk/>
            <pc:sldMk cId="3091683995" sldId="301"/>
            <ac:spMk id="18" creationId="{DAE19195-8C5C-46BB-B889-F524B7EEA086}"/>
          </ac:spMkLst>
        </pc:spChg>
        <pc:spChg chg="add del">
          <ac:chgData name="Choi Jeomki" userId="f1912f8b0928b9f1" providerId="LiveId" clId="{315BBA2E-6CC4-4D29-B740-1062B65A74E6}" dt="2019-02-18T07:49:42.220" v="3985"/>
          <ac:spMkLst>
            <pc:docMk/>
            <pc:sldMk cId="3091683995" sldId="301"/>
            <ac:spMk id="19" creationId="{2D666F52-D2C8-49DE-85AE-20B3756D5BDD}"/>
          </ac:spMkLst>
        </pc:spChg>
        <pc:spChg chg="add del">
          <ac:chgData name="Choi Jeomki" userId="f1912f8b0928b9f1" providerId="LiveId" clId="{315BBA2E-6CC4-4D29-B740-1062B65A74E6}" dt="2019-02-18T07:49:42.220" v="3985"/>
          <ac:spMkLst>
            <pc:docMk/>
            <pc:sldMk cId="3091683995" sldId="301"/>
            <ac:spMk id="20" creationId="{847929C2-80F3-4D9D-90CA-43814D5F8C17}"/>
          </ac:spMkLst>
        </pc:spChg>
        <pc:spChg chg="add del">
          <ac:chgData name="Choi Jeomki" userId="f1912f8b0928b9f1" providerId="LiveId" clId="{315BBA2E-6CC4-4D29-B740-1062B65A74E6}" dt="2019-02-18T07:49:42.220" v="3985"/>
          <ac:spMkLst>
            <pc:docMk/>
            <pc:sldMk cId="3091683995" sldId="301"/>
            <ac:spMk id="21" creationId="{546F7DAE-46DB-4F6D-8B2C-47B8EF710B39}"/>
          </ac:spMkLst>
        </pc:spChg>
        <pc:spChg chg="add del">
          <ac:chgData name="Choi Jeomki" userId="f1912f8b0928b9f1" providerId="LiveId" clId="{315BBA2E-6CC4-4D29-B740-1062B65A74E6}" dt="2019-02-18T07:49:42.220" v="3985"/>
          <ac:spMkLst>
            <pc:docMk/>
            <pc:sldMk cId="3091683995" sldId="301"/>
            <ac:spMk id="22" creationId="{65AC2E1E-D5E1-4DE1-8D3B-AB2B2C41C010}"/>
          </ac:spMkLst>
        </pc:spChg>
        <pc:spChg chg="add del">
          <ac:chgData name="Choi Jeomki" userId="f1912f8b0928b9f1" providerId="LiveId" clId="{315BBA2E-6CC4-4D29-B740-1062B65A74E6}" dt="2019-02-18T07:49:42.220" v="3985"/>
          <ac:spMkLst>
            <pc:docMk/>
            <pc:sldMk cId="3091683995" sldId="301"/>
            <ac:spMk id="23" creationId="{8475B84F-8497-4523-8121-5302B851ECA6}"/>
          </ac:spMkLst>
        </pc:spChg>
        <pc:spChg chg="add del">
          <ac:chgData name="Choi Jeomki" userId="f1912f8b0928b9f1" providerId="LiveId" clId="{315BBA2E-6CC4-4D29-B740-1062B65A74E6}" dt="2019-02-18T07:49:42.220" v="3985"/>
          <ac:spMkLst>
            <pc:docMk/>
            <pc:sldMk cId="3091683995" sldId="301"/>
            <ac:spMk id="24" creationId="{879524C5-CB4A-497E-A84A-7E332C46B1E9}"/>
          </ac:spMkLst>
        </pc:spChg>
        <pc:spChg chg="add del">
          <ac:chgData name="Choi Jeomki" userId="f1912f8b0928b9f1" providerId="LiveId" clId="{315BBA2E-6CC4-4D29-B740-1062B65A74E6}" dt="2019-02-18T07:49:42.220" v="3985"/>
          <ac:spMkLst>
            <pc:docMk/>
            <pc:sldMk cId="3091683995" sldId="301"/>
            <ac:spMk id="25" creationId="{AB93C084-0D1D-4978-B23D-240F2E80B937}"/>
          </ac:spMkLst>
        </pc:spChg>
        <pc:spChg chg="add del">
          <ac:chgData name="Choi Jeomki" userId="f1912f8b0928b9f1" providerId="LiveId" clId="{315BBA2E-6CC4-4D29-B740-1062B65A74E6}" dt="2019-02-18T07:49:42.220" v="3985"/>
          <ac:spMkLst>
            <pc:docMk/>
            <pc:sldMk cId="3091683995" sldId="301"/>
            <ac:spMk id="26" creationId="{6B40D5F9-69FA-46A9-A0A6-672231F2226E}"/>
          </ac:spMkLst>
        </pc:spChg>
        <pc:spChg chg="add del">
          <ac:chgData name="Choi Jeomki" userId="f1912f8b0928b9f1" providerId="LiveId" clId="{315BBA2E-6CC4-4D29-B740-1062B65A74E6}" dt="2019-02-18T07:49:42.220" v="3985"/>
          <ac:spMkLst>
            <pc:docMk/>
            <pc:sldMk cId="3091683995" sldId="301"/>
            <ac:spMk id="27" creationId="{0C68E79B-84D0-4F79-976A-D33481DF3334}"/>
          </ac:spMkLst>
        </pc:spChg>
        <pc:spChg chg="add del">
          <ac:chgData name="Choi Jeomki" userId="f1912f8b0928b9f1" providerId="LiveId" clId="{315BBA2E-6CC4-4D29-B740-1062B65A74E6}" dt="2019-02-18T07:49:42.220" v="3985"/>
          <ac:spMkLst>
            <pc:docMk/>
            <pc:sldMk cId="3091683995" sldId="301"/>
            <ac:spMk id="28" creationId="{34F197C0-29CD-4403-B582-2FFD42FD0E4D}"/>
          </ac:spMkLst>
        </pc:spChg>
        <pc:spChg chg="add del mod">
          <ac:chgData name="Choi Jeomki" userId="f1912f8b0928b9f1" providerId="LiveId" clId="{315BBA2E-6CC4-4D29-B740-1062B65A74E6}" dt="2019-02-18T07:51:09.202" v="4029" actId="478"/>
          <ac:spMkLst>
            <pc:docMk/>
            <pc:sldMk cId="3091683995" sldId="301"/>
            <ac:spMk id="29" creationId="{CAD65DF0-831E-4057-98BB-76DED609EA94}"/>
          </ac:spMkLst>
        </pc:spChg>
        <pc:spChg chg="add mod">
          <ac:chgData name="Choi Jeomki" userId="f1912f8b0928b9f1" providerId="LiveId" clId="{315BBA2E-6CC4-4D29-B740-1062B65A74E6}" dt="2019-02-18T08:10:57.425" v="7111" actId="1038"/>
          <ac:spMkLst>
            <pc:docMk/>
            <pc:sldMk cId="3091683995" sldId="301"/>
            <ac:spMk id="30" creationId="{EC1BD01B-3E20-40BC-B80B-6B56D2457012}"/>
          </ac:spMkLst>
        </pc:spChg>
        <pc:spChg chg="add mod">
          <ac:chgData name="Choi Jeomki" userId="f1912f8b0928b9f1" providerId="LiveId" clId="{315BBA2E-6CC4-4D29-B740-1062B65A74E6}" dt="2019-02-18T08:10:57.425" v="7111" actId="1038"/>
          <ac:spMkLst>
            <pc:docMk/>
            <pc:sldMk cId="3091683995" sldId="301"/>
            <ac:spMk id="31" creationId="{AF8F4F65-6788-443D-8E01-F094C74E225E}"/>
          </ac:spMkLst>
        </pc:spChg>
        <pc:spChg chg="add mod">
          <ac:chgData name="Choi Jeomki" userId="f1912f8b0928b9f1" providerId="LiveId" clId="{315BBA2E-6CC4-4D29-B740-1062B65A74E6}" dt="2019-02-18T08:10:57.425" v="7111" actId="1038"/>
          <ac:spMkLst>
            <pc:docMk/>
            <pc:sldMk cId="3091683995" sldId="301"/>
            <ac:spMk id="33" creationId="{048A3A4E-1D75-430B-A140-B61422A81F1E}"/>
          </ac:spMkLst>
        </pc:spChg>
        <pc:spChg chg="add mod">
          <ac:chgData name="Choi Jeomki" userId="f1912f8b0928b9f1" providerId="LiveId" clId="{315BBA2E-6CC4-4D29-B740-1062B65A74E6}" dt="2019-02-18T08:10:57.425" v="7111" actId="1038"/>
          <ac:spMkLst>
            <pc:docMk/>
            <pc:sldMk cId="3091683995" sldId="301"/>
            <ac:spMk id="34" creationId="{03FAF353-51E3-49B7-BE18-D3D90B0227F7}"/>
          </ac:spMkLst>
        </pc:spChg>
        <pc:spChg chg="add mod">
          <ac:chgData name="Choi Jeomki" userId="f1912f8b0928b9f1" providerId="LiveId" clId="{315BBA2E-6CC4-4D29-B740-1062B65A74E6}" dt="2019-02-18T08:10:57.425" v="7111" actId="1038"/>
          <ac:spMkLst>
            <pc:docMk/>
            <pc:sldMk cId="3091683995" sldId="301"/>
            <ac:spMk id="35" creationId="{F899C42A-B60B-4CB8-A453-90E69818D997}"/>
          </ac:spMkLst>
        </pc:spChg>
        <pc:spChg chg="add mod">
          <ac:chgData name="Choi Jeomki" userId="f1912f8b0928b9f1" providerId="LiveId" clId="{315BBA2E-6CC4-4D29-B740-1062B65A74E6}" dt="2019-02-18T08:10:57.425" v="7111" actId="1038"/>
          <ac:spMkLst>
            <pc:docMk/>
            <pc:sldMk cId="3091683995" sldId="301"/>
            <ac:spMk id="38" creationId="{8CEDA4A8-C3B6-43AE-A6AC-63E21ACE1EC3}"/>
          </ac:spMkLst>
        </pc:spChg>
        <pc:spChg chg="add del mod">
          <ac:chgData name="Choi Jeomki" userId="f1912f8b0928b9f1" providerId="LiveId" clId="{315BBA2E-6CC4-4D29-B740-1062B65A74E6}" dt="2019-02-18T07:50:51.331" v="4027" actId="478"/>
          <ac:spMkLst>
            <pc:docMk/>
            <pc:sldMk cId="3091683995" sldId="301"/>
            <ac:spMk id="39" creationId="{204B0015-BF5B-412E-9655-2B00921BF25F}"/>
          </ac:spMkLst>
        </pc:spChg>
        <pc:spChg chg="add mod">
          <ac:chgData name="Choi Jeomki" userId="f1912f8b0928b9f1" providerId="LiveId" clId="{315BBA2E-6CC4-4D29-B740-1062B65A74E6}" dt="2019-02-18T08:10:41.389" v="7104" actId="164"/>
          <ac:spMkLst>
            <pc:docMk/>
            <pc:sldMk cId="3091683995" sldId="301"/>
            <ac:spMk id="40" creationId="{BC914AB2-3400-4A43-A456-AF7E2601A1B5}"/>
          </ac:spMkLst>
        </pc:spChg>
        <pc:spChg chg="add mod">
          <ac:chgData name="Choi Jeomki" userId="f1912f8b0928b9f1" providerId="LiveId" clId="{315BBA2E-6CC4-4D29-B740-1062B65A74E6}" dt="2019-02-18T08:10:41.389" v="7104" actId="164"/>
          <ac:spMkLst>
            <pc:docMk/>
            <pc:sldMk cId="3091683995" sldId="301"/>
            <ac:spMk id="41" creationId="{6825EEDB-D314-4349-BBD6-03ECE199681F}"/>
          </ac:spMkLst>
        </pc:spChg>
        <pc:spChg chg="add mod">
          <ac:chgData name="Choi Jeomki" userId="f1912f8b0928b9f1" providerId="LiveId" clId="{315BBA2E-6CC4-4D29-B740-1062B65A74E6}" dt="2019-02-18T08:10:41.389" v="7104" actId="164"/>
          <ac:spMkLst>
            <pc:docMk/>
            <pc:sldMk cId="3091683995" sldId="301"/>
            <ac:spMk id="42" creationId="{5D3F8089-CEE5-4CC2-942A-2E856D71EEB8}"/>
          </ac:spMkLst>
        </pc:spChg>
        <pc:spChg chg="add mod">
          <ac:chgData name="Choi Jeomki" userId="f1912f8b0928b9f1" providerId="LiveId" clId="{315BBA2E-6CC4-4D29-B740-1062B65A74E6}" dt="2019-02-18T08:10:41.389" v="7104" actId="164"/>
          <ac:spMkLst>
            <pc:docMk/>
            <pc:sldMk cId="3091683995" sldId="301"/>
            <ac:spMk id="43" creationId="{35A59A0B-22F1-4A11-AC06-0D3D10FD8ADA}"/>
          </ac:spMkLst>
        </pc:spChg>
        <pc:spChg chg="add mod">
          <ac:chgData name="Choi Jeomki" userId="f1912f8b0928b9f1" providerId="LiveId" clId="{315BBA2E-6CC4-4D29-B740-1062B65A74E6}" dt="2019-02-18T08:18:51.231" v="7326" actId="14100"/>
          <ac:spMkLst>
            <pc:docMk/>
            <pc:sldMk cId="3091683995" sldId="301"/>
            <ac:spMk id="44" creationId="{98EDB9A7-70F1-41B8-BFBA-ED7235EDCDBA}"/>
          </ac:spMkLst>
        </pc:spChg>
        <pc:spChg chg="add mod">
          <ac:chgData name="Choi Jeomki" userId="f1912f8b0928b9f1" providerId="LiveId" clId="{315BBA2E-6CC4-4D29-B740-1062B65A74E6}" dt="2019-02-18T08:18:51.231" v="7326" actId="14100"/>
          <ac:spMkLst>
            <pc:docMk/>
            <pc:sldMk cId="3091683995" sldId="301"/>
            <ac:spMk id="45" creationId="{317E7B35-81BD-4066-9BCC-627AD209253E}"/>
          </ac:spMkLst>
        </pc:spChg>
        <pc:spChg chg="add mod">
          <ac:chgData name="Choi Jeomki" userId="f1912f8b0928b9f1" providerId="LiveId" clId="{315BBA2E-6CC4-4D29-B740-1062B65A74E6}" dt="2019-02-18T08:18:51.231" v="7326" actId="14100"/>
          <ac:spMkLst>
            <pc:docMk/>
            <pc:sldMk cId="3091683995" sldId="301"/>
            <ac:spMk id="46" creationId="{AEA63388-7290-43AD-92F0-2148D6284FDF}"/>
          </ac:spMkLst>
        </pc:spChg>
        <pc:spChg chg="add mod">
          <ac:chgData name="Choi Jeomki" userId="f1912f8b0928b9f1" providerId="LiveId" clId="{315BBA2E-6CC4-4D29-B740-1062B65A74E6}" dt="2019-02-18T08:18:51.231" v="7326" actId="14100"/>
          <ac:spMkLst>
            <pc:docMk/>
            <pc:sldMk cId="3091683995" sldId="301"/>
            <ac:spMk id="47" creationId="{AB8E904A-3FFD-4A65-BBC8-88CA6E27A7D0}"/>
          </ac:spMkLst>
        </pc:spChg>
        <pc:spChg chg="add mod">
          <ac:chgData name="Choi Jeomki" userId="f1912f8b0928b9f1" providerId="LiveId" clId="{315BBA2E-6CC4-4D29-B740-1062B65A74E6}" dt="2019-02-18T08:18:51.231" v="7326" actId="14100"/>
          <ac:spMkLst>
            <pc:docMk/>
            <pc:sldMk cId="3091683995" sldId="301"/>
            <ac:spMk id="48" creationId="{2F40AC3F-5633-4CB0-B21E-7A0E51716FEA}"/>
          </ac:spMkLst>
        </pc:spChg>
        <pc:spChg chg="add mod ord">
          <ac:chgData name="Choi Jeomki" userId="f1912f8b0928b9f1" providerId="LiveId" clId="{315BBA2E-6CC4-4D29-B740-1062B65A74E6}" dt="2019-02-18T08:10:50.469" v="7107" actId="14100"/>
          <ac:spMkLst>
            <pc:docMk/>
            <pc:sldMk cId="3091683995" sldId="301"/>
            <ac:spMk id="49" creationId="{84EFC290-84FF-4FC5-AC27-DAB6CAF7EB6A}"/>
          </ac:spMkLst>
        </pc:spChg>
        <pc:spChg chg="add mod topLvl">
          <ac:chgData name="Choi Jeomki" userId="f1912f8b0928b9f1" providerId="LiveId" clId="{315BBA2E-6CC4-4D29-B740-1062B65A74E6}" dt="2019-02-18T08:20:15.119" v="7372" actId="465"/>
          <ac:spMkLst>
            <pc:docMk/>
            <pc:sldMk cId="3091683995" sldId="301"/>
            <ac:spMk id="50" creationId="{68FFEBA2-65FF-42CF-81CD-6C947A925D7D}"/>
          </ac:spMkLst>
        </pc:spChg>
        <pc:spChg chg="add mod topLvl">
          <ac:chgData name="Choi Jeomki" userId="f1912f8b0928b9f1" providerId="LiveId" clId="{315BBA2E-6CC4-4D29-B740-1062B65A74E6}" dt="2019-02-18T08:20:15.119" v="7372" actId="465"/>
          <ac:spMkLst>
            <pc:docMk/>
            <pc:sldMk cId="3091683995" sldId="301"/>
            <ac:spMk id="51" creationId="{528CAC72-B624-47A5-A828-B1510F0906DA}"/>
          </ac:spMkLst>
        </pc:spChg>
        <pc:spChg chg="add mod topLvl">
          <ac:chgData name="Choi Jeomki" userId="f1912f8b0928b9f1" providerId="LiveId" clId="{315BBA2E-6CC4-4D29-B740-1062B65A74E6}" dt="2019-02-18T08:21:27.422" v="7391" actId="5793"/>
          <ac:spMkLst>
            <pc:docMk/>
            <pc:sldMk cId="3091683995" sldId="301"/>
            <ac:spMk id="52" creationId="{7F9A3159-B26A-4C0A-AD9E-18CE9C4F6C2D}"/>
          </ac:spMkLst>
        </pc:spChg>
        <pc:spChg chg="add mod topLvl">
          <ac:chgData name="Choi Jeomki" userId="f1912f8b0928b9f1" providerId="LiveId" clId="{315BBA2E-6CC4-4D29-B740-1062B65A74E6}" dt="2019-02-18T08:20:15.119" v="7372" actId="465"/>
          <ac:spMkLst>
            <pc:docMk/>
            <pc:sldMk cId="3091683995" sldId="301"/>
            <ac:spMk id="53" creationId="{F48CE33C-F76D-4384-9D6C-20433801C637}"/>
          </ac:spMkLst>
        </pc:spChg>
        <pc:spChg chg="add mod topLvl">
          <ac:chgData name="Choi Jeomki" userId="f1912f8b0928b9f1" providerId="LiveId" clId="{315BBA2E-6CC4-4D29-B740-1062B65A74E6}" dt="2019-02-18T08:20:15.119" v="7372" actId="465"/>
          <ac:spMkLst>
            <pc:docMk/>
            <pc:sldMk cId="3091683995" sldId="301"/>
            <ac:spMk id="54" creationId="{BEB760B7-5B05-4F57-BF59-23498A1F0437}"/>
          </ac:spMkLst>
        </pc:spChg>
        <pc:spChg chg="add mod topLvl">
          <ac:chgData name="Choi Jeomki" userId="f1912f8b0928b9f1" providerId="LiveId" clId="{315BBA2E-6CC4-4D29-B740-1062B65A74E6}" dt="2019-02-18T07:59:22.423" v="4469" actId="165"/>
          <ac:spMkLst>
            <pc:docMk/>
            <pc:sldMk cId="3091683995" sldId="301"/>
            <ac:spMk id="55" creationId="{30720AB3-B159-427D-A528-F5EDDD77CD74}"/>
          </ac:spMkLst>
        </pc:spChg>
        <pc:spChg chg="add mod topLvl">
          <ac:chgData name="Choi Jeomki" userId="f1912f8b0928b9f1" providerId="LiveId" clId="{315BBA2E-6CC4-4D29-B740-1062B65A74E6}" dt="2019-02-18T07:59:22.423" v="4469" actId="165"/>
          <ac:spMkLst>
            <pc:docMk/>
            <pc:sldMk cId="3091683995" sldId="301"/>
            <ac:spMk id="56" creationId="{986D403B-CDC0-45EC-828D-15B4C47BDBBC}"/>
          </ac:spMkLst>
        </pc:spChg>
        <pc:spChg chg="add mod topLvl">
          <ac:chgData name="Choi Jeomki" userId="f1912f8b0928b9f1" providerId="LiveId" clId="{315BBA2E-6CC4-4D29-B740-1062B65A74E6}" dt="2019-02-18T07:59:22.423" v="4469" actId="165"/>
          <ac:spMkLst>
            <pc:docMk/>
            <pc:sldMk cId="3091683995" sldId="301"/>
            <ac:spMk id="57" creationId="{40A8CA31-49BC-46F3-A29E-B5144C773704}"/>
          </ac:spMkLst>
        </pc:spChg>
        <pc:spChg chg="add mod topLvl">
          <ac:chgData name="Choi Jeomki" userId="f1912f8b0928b9f1" providerId="LiveId" clId="{315BBA2E-6CC4-4D29-B740-1062B65A74E6}" dt="2019-02-18T07:59:22.423" v="4469" actId="165"/>
          <ac:spMkLst>
            <pc:docMk/>
            <pc:sldMk cId="3091683995" sldId="301"/>
            <ac:spMk id="58" creationId="{9EB7C5BA-D912-46D1-8C3E-FAC6ABD8D557}"/>
          </ac:spMkLst>
        </pc:spChg>
        <pc:spChg chg="add mod">
          <ac:chgData name="Choi Jeomki" userId="f1912f8b0928b9f1" providerId="LiveId" clId="{315BBA2E-6CC4-4D29-B740-1062B65A74E6}" dt="2019-02-18T08:10:12.247" v="7094" actId="207"/>
          <ac:spMkLst>
            <pc:docMk/>
            <pc:sldMk cId="3091683995" sldId="301"/>
            <ac:spMk id="60" creationId="{DE2133D6-6464-47A0-96CC-EF220A91F669}"/>
          </ac:spMkLst>
        </pc:spChg>
        <pc:spChg chg="add mod">
          <ac:chgData name="Choi Jeomki" userId="f1912f8b0928b9f1" providerId="LiveId" clId="{315BBA2E-6CC4-4D29-B740-1062B65A74E6}" dt="2019-02-18T08:10:12.247" v="7094" actId="207"/>
          <ac:spMkLst>
            <pc:docMk/>
            <pc:sldMk cId="3091683995" sldId="301"/>
            <ac:spMk id="61" creationId="{703C0CA2-D2CE-4019-98A3-37B8E542B15D}"/>
          </ac:spMkLst>
        </pc:spChg>
        <pc:spChg chg="add mod">
          <ac:chgData name="Choi Jeomki" userId="f1912f8b0928b9f1" providerId="LiveId" clId="{315BBA2E-6CC4-4D29-B740-1062B65A74E6}" dt="2019-02-18T08:04:01.885" v="5411" actId="465"/>
          <ac:spMkLst>
            <pc:docMk/>
            <pc:sldMk cId="3091683995" sldId="301"/>
            <ac:spMk id="62" creationId="{E7C900B9-ACF9-4E47-8542-2982DC5C5392}"/>
          </ac:spMkLst>
        </pc:spChg>
        <pc:spChg chg="add mod">
          <ac:chgData name="Choi Jeomki" userId="f1912f8b0928b9f1" providerId="LiveId" clId="{315BBA2E-6CC4-4D29-B740-1062B65A74E6}" dt="2019-02-18T08:04:01.885" v="5411" actId="465"/>
          <ac:spMkLst>
            <pc:docMk/>
            <pc:sldMk cId="3091683995" sldId="301"/>
            <ac:spMk id="63" creationId="{27483BD7-B445-4F16-BDE1-DEE6A8067D0A}"/>
          </ac:spMkLst>
        </pc:spChg>
        <pc:spChg chg="add mod">
          <ac:chgData name="Choi Jeomki" userId="f1912f8b0928b9f1" providerId="LiveId" clId="{315BBA2E-6CC4-4D29-B740-1062B65A74E6}" dt="2019-02-18T08:04:01.885" v="5411" actId="465"/>
          <ac:spMkLst>
            <pc:docMk/>
            <pc:sldMk cId="3091683995" sldId="301"/>
            <ac:spMk id="64" creationId="{75C95CC4-A2AB-478C-8D86-C28069C6ED37}"/>
          </ac:spMkLst>
        </pc:spChg>
        <pc:spChg chg="add mod">
          <ac:chgData name="Choi Jeomki" userId="f1912f8b0928b9f1" providerId="LiveId" clId="{315BBA2E-6CC4-4D29-B740-1062B65A74E6}" dt="2019-02-18T08:04:01.885" v="5411" actId="465"/>
          <ac:spMkLst>
            <pc:docMk/>
            <pc:sldMk cId="3091683995" sldId="301"/>
            <ac:spMk id="65" creationId="{F73EE2E2-BA53-430C-9A4D-E6809DD07FB5}"/>
          </ac:spMkLst>
        </pc:spChg>
        <pc:spChg chg="add mod">
          <ac:chgData name="Choi Jeomki" userId="f1912f8b0928b9f1" providerId="LiveId" clId="{315BBA2E-6CC4-4D29-B740-1062B65A74E6}" dt="2019-02-18T08:04:01.885" v="5411" actId="465"/>
          <ac:spMkLst>
            <pc:docMk/>
            <pc:sldMk cId="3091683995" sldId="301"/>
            <ac:spMk id="66" creationId="{99C63CB4-9EAE-4DE1-9307-05D2F670F06E}"/>
          </ac:spMkLst>
        </pc:spChg>
        <pc:spChg chg="add mod">
          <ac:chgData name="Choi Jeomki" userId="f1912f8b0928b9f1" providerId="LiveId" clId="{315BBA2E-6CC4-4D29-B740-1062B65A74E6}" dt="2019-02-18T08:06:56.713" v="6351" actId="20577"/>
          <ac:spMkLst>
            <pc:docMk/>
            <pc:sldMk cId="3091683995" sldId="301"/>
            <ac:spMk id="67" creationId="{DEF15B4F-86C3-4761-B9C6-AB6358C81B64}"/>
          </ac:spMkLst>
        </pc:spChg>
        <pc:spChg chg="add mod">
          <ac:chgData name="Choi Jeomki" userId="f1912f8b0928b9f1" providerId="LiveId" clId="{315BBA2E-6CC4-4D29-B740-1062B65A74E6}" dt="2019-02-18T08:08:19.346" v="6842" actId="20577"/>
          <ac:spMkLst>
            <pc:docMk/>
            <pc:sldMk cId="3091683995" sldId="301"/>
            <ac:spMk id="68" creationId="{E7A6A536-DC32-4A66-89CF-8BFBFBBEBD50}"/>
          </ac:spMkLst>
        </pc:spChg>
        <pc:spChg chg="add mod">
          <ac:chgData name="Choi Jeomki" userId="f1912f8b0928b9f1" providerId="LiveId" clId="{315BBA2E-6CC4-4D29-B740-1062B65A74E6}" dt="2019-02-18T08:09:24.665" v="7078"/>
          <ac:spMkLst>
            <pc:docMk/>
            <pc:sldMk cId="3091683995" sldId="301"/>
            <ac:spMk id="69" creationId="{89B935AA-7887-494A-A916-C8CB83DD370B}"/>
          </ac:spMkLst>
        </pc:spChg>
        <pc:spChg chg="add mod">
          <ac:chgData name="Choi Jeomki" userId="f1912f8b0928b9f1" providerId="LiveId" clId="{315BBA2E-6CC4-4D29-B740-1062B65A74E6}" dt="2019-02-18T08:06:37.478" v="6310"/>
          <ac:spMkLst>
            <pc:docMk/>
            <pc:sldMk cId="3091683995" sldId="301"/>
            <ac:spMk id="70" creationId="{4489AA2D-3C91-4C92-8878-5669906C3C15}"/>
          </ac:spMkLst>
        </pc:spChg>
        <pc:spChg chg="mod">
          <ac:chgData name="Choi Jeomki" userId="f1912f8b0928b9f1" providerId="LiveId" clId="{315BBA2E-6CC4-4D29-B740-1062B65A74E6}" dt="2019-02-18T08:23:00.140" v="7464"/>
          <ac:spMkLst>
            <pc:docMk/>
            <pc:sldMk cId="3091683995" sldId="301"/>
            <ac:spMk id="82" creationId="{EA2134C0-3722-495B-A5EC-67EA2B1C3DA2}"/>
          </ac:spMkLst>
        </pc:spChg>
        <pc:spChg chg="mod">
          <ac:chgData name="Choi Jeomki" userId="f1912f8b0928b9f1" providerId="LiveId" clId="{315BBA2E-6CC4-4D29-B740-1062B65A74E6}" dt="2019-02-18T08:22:54.644" v="7457"/>
          <ac:spMkLst>
            <pc:docMk/>
            <pc:sldMk cId="3091683995" sldId="301"/>
            <ac:spMk id="85" creationId="{AD5FA6BC-CD16-4A50-B985-5C152D3C835E}"/>
          </ac:spMkLst>
        </pc:spChg>
        <pc:spChg chg="add mod">
          <ac:chgData name="Choi Jeomki" userId="f1912f8b0928b9f1" providerId="LiveId" clId="{315BBA2E-6CC4-4D29-B740-1062B65A74E6}" dt="2019-02-18T08:13:14.142" v="7211" actId="12789"/>
          <ac:spMkLst>
            <pc:docMk/>
            <pc:sldMk cId="3091683995" sldId="301"/>
            <ac:spMk id="101" creationId="{2104C3D0-F685-4791-B797-284CB48DED27}"/>
          </ac:spMkLst>
        </pc:spChg>
        <pc:spChg chg="add del mod">
          <ac:chgData name="Choi Jeomki" userId="f1912f8b0928b9f1" providerId="LiveId" clId="{315BBA2E-6CC4-4D29-B740-1062B65A74E6}" dt="2019-02-18T08:17:07.657" v="7289"/>
          <ac:spMkLst>
            <pc:docMk/>
            <pc:sldMk cId="3091683995" sldId="301"/>
            <ac:spMk id="110" creationId="{B4AE6464-1810-4FFF-9575-87595E5AFC3B}"/>
          </ac:spMkLst>
        </pc:spChg>
        <pc:spChg chg="add mod">
          <ac:chgData name="Choi Jeomki" userId="f1912f8b0928b9f1" providerId="LiveId" clId="{315BBA2E-6CC4-4D29-B740-1062B65A74E6}" dt="2019-02-18T08:18:51.231" v="7326" actId="14100"/>
          <ac:spMkLst>
            <pc:docMk/>
            <pc:sldMk cId="3091683995" sldId="301"/>
            <ac:spMk id="111" creationId="{8BAD50CF-5B86-4673-A67C-2D1B8F13BEFE}"/>
          </ac:spMkLst>
        </pc:spChg>
        <pc:spChg chg="add mod">
          <ac:chgData name="Choi Jeomki" userId="f1912f8b0928b9f1" providerId="LiveId" clId="{315BBA2E-6CC4-4D29-B740-1062B65A74E6}" dt="2019-02-18T08:18:51.231" v="7326" actId="14100"/>
          <ac:spMkLst>
            <pc:docMk/>
            <pc:sldMk cId="3091683995" sldId="301"/>
            <ac:spMk id="112" creationId="{39AB4350-2588-4653-972E-2230BCA1883A}"/>
          </ac:spMkLst>
        </pc:spChg>
        <pc:spChg chg="add mod">
          <ac:chgData name="Choi Jeomki" userId="f1912f8b0928b9f1" providerId="LiveId" clId="{315BBA2E-6CC4-4D29-B740-1062B65A74E6}" dt="2019-02-18T08:18:51.231" v="7326" actId="14100"/>
          <ac:spMkLst>
            <pc:docMk/>
            <pc:sldMk cId="3091683995" sldId="301"/>
            <ac:spMk id="113" creationId="{F3F4AC7D-6595-468C-AF31-D3705991E2C0}"/>
          </ac:spMkLst>
        </pc:spChg>
        <pc:spChg chg="add mod">
          <ac:chgData name="Choi Jeomki" userId="f1912f8b0928b9f1" providerId="LiveId" clId="{315BBA2E-6CC4-4D29-B740-1062B65A74E6}" dt="2019-02-18T08:18:51.231" v="7326" actId="14100"/>
          <ac:spMkLst>
            <pc:docMk/>
            <pc:sldMk cId="3091683995" sldId="301"/>
            <ac:spMk id="114" creationId="{0E52F466-28AE-4BD1-82F8-121A6E1497D1}"/>
          </ac:spMkLst>
        </pc:spChg>
        <pc:spChg chg="add del mod">
          <ac:chgData name="Choi Jeomki" userId="f1912f8b0928b9f1" providerId="LiveId" clId="{315BBA2E-6CC4-4D29-B740-1062B65A74E6}" dt="2019-02-18T08:20:40.180" v="7381" actId="478"/>
          <ac:spMkLst>
            <pc:docMk/>
            <pc:sldMk cId="3091683995" sldId="301"/>
            <ac:spMk id="115" creationId="{48FFAB44-5455-44D8-AC93-FE05419C5D3E}"/>
          </ac:spMkLst>
        </pc:spChg>
        <pc:spChg chg="add del mod">
          <ac:chgData name="Choi Jeomki" userId="f1912f8b0928b9f1" providerId="LiveId" clId="{315BBA2E-6CC4-4D29-B740-1062B65A74E6}" dt="2019-02-18T08:20:40.180" v="7381" actId="478"/>
          <ac:spMkLst>
            <pc:docMk/>
            <pc:sldMk cId="3091683995" sldId="301"/>
            <ac:spMk id="116" creationId="{E28A6336-C826-48CF-AEF8-E89A293AEBB0}"/>
          </ac:spMkLst>
        </pc:spChg>
        <pc:spChg chg="add del mod">
          <ac:chgData name="Choi Jeomki" userId="f1912f8b0928b9f1" providerId="LiveId" clId="{315BBA2E-6CC4-4D29-B740-1062B65A74E6}" dt="2019-02-18T08:20:40.180" v="7381" actId="478"/>
          <ac:spMkLst>
            <pc:docMk/>
            <pc:sldMk cId="3091683995" sldId="301"/>
            <ac:spMk id="117" creationId="{8EEC05EA-DF1D-43AA-88C0-9E3FD527F024}"/>
          </ac:spMkLst>
        </pc:spChg>
        <pc:spChg chg="add del mod">
          <ac:chgData name="Choi Jeomki" userId="f1912f8b0928b9f1" providerId="LiveId" clId="{315BBA2E-6CC4-4D29-B740-1062B65A74E6}" dt="2019-02-18T08:20:40.180" v="7381" actId="478"/>
          <ac:spMkLst>
            <pc:docMk/>
            <pc:sldMk cId="3091683995" sldId="301"/>
            <ac:spMk id="118" creationId="{F44239AE-26F8-4A09-9CAE-B64AA9618F43}"/>
          </ac:spMkLst>
        </pc:spChg>
        <pc:spChg chg="add del mod">
          <ac:chgData name="Choi Jeomki" userId="f1912f8b0928b9f1" providerId="LiveId" clId="{315BBA2E-6CC4-4D29-B740-1062B65A74E6}" dt="2019-02-18T08:20:40.180" v="7381" actId="478"/>
          <ac:spMkLst>
            <pc:docMk/>
            <pc:sldMk cId="3091683995" sldId="301"/>
            <ac:spMk id="119" creationId="{FB660664-275F-421D-80B6-DC2DB24AA2C9}"/>
          </ac:spMkLst>
        </pc:spChg>
        <pc:spChg chg="add del mod">
          <ac:chgData name="Choi Jeomki" userId="f1912f8b0928b9f1" providerId="LiveId" clId="{315BBA2E-6CC4-4D29-B740-1062B65A74E6}" dt="2019-02-18T08:20:40.180" v="7381" actId="478"/>
          <ac:spMkLst>
            <pc:docMk/>
            <pc:sldMk cId="3091683995" sldId="301"/>
            <ac:spMk id="120" creationId="{B73FBC78-DBBA-4D47-996C-D96FB18805B4}"/>
          </ac:spMkLst>
        </pc:spChg>
        <pc:spChg chg="add del mod">
          <ac:chgData name="Choi Jeomki" userId="f1912f8b0928b9f1" providerId="LiveId" clId="{315BBA2E-6CC4-4D29-B740-1062B65A74E6}" dt="2019-02-18T08:20:40.180" v="7381" actId="478"/>
          <ac:spMkLst>
            <pc:docMk/>
            <pc:sldMk cId="3091683995" sldId="301"/>
            <ac:spMk id="121" creationId="{727D0E77-1DEF-4948-B407-302DA401810C}"/>
          </ac:spMkLst>
        </pc:spChg>
        <pc:spChg chg="add del mod">
          <ac:chgData name="Choi Jeomki" userId="f1912f8b0928b9f1" providerId="LiveId" clId="{315BBA2E-6CC4-4D29-B740-1062B65A74E6}" dt="2019-02-18T08:20:40.180" v="7381" actId="478"/>
          <ac:spMkLst>
            <pc:docMk/>
            <pc:sldMk cId="3091683995" sldId="301"/>
            <ac:spMk id="122" creationId="{8A238269-93B8-4CD1-8788-A96FD8A2DE71}"/>
          </ac:spMkLst>
        </pc:spChg>
        <pc:spChg chg="add del mod">
          <ac:chgData name="Choi Jeomki" userId="f1912f8b0928b9f1" providerId="LiveId" clId="{315BBA2E-6CC4-4D29-B740-1062B65A74E6}" dt="2019-02-18T08:20:40.180" v="7381" actId="478"/>
          <ac:spMkLst>
            <pc:docMk/>
            <pc:sldMk cId="3091683995" sldId="301"/>
            <ac:spMk id="123" creationId="{A997F152-C646-4F62-A457-6459E8795B3F}"/>
          </ac:spMkLst>
        </pc:spChg>
        <pc:grpChg chg="add mod">
          <ac:chgData name="Choi Jeomki" userId="f1912f8b0928b9f1" providerId="LiveId" clId="{315BBA2E-6CC4-4D29-B740-1062B65A74E6}" dt="2019-02-18T08:10:53.836" v="7108" actId="14100"/>
          <ac:grpSpMkLst>
            <pc:docMk/>
            <pc:sldMk cId="3091683995" sldId="301"/>
            <ac:grpSpMk id="4" creationId="{892318E1-C4C2-4D7B-920C-8BEFD108F922}"/>
          </ac:grpSpMkLst>
        </pc:grpChg>
        <pc:grpChg chg="add del mod">
          <ac:chgData name="Choi Jeomki" userId="f1912f8b0928b9f1" providerId="LiveId" clId="{315BBA2E-6CC4-4D29-B740-1062B65A74E6}" dt="2019-02-18T07:59:22.423" v="4469" actId="165"/>
          <ac:grpSpMkLst>
            <pc:docMk/>
            <pc:sldMk cId="3091683995" sldId="301"/>
            <ac:grpSpMk id="59" creationId="{5B651F40-EE33-45A2-87BC-225CA8EB2285}"/>
          </ac:grpSpMkLst>
        </pc:grpChg>
        <pc:grpChg chg="add mod">
          <ac:chgData name="Choi Jeomki" userId="f1912f8b0928b9f1" providerId="LiveId" clId="{315BBA2E-6CC4-4D29-B740-1062B65A74E6}" dt="2019-02-18T08:10:03.154" v="7090" actId="1038"/>
          <ac:grpSpMkLst>
            <pc:docMk/>
            <pc:sldMk cId="3091683995" sldId="301"/>
            <ac:grpSpMk id="80" creationId="{E63A3024-0042-4834-ABFB-F2D59026966F}"/>
          </ac:grpSpMkLst>
        </pc:grpChg>
        <pc:grpChg chg="add mod">
          <ac:chgData name="Choi Jeomki" userId="f1912f8b0928b9f1" providerId="LiveId" clId="{315BBA2E-6CC4-4D29-B740-1062B65A74E6}" dt="2019-02-18T08:10:06.607" v="7093" actId="1035"/>
          <ac:grpSpMkLst>
            <pc:docMk/>
            <pc:sldMk cId="3091683995" sldId="301"/>
            <ac:grpSpMk id="83" creationId="{0C6EC2AD-3818-4760-9471-98C3880DD894}"/>
          </ac:grpSpMkLst>
        </pc:grpChg>
        <pc:grpChg chg="add mod">
          <ac:chgData name="Choi Jeomki" userId="f1912f8b0928b9f1" providerId="LiveId" clId="{315BBA2E-6CC4-4D29-B740-1062B65A74E6}" dt="2019-02-18T08:18:04.483" v="7308" actId="1038"/>
          <ac:grpSpMkLst>
            <pc:docMk/>
            <pc:sldMk cId="3091683995" sldId="301"/>
            <ac:grpSpMk id="86" creationId="{4C709669-E648-4A18-B248-133B6048A5FB}"/>
          </ac:grpSpMkLst>
        </pc:grpChg>
        <pc:cxnChg chg="add del">
          <ac:chgData name="Choi Jeomki" userId="f1912f8b0928b9f1" providerId="LiveId" clId="{315BBA2E-6CC4-4D29-B740-1062B65A74E6}" dt="2019-02-18T07:49:42.220" v="3985"/>
          <ac:cxnSpMkLst>
            <pc:docMk/>
            <pc:sldMk cId="3091683995" sldId="301"/>
            <ac:cxnSpMk id="12" creationId="{FA767F80-D847-40E4-8B51-D6339470040D}"/>
          </ac:cxnSpMkLst>
        </pc:cxnChg>
        <pc:cxnChg chg="add del">
          <ac:chgData name="Choi Jeomki" userId="f1912f8b0928b9f1" providerId="LiveId" clId="{315BBA2E-6CC4-4D29-B740-1062B65A74E6}" dt="2019-02-18T07:49:42.220" v="3985"/>
          <ac:cxnSpMkLst>
            <pc:docMk/>
            <pc:sldMk cId="3091683995" sldId="301"/>
            <ac:cxnSpMk id="16" creationId="{76FD5884-2281-4F13-84C8-3820F912AE05}"/>
          </ac:cxnSpMkLst>
        </pc:cxnChg>
        <pc:cxnChg chg="add del">
          <ac:chgData name="Choi Jeomki" userId="f1912f8b0928b9f1" providerId="LiveId" clId="{315BBA2E-6CC4-4D29-B740-1062B65A74E6}" dt="2019-02-18T07:49:42.220" v="3985"/>
          <ac:cxnSpMkLst>
            <pc:docMk/>
            <pc:sldMk cId="3091683995" sldId="301"/>
            <ac:cxnSpMk id="17" creationId="{5428D54E-4C25-4B33-A19B-8A23825229E4}"/>
          </ac:cxnSpMkLst>
        </pc:cxnChg>
        <pc:cxnChg chg="add mod">
          <ac:chgData name="Choi Jeomki" userId="f1912f8b0928b9f1" providerId="LiveId" clId="{315BBA2E-6CC4-4D29-B740-1062B65A74E6}" dt="2019-02-18T08:10:57.425" v="7111" actId="1038"/>
          <ac:cxnSpMkLst>
            <pc:docMk/>
            <pc:sldMk cId="3091683995" sldId="301"/>
            <ac:cxnSpMk id="32" creationId="{5266DF7B-A439-4789-9158-641B567E0072}"/>
          </ac:cxnSpMkLst>
        </pc:cxnChg>
        <pc:cxnChg chg="add mod">
          <ac:chgData name="Choi Jeomki" userId="f1912f8b0928b9f1" providerId="LiveId" clId="{315BBA2E-6CC4-4D29-B740-1062B65A74E6}" dt="2019-02-18T08:10:57.425" v="7111" actId="1038"/>
          <ac:cxnSpMkLst>
            <pc:docMk/>
            <pc:sldMk cId="3091683995" sldId="301"/>
            <ac:cxnSpMk id="36" creationId="{D0FC0F50-2F06-4ABD-BFD3-DCE6ABB970BD}"/>
          </ac:cxnSpMkLst>
        </pc:cxnChg>
        <pc:cxnChg chg="add mod">
          <ac:chgData name="Choi Jeomki" userId="f1912f8b0928b9f1" providerId="LiveId" clId="{315BBA2E-6CC4-4D29-B740-1062B65A74E6}" dt="2019-02-18T08:10:57.425" v="7111" actId="1038"/>
          <ac:cxnSpMkLst>
            <pc:docMk/>
            <pc:sldMk cId="3091683995" sldId="301"/>
            <ac:cxnSpMk id="37" creationId="{9A2790B3-C0F8-4CA4-8D77-0472281FC326}"/>
          </ac:cxnSpMkLst>
        </pc:cxnChg>
        <pc:cxnChg chg="add mod">
          <ac:chgData name="Choi Jeomki" userId="f1912f8b0928b9f1" providerId="LiveId" clId="{315BBA2E-6CC4-4D29-B740-1062B65A74E6}" dt="2019-02-18T08:05:31.044" v="5735" actId="1035"/>
          <ac:cxnSpMkLst>
            <pc:docMk/>
            <pc:sldMk cId="3091683995" sldId="301"/>
            <ac:cxnSpMk id="71" creationId="{13E2DDA2-0461-4B86-9ED0-116FE776DB8D}"/>
          </ac:cxnSpMkLst>
        </pc:cxnChg>
        <pc:cxnChg chg="add mod">
          <ac:chgData name="Choi Jeomki" userId="f1912f8b0928b9f1" providerId="LiveId" clId="{315BBA2E-6CC4-4D29-B740-1062B65A74E6}" dt="2019-02-18T08:05:34.359" v="5771" actId="1036"/>
          <ac:cxnSpMkLst>
            <pc:docMk/>
            <pc:sldMk cId="3091683995" sldId="301"/>
            <ac:cxnSpMk id="73" creationId="{B0650B19-C985-4C7F-B3B1-AF7341F070BE}"/>
          </ac:cxnSpMkLst>
        </pc:cxnChg>
        <pc:cxnChg chg="add mod">
          <ac:chgData name="Choi Jeomki" userId="f1912f8b0928b9f1" providerId="LiveId" clId="{315BBA2E-6CC4-4D29-B740-1062B65A74E6}" dt="2019-02-18T08:05:38.655" v="5823" actId="1035"/>
          <ac:cxnSpMkLst>
            <pc:docMk/>
            <pc:sldMk cId="3091683995" sldId="301"/>
            <ac:cxnSpMk id="74" creationId="{0B6968B8-CCE4-4EC9-A38E-A139A1183187}"/>
          </ac:cxnSpMkLst>
        </pc:cxnChg>
        <pc:cxnChg chg="add mod">
          <ac:chgData name="Choi Jeomki" userId="f1912f8b0928b9f1" providerId="LiveId" clId="{315BBA2E-6CC4-4D29-B740-1062B65A74E6}" dt="2019-02-18T08:05:45.069" v="5932" actId="1035"/>
          <ac:cxnSpMkLst>
            <pc:docMk/>
            <pc:sldMk cId="3091683995" sldId="301"/>
            <ac:cxnSpMk id="75" creationId="{1015C660-6DE4-432F-A810-94B9A6D0DF03}"/>
          </ac:cxnSpMkLst>
        </pc:cxnChg>
        <pc:cxnChg chg="add mod">
          <ac:chgData name="Choi Jeomki" userId="f1912f8b0928b9f1" providerId="LiveId" clId="{315BBA2E-6CC4-4D29-B740-1062B65A74E6}" dt="2019-02-18T08:05:49.135" v="6020" actId="1036"/>
          <ac:cxnSpMkLst>
            <pc:docMk/>
            <pc:sldMk cId="3091683995" sldId="301"/>
            <ac:cxnSpMk id="76" creationId="{284632E0-168E-473E-928C-5055CEE570B7}"/>
          </ac:cxnSpMkLst>
        </pc:cxnChg>
        <pc:cxnChg chg="add mod">
          <ac:chgData name="Choi Jeomki" userId="f1912f8b0928b9f1" providerId="LiveId" clId="{315BBA2E-6CC4-4D29-B740-1062B65A74E6}" dt="2019-02-18T08:05:54.405" v="6099" actId="1035"/>
          <ac:cxnSpMkLst>
            <pc:docMk/>
            <pc:sldMk cId="3091683995" sldId="301"/>
            <ac:cxnSpMk id="77" creationId="{5DBB89DB-40E2-460A-BFC8-79319E7BB136}"/>
          </ac:cxnSpMkLst>
        </pc:cxnChg>
        <pc:cxnChg chg="add mod">
          <ac:chgData name="Choi Jeomki" userId="f1912f8b0928b9f1" providerId="LiveId" clId="{315BBA2E-6CC4-4D29-B740-1062B65A74E6}" dt="2019-02-18T08:06:02.107" v="6164" actId="14100"/>
          <ac:cxnSpMkLst>
            <pc:docMk/>
            <pc:sldMk cId="3091683995" sldId="301"/>
            <ac:cxnSpMk id="78" creationId="{2ADA9E54-29ED-4407-AA54-2E6A54CAB85D}"/>
          </ac:cxnSpMkLst>
        </pc:cxnChg>
        <pc:cxnChg chg="add del mod">
          <ac:chgData name="Choi Jeomki" userId="f1912f8b0928b9f1" providerId="LiveId" clId="{315BBA2E-6CC4-4D29-B740-1062B65A74E6}" dt="2019-02-18T08:13:28.199" v="7215" actId="478"/>
          <ac:cxnSpMkLst>
            <pc:docMk/>
            <pc:sldMk cId="3091683995" sldId="301"/>
            <ac:cxnSpMk id="87" creationId="{00FC6CEF-11F3-4995-9AB9-8BC46FEEF9DD}"/>
          </ac:cxnSpMkLst>
        </pc:cxnChg>
        <pc:cxnChg chg="add del mod">
          <ac:chgData name="Choi Jeomki" userId="f1912f8b0928b9f1" providerId="LiveId" clId="{315BBA2E-6CC4-4D29-B740-1062B65A74E6}" dt="2019-02-18T08:13:27.160" v="7214" actId="478"/>
          <ac:cxnSpMkLst>
            <pc:docMk/>
            <pc:sldMk cId="3091683995" sldId="301"/>
            <ac:cxnSpMk id="90" creationId="{51F62D5A-F6CC-482B-B615-C3B608A14AA6}"/>
          </ac:cxnSpMkLst>
        </pc:cxnChg>
        <pc:cxnChg chg="add del mod">
          <ac:chgData name="Choi Jeomki" userId="f1912f8b0928b9f1" providerId="LiveId" clId="{315BBA2E-6CC4-4D29-B740-1062B65A74E6}" dt="2019-02-18T08:13:29.160" v="7216" actId="478"/>
          <ac:cxnSpMkLst>
            <pc:docMk/>
            <pc:sldMk cId="3091683995" sldId="301"/>
            <ac:cxnSpMk id="93" creationId="{9DF1FEAD-1687-4996-910D-AB42FBE6C130}"/>
          </ac:cxnSpMkLst>
        </pc:cxnChg>
        <pc:cxnChg chg="add del mod">
          <ac:chgData name="Choi Jeomki" userId="f1912f8b0928b9f1" providerId="LiveId" clId="{315BBA2E-6CC4-4D29-B740-1062B65A74E6}" dt="2019-02-18T08:13:30.497" v="7217" actId="478"/>
          <ac:cxnSpMkLst>
            <pc:docMk/>
            <pc:sldMk cId="3091683995" sldId="301"/>
            <ac:cxnSpMk id="98" creationId="{AE11422E-149C-463C-ABAF-8553F4E92DAE}"/>
          </ac:cxnSpMkLst>
        </pc:cxnChg>
        <pc:cxnChg chg="add mod">
          <ac:chgData name="Choi Jeomki" userId="f1912f8b0928b9f1" providerId="LiveId" clId="{315BBA2E-6CC4-4D29-B740-1062B65A74E6}" dt="2019-02-18T08:13:41.729" v="7218" actId="11529"/>
          <ac:cxnSpMkLst>
            <pc:docMk/>
            <pc:sldMk cId="3091683995" sldId="301"/>
            <ac:cxnSpMk id="105" creationId="{215D4E79-8ABC-4DF1-A74E-476344A25357}"/>
          </ac:cxnSpMkLst>
        </pc:cxnChg>
        <pc:cxnChg chg="add mod">
          <ac:chgData name="Choi Jeomki" userId="f1912f8b0928b9f1" providerId="LiveId" clId="{315BBA2E-6CC4-4D29-B740-1062B65A74E6}" dt="2019-02-18T08:13:54.437" v="7222" actId="14100"/>
          <ac:cxnSpMkLst>
            <pc:docMk/>
            <pc:sldMk cId="3091683995" sldId="301"/>
            <ac:cxnSpMk id="106" creationId="{5B401F46-8D04-4748-9391-0EEE533D726C}"/>
          </ac:cxnSpMkLst>
        </pc:cxnChg>
      </pc:sldChg>
    </pc:docChg>
  </pc:docChgLst>
  <pc:docChgLst>
    <pc:chgData name="Choi Jeomki" userId="f1912f8b0928b9f1" providerId="LiveId" clId="{B4B7B63D-7C3A-4F4D-8645-46B1095D79C5}"/>
    <pc:docChg chg="undo custSel addSld delSld modSld sldOrd">
      <pc:chgData name="Choi Jeomki" userId="f1912f8b0928b9f1" providerId="LiveId" clId="{B4B7B63D-7C3A-4F4D-8645-46B1095D79C5}" dt="2019-02-18T00:35:26.056" v="7985" actId="1076"/>
      <pc:docMkLst>
        <pc:docMk/>
      </pc:docMkLst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081BE3-DC48-429B-8783-84C1870EC1BE}" type="datetimeFigureOut">
              <a:rPr lang="ko-KR" altLang="en-US" smtClean="0"/>
              <a:t>2020-01-09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8A8EEA-F0DD-4139-861A-A080A8C114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9810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19-01-26T03:13:53.411"/>
    </inkml:context>
    <inkml:brush xml:id="br0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0 405 100 0,'0'0'81'0,"0"4"-60"16,0-4-21-16,0 0 0 0,0 0 2 15,0 0 7-15,0 0 0 16,0 0 7-16,0 0 5 16,0 0 10-16,0 0-2 15,0 0-4-15,0 0-6 16,0 0-5-16,0 0-4 15,0 0-3-15,0 0-3 16,0 0 3-16,0 0-2 16,0 0 1-16,0 0-3 15,0 0-2-15,0 0 2 16,0 0-2-16,0 0 0 16,0 0 3-16,0 0 3 0,0 0-2 15,0 0 1-15,0 0-3 16,0 0-3-16,0 0 1 15,0 0-1-15,0 0 0 16,0 0 0-16,0 0-2 16,0 0 2-16,0 0-1 15,0 0-4-15,0 0-3 16,0 0-12-16,0 0-12 16,0 0-7-16,0 0-4 15,0 0-7-15,0 0-3 16,0 0-19-16,0 0-9 15,0-6 48-15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B09B64-F0CB-4B7F-99D4-51DC397D2E29}" type="datetimeFigureOut">
              <a:rPr lang="ko-KR" altLang="en-US" smtClean="0"/>
              <a:t>2020-01-09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926306-6D90-4D79-8F24-CD46E2BCC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6820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0CB424CF-7778-4EEC-9173-283868AE4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2400" y="6492875"/>
            <a:ext cx="606554" cy="365125"/>
          </a:xfrm>
          <a:prstGeom prst="rect">
            <a:avLst/>
          </a:prstGeom>
        </p:spPr>
        <p:txBody>
          <a:bodyPr/>
          <a:lstStyle/>
          <a:p>
            <a:fld id="{479A1CA8-FDF9-4AA7-97B1-737D2510CD2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49533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9959" y="0"/>
            <a:ext cx="4078995" cy="4078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431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제목 13"/>
          <p:cNvSpPr>
            <a:spLocks noGrp="1"/>
          </p:cNvSpPr>
          <p:nvPr>
            <p:ph type="title"/>
          </p:nvPr>
        </p:nvSpPr>
        <p:spPr>
          <a:xfrm>
            <a:off x="-3046" y="515527"/>
            <a:ext cx="12195046" cy="822741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1" hangingPunct="1">
              <a:defRPr lang="ko-KR" altLang="en-US" sz="6000" b="1" kern="1200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dist="31750" dir="1800000" algn="tl">
                    <a:schemeClr val="bg2">
                      <a:lumMod val="50000"/>
                      <a:alpha val="45000"/>
                    </a:scheme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17" name="그룹 16"/>
          <p:cNvGrpSpPr/>
          <p:nvPr userDrawn="1"/>
        </p:nvGrpSpPr>
        <p:grpSpPr>
          <a:xfrm>
            <a:off x="1656816" y="1430844"/>
            <a:ext cx="8878368" cy="349649"/>
            <a:chOff x="385449" y="2912549"/>
            <a:chExt cx="2153540" cy="0"/>
          </a:xfrm>
        </p:grpSpPr>
        <p:cxnSp>
          <p:nvCxnSpPr>
            <p:cNvPr id="18" name="직선 연결선 17"/>
            <p:cNvCxnSpPr/>
            <p:nvPr/>
          </p:nvCxnSpPr>
          <p:spPr>
            <a:xfrm>
              <a:off x="385449" y="2912549"/>
              <a:ext cx="1076770" cy="0"/>
            </a:xfrm>
            <a:prstGeom prst="line">
              <a:avLst/>
            </a:prstGeom>
            <a:ln w="57150">
              <a:solidFill>
                <a:srgbClr val="163E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>
            <a:xfrm>
              <a:off x="1462219" y="2912549"/>
              <a:ext cx="1076770" cy="0"/>
            </a:xfrm>
            <a:prstGeom prst="line">
              <a:avLst/>
            </a:prstGeom>
            <a:ln w="57150">
              <a:solidFill>
                <a:srgbClr val="36AA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047672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제목 13"/>
          <p:cNvSpPr>
            <a:spLocks noGrp="1"/>
          </p:cNvSpPr>
          <p:nvPr>
            <p:ph type="title"/>
          </p:nvPr>
        </p:nvSpPr>
        <p:spPr>
          <a:xfrm>
            <a:off x="-3046" y="515527"/>
            <a:ext cx="12195046" cy="822741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1" hangingPunct="1">
              <a:defRPr lang="ko-KR" altLang="en-US" sz="6000" b="1" kern="1200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dist="31750" dir="1800000" algn="tl">
                    <a:schemeClr val="bg2">
                      <a:lumMod val="50000"/>
                      <a:alpha val="45000"/>
                    </a:scheme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17" name="그룹 16"/>
          <p:cNvGrpSpPr/>
          <p:nvPr userDrawn="1"/>
        </p:nvGrpSpPr>
        <p:grpSpPr>
          <a:xfrm>
            <a:off x="1656816" y="1430844"/>
            <a:ext cx="8878368" cy="349649"/>
            <a:chOff x="385449" y="2912549"/>
            <a:chExt cx="2153540" cy="0"/>
          </a:xfrm>
        </p:grpSpPr>
        <p:cxnSp>
          <p:nvCxnSpPr>
            <p:cNvPr id="18" name="직선 연결선 17"/>
            <p:cNvCxnSpPr/>
            <p:nvPr/>
          </p:nvCxnSpPr>
          <p:spPr>
            <a:xfrm>
              <a:off x="385449" y="2912549"/>
              <a:ext cx="1076770" cy="0"/>
            </a:xfrm>
            <a:prstGeom prst="line">
              <a:avLst/>
            </a:prstGeom>
            <a:ln w="57150">
              <a:solidFill>
                <a:srgbClr val="163E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>
            <a:xfrm>
              <a:off x="1462219" y="2912549"/>
              <a:ext cx="1076770" cy="0"/>
            </a:xfrm>
            <a:prstGeom prst="line">
              <a:avLst/>
            </a:prstGeom>
            <a:ln w="57150">
              <a:solidFill>
                <a:srgbClr val="36AA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텍스트 개체 틀 3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lang="ko-KR" altLang="en-US" sz="2000" kern="1200" spc="-100" baseline="0" dirty="0" smtClean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  <a:outerShdw dist="31750" dir="1800000" algn="tl">
                    <a:srgbClr val="E7E6E6">
                      <a:lumMod val="50000"/>
                      <a:alpha val="45000"/>
                    </a:srgbClr>
                  </a:outerShdw>
                </a:effectLst>
                <a:latin typeface="나눔바른고딕"/>
                <a:ea typeface="나눔스퀘어 Bold" panose="020B0600000101010101" pitchFamily="50" charset="-127"/>
                <a:cs typeface="+mn-cs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05720586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25" userDrawn="1">
          <p15:clr>
            <a:srgbClr val="FBAE40"/>
          </p15:clr>
        </p15:guide>
        <p15:guide id="3" pos="6879" userDrawn="1">
          <p15:clr>
            <a:srgbClr val="FBAE40"/>
          </p15:clr>
        </p15:guide>
        <p15:guide id="4" orient="horz" pos="4224" userDrawn="1">
          <p15:clr>
            <a:srgbClr val="FBAE40"/>
          </p15:clr>
        </p15:guide>
        <p15:guide id="5" orient="horz" pos="1275" userDrawn="1">
          <p15:clr>
            <a:srgbClr val="FBAE40"/>
          </p15:clr>
        </p15:guide>
        <p15:guide id="6" pos="1028" userDrawn="1">
          <p15:clr>
            <a:srgbClr val="FBAE40"/>
          </p15:clr>
        </p15:guide>
        <p15:guide id="7" pos="6652" userDrawn="1">
          <p15:clr>
            <a:srgbClr val="FBAE40"/>
          </p15:clr>
        </p15:guide>
        <p15:guide id="8" orient="horz" pos="1366" userDrawn="1">
          <p15:clr>
            <a:srgbClr val="FBAE40"/>
          </p15:clr>
        </p15:guide>
        <p15:guide id="9" orient="horz" pos="981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307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608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xmlns="" id="{E0279611-B52C-4EDF-976E-2D9201541E3A}"/>
              </a:ext>
            </a:extLst>
          </p:cNvPr>
          <p:cNvGrpSpPr/>
          <p:nvPr userDrawn="1"/>
        </p:nvGrpSpPr>
        <p:grpSpPr>
          <a:xfrm>
            <a:off x="485775" y="828676"/>
            <a:ext cx="11220450" cy="5664200"/>
            <a:chOff x="258210" y="394051"/>
            <a:chExt cx="11694630" cy="6030137"/>
          </a:xfrm>
          <a:solidFill>
            <a:srgbClr val="FBFBFB"/>
          </a:solidFill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xmlns="" id="{59A7459B-F787-44A0-972B-BF9AB6D5B50B}"/>
                </a:ext>
              </a:extLst>
            </p:cNvPr>
            <p:cNvSpPr/>
            <p:nvPr userDrawn="1"/>
          </p:nvSpPr>
          <p:spPr>
            <a:xfrm rot="151375">
              <a:off x="277260" y="430490"/>
              <a:ext cx="11675580" cy="5993698"/>
            </a:xfrm>
            <a:prstGeom prst="rect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xmlns="" id="{2CF2DB29-6C69-43EF-821A-FBF64128BEE5}"/>
                </a:ext>
              </a:extLst>
            </p:cNvPr>
            <p:cNvSpPr/>
            <p:nvPr userDrawn="1"/>
          </p:nvSpPr>
          <p:spPr>
            <a:xfrm>
              <a:off x="258210" y="394051"/>
              <a:ext cx="11675580" cy="5993698"/>
            </a:xfrm>
            <a:prstGeom prst="rect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815431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4"/>
    <p:sldLayoutId id="2147483653" r:id="rId5"/>
    <p:sldLayoutId id="2147483652" r:id="rId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85.png"/><Relationship Id="rId7" Type="http://schemas.openxmlformats.org/officeDocument/2006/relationships/image" Target="../media/image89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0.png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3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104.png"/><Relationship Id="rId4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2.png"/><Relationship Id="rId5" Type="http://schemas.openxmlformats.org/officeDocument/2006/relationships/image" Target="../media/image111.png"/><Relationship Id="rId4" Type="http://schemas.openxmlformats.org/officeDocument/2006/relationships/image" Target="../media/image11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6.png"/><Relationship Id="rId4" Type="http://schemas.openxmlformats.org/officeDocument/2006/relationships/image" Target="../media/image11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0.png"/><Relationship Id="rId4" Type="http://schemas.openxmlformats.org/officeDocument/2006/relationships/image" Target="../media/image11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6.png"/><Relationship Id="rId4" Type="http://schemas.openxmlformats.org/officeDocument/2006/relationships/image" Target="../media/image1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07886" y="2852777"/>
            <a:ext cx="897257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6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5. </a:t>
            </a:r>
            <a:r>
              <a:rPr lang="ko-KR" altLang="en-US" sz="66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개별변수 요약과 집계</a:t>
            </a:r>
            <a:endParaRPr lang="ko-KR" altLang="en-US" sz="6600" b="1" spc="-300" dirty="0">
              <a:ln w="25400" cap="flat">
                <a:solidFill>
                  <a:schemeClr val="bg1"/>
                </a:solidFill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51219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잉크 4"/>
              <p14:cNvContentPartPr/>
              <p14:nvPr/>
            </p14:nvContentPartPr>
            <p14:xfrm>
              <a:off x="0" y="145080"/>
              <a:ext cx="360" cy="2520"/>
            </p14:xfrm>
          </p:contentPart>
        </mc:Choice>
        <mc:Fallback xmlns="">
          <p:pic>
            <p:nvPicPr>
              <p:cNvPr id="5" name="잉크 4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8640" y="138600"/>
                <a:ext cx="17640" cy="1764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="" xmlns:a16="http://schemas.microsoft.com/office/drawing/2014/main" id="{1FB602C5-E855-4D86-B3E0-B12A2EADDDA0}"/>
              </a:ext>
            </a:extLst>
          </p:cNvPr>
          <p:cNvSpPr txBox="1"/>
          <p:nvPr/>
        </p:nvSpPr>
        <p:spPr>
          <a:xfrm>
            <a:off x="2567079" y="2056310"/>
            <a:ext cx="7764786" cy="523220"/>
          </a:xfrm>
          <a:prstGeom prst="rect">
            <a:avLst/>
          </a:prstGeom>
          <a:solidFill>
            <a:srgbClr val="5AA8CF"/>
          </a:solidFill>
        </p:spPr>
        <p:txBody>
          <a:bodyPr wrap="square" rtlCol="0" anchor="ctr">
            <a:spAutoFit/>
          </a:bodyPr>
          <a:lstStyle/>
          <a:p>
            <a:pPr marL="14288">
              <a:spcAft>
                <a:spcPts val="1200"/>
              </a:spcAft>
              <a:buSzPct val="80000"/>
            </a:pP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범주형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변수 특성요약과 시각화</a:t>
            </a:r>
            <a:endParaRPr lang="en-US" altLang="ko-KR" sz="2800" dirty="0">
              <a:ln w="25400" cap="flat">
                <a:noFill/>
                <a:miter lim="800000"/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="" xmlns:a16="http://schemas.microsoft.com/office/drawing/2014/main" id="{A49B5C0F-8F04-4D52-943C-1750C8E88D1E}"/>
              </a:ext>
            </a:extLst>
          </p:cNvPr>
          <p:cNvGrpSpPr/>
          <p:nvPr/>
        </p:nvGrpSpPr>
        <p:grpSpPr>
          <a:xfrm>
            <a:off x="1986130" y="2033298"/>
            <a:ext cx="404758" cy="539110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27" name="그룹 26">
              <a:extLst>
                <a:ext uri="{FF2B5EF4-FFF2-40B4-BE49-F238E27FC236}">
                  <a16:creationId xmlns="" xmlns:a16="http://schemas.microsoft.com/office/drawing/2014/main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29" name="오른쪽 대괄호 8">
                <a:extLst>
                  <a:ext uri="{FF2B5EF4-FFF2-40B4-BE49-F238E27FC236}">
                    <a16:creationId xmlns="" xmlns:a16="http://schemas.microsoft.com/office/drawing/2014/main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30" name="오른쪽 대괄호 8">
                <a:extLst>
                  <a:ext uri="{FF2B5EF4-FFF2-40B4-BE49-F238E27FC236}">
                    <a16:creationId xmlns="" xmlns:a16="http://schemas.microsoft.com/office/drawing/2014/main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E052EB2C-9735-49AD-B6DC-8CC33E6546ED}"/>
                </a:ext>
              </a:extLst>
            </p:cNvPr>
            <p:cNvSpPr txBox="1"/>
            <p:nvPr/>
          </p:nvSpPr>
          <p:spPr>
            <a:xfrm>
              <a:off x="6605244" y="2518210"/>
              <a:ext cx="4063626" cy="54409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2000" b="1" spc="-300" dirty="0" smtClean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1</a:t>
              </a:r>
              <a:endParaRPr lang="ko-KR" altLang="en-US" sz="2000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="" xmlns:a16="http://schemas.microsoft.com/office/drawing/2014/main" id="{1FB602C5-E855-4D86-B3E0-B12A2EADDDA0}"/>
              </a:ext>
            </a:extLst>
          </p:cNvPr>
          <p:cNvSpPr txBox="1"/>
          <p:nvPr/>
        </p:nvSpPr>
        <p:spPr>
          <a:xfrm>
            <a:off x="2567078" y="3173190"/>
            <a:ext cx="7764787" cy="523220"/>
          </a:xfrm>
          <a:prstGeom prst="rect">
            <a:avLst/>
          </a:prstGeom>
          <a:solidFill>
            <a:srgbClr val="5AA8CF"/>
          </a:solidFill>
        </p:spPr>
        <p:txBody>
          <a:bodyPr wrap="square" rtlCol="0" anchor="ctr">
            <a:spAutoFit/>
          </a:bodyPr>
          <a:lstStyle/>
          <a:p>
            <a:pPr marL="14288">
              <a:spcAft>
                <a:spcPts val="1200"/>
              </a:spcAft>
              <a:buSzPct val="80000"/>
            </a:pPr>
            <a:r>
              <a:rPr lang="ko-KR" altLang="en-US" sz="2800" dirty="0" err="1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연속형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변수 특성요약과 시각화</a:t>
            </a:r>
            <a:endParaRPr lang="en-US" altLang="ko-KR" sz="2800" dirty="0">
              <a:ln w="25400" cap="flat">
                <a:noFill/>
                <a:miter lim="800000"/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grpSp>
        <p:nvGrpSpPr>
          <p:cNvPr id="32" name="그룹 31">
            <a:extLst>
              <a:ext uri="{FF2B5EF4-FFF2-40B4-BE49-F238E27FC236}">
                <a16:creationId xmlns="" xmlns:a16="http://schemas.microsoft.com/office/drawing/2014/main" id="{A49B5C0F-8F04-4D52-943C-1750C8E88D1E}"/>
              </a:ext>
            </a:extLst>
          </p:cNvPr>
          <p:cNvGrpSpPr/>
          <p:nvPr/>
        </p:nvGrpSpPr>
        <p:grpSpPr>
          <a:xfrm>
            <a:off x="1986130" y="3153761"/>
            <a:ext cx="404758" cy="539110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33" name="그룹 32">
              <a:extLst>
                <a:ext uri="{FF2B5EF4-FFF2-40B4-BE49-F238E27FC236}">
                  <a16:creationId xmlns="" xmlns:a16="http://schemas.microsoft.com/office/drawing/2014/main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35" name="오른쪽 대괄호 8">
                <a:extLst>
                  <a:ext uri="{FF2B5EF4-FFF2-40B4-BE49-F238E27FC236}">
                    <a16:creationId xmlns="" xmlns:a16="http://schemas.microsoft.com/office/drawing/2014/main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36" name="오른쪽 대괄호 8">
                <a:extLst>
                  <a:ext uri="{FF2B5EF4-FFF2-40B4-BE49-F238E27FC236}">
                    <a16:creationId xmlns="" xmlns:a16="http://schemas.microsoft.com/office/drawing/2014/main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4" name="TextBox 33">
              <a:extLst>
                <a:ext uri="{FF2B5EF4-FFF2-40B4-BE49-F238E27FC236}">
                  <a16:creationId xmlns="" xmlns:a16="http://schemas.microsoft.com/office/drawing/2014/main" id="{E052EB2C-9735-49AD-B6DC-8CC33E6546ED}"/>
                </a:ext>
              </a:extLst>
            </p:cNvPr>
            <p:cNvSpPr txBox="1"/>
            <p:nvPr/>
          </p:nvSpPr>
          <p:spPr>
            <a:xfrm>
              <a:off x="6605244" y="2518210"/>
              <a:ext cx="4063626" cy="54409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2000" b="1" spc="-300" dirty="0" smtClean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2</a:t>
              </a:r>
              <a:endParaRPr lang="ko-KR" altLang="en-US" sz="2000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9906000" y="2033298"/>
            <a:ext cx="3369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3</a:t>
            </a:r>
            <a:endParaRPr lang="ko-KR" altLang="en-US" sz="2800" b="1" spc="-300" dirty="0" smtClean="0">
              <a:ln w="25400" cap="flat">
                <a:solidFill>
                  <a:schemeClr val="bg1"/>
                </a:solidFill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mpact" panose="020B0806030902050204" pitchFamily="34" charset="0"/>
              <a:ea typeface="휴먼모음T" panose="02030504000101010101" pitchFamily="18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753716" y="3169652"/>
            <a:ext cx="4892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16</a:t>
            </a:r>
            <a:endParaRPr lang="ko-KR" altLang="en-US" sz="2800" b="1" spc="-300" dirty="0" smtClean="0">
              <a:ln w="25400" cap="flat">
                <a:solidFill>
                  <a:schemeClr val="bg1"/>
                </a:solidFill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mpact" panose="020B0806030902050204" pitchFamily="34" charset="0"/>
              <a:ea typeface="휴먼모음T" panose="02030504000101010101" pitchFamily="18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="" xmlns:a16="http://schemas.microsoft.com/office/drawing/2014/main" id="{1FB602C5-E855-4D86-B3E0-B12A2EADDDA0}"/>
              </a:ext>
            </a:extLst>
          </p:cNvPr>
          <p:cNvSpPr txBox="1"/>
          <p:nvPr/>
        </p:nvSpPr>
        <p:spPr>
          <a:xfrm>
            <a:off x="2567078" y="4343177"/>
            <a:ext cx="7764787" cy="523220"/>
          </a:xfrm>
          <a:prstGeom prst="rect">
            <a:avLst/>
          </a:prstGeom>
          <a:solidFill>
            <a:srgbClr val="5AA8CF"/>
          </a:solidFill>
        </p:spPr>
        <p:txBody>
          <a:bodyPr wrap="square" rtlCol="0" anchor="ctr">
            <a:spAutoFit/>
          </a:bodyPr>
          <a:lstStyle/>
          <a:p>
            <a:pPr marL="14288">
              <a:spcAft>
                <a:spcPts val="1200"/>
              </a:spcAft>
              <a:buSzPct val="80000"/>
            </a:pPr>
            <a:r>
              <a:rPr lang="ko-KR" altLang="en-US" sz="2800" dirty="0" err="1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복수응답형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변수 특성요약과 시각화</a:t>
            </a:r>
            <a:endParaRPr lang="en-US" altLang="ko-KR" sz="2800" dirty="0">
              <a:ln w="25400" cap="flat">
                <a:noFill/>
                <a:miter lim="800000"/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="" xmlns:a16="http://schemas.microsoft.com/office/drawing/2014/main" id="{A49B5C0F-8F04-4D52-943C-1750C8E88D1E}"/>
              </a:ext>
            </a:extLst>
          </p:cNvPr>
          <p:cNvGrpSpPr/>
          <p:nvPr/>
        </p:nvGrpSpPr>
        <p:grpSpPr>
          <a:xfrm>
            <a:off x="1986130" y="4323748"/>
            <a:ext cx="404758" cy="539110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41" name="그룹 40">
              <a:extLst>
                <a:ext uri="{FF2B5EF4-FFF2-40B4-BE49-F238E27FC236}">
                  <a16:creationId xmlns="" xmlns:a16="http://schemas.microsoft.com/office/drawing/2014/main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43" name="오른쪽 대괄호 8">
                <a:extLst>
                  <a:ext uri="{FF2B5EF4-FFF2-40B4-BE49-F238E27FC236}">
                    <a16:creationId xmlns="" xmlns:a16="http://schemas.microsoft.com/office/drawing/2014/main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44" name="오른쪽 대괄호 8">
                <a:extLst>
                  <a:ext uri="{FF2B5EF4-FFF2-40B4-BE49-F238E27FC236}">
                    <a16:creationId xmlns="" xmlns:a16="http://schemas.microsoft.com/office/drawing/2014/main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42" name="TextBox 41">
              <a:extLst>
                <a:ext uri="{FF2B5EF4-FFF2-40B4-BE49-F238E27FC236}">
                  <a16:creationId xmlns="" xmlns:a16="http://schemas.microsoft.com/office/drawing/2014/main" id="{E052EB2C-9735-49AD-B6DC-8CC33E6546ED}"/>
                </a:ext>
              </a:extLst>
            </p:cNvPr>
            <p:cNvSpPr txBox="1"/>
            <p:nvPr/>
          </p:nvSpPr>
          <p:spPr>
            <a:xfrm>
              <a:off x="6605244" y="2558741"/>
              <a:ext cx="4063626" cy="46302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2000" b="1" spc="-300" dirty="0" smtClean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3</a:t>
              </a:r>
              <a:endParaRPr lang="ko-KR" altLang="en-US" sz="2000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5" name="TextBox 44"/>
          <p:cNvSpPr txBox="1"/>
          <p:nvPr/>
        </p:nvSpPr>
        <p:spPr>
          <a:xfrm>
            <a:off x="9753716" y="4339639"/>
            <a:ext cx="4892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280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26</a:t>
            </a:r>
            <a:endParaRPr lang="ko-KR" altLang="en-US" sz="2800" b="1" spc="-300" dirty="0" smtClean="0">
              <a:ln w="25400" cap="flat">
                <a:solidFill>
                  <a:schemeClr val="bg1"/>
                </a:solidFill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mpact" panose="020B0806030902050204" pitchFamily="34" charset="0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7511781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/>
          <p:cNvSpPr/>
          <p:nvPr/>
        </p:nvSpPr>
        <p:spPr>
          <a:xfrm>
            <a:off x="3807910" y="2144146"/>
            <a:ext cx="4843766" cy="830997"/>
          </a:xfrm>
          <a:prstGeom prst="rect">
            <a:avLst/>
          </a:prstGeom>
          <a:solidFill>
            <a:srgbClr val="95D5E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xmlns="" id="{A49B5C0F-8F04-4D52-943C-1750C8E88D1E}"/>
              </a:ext>
            </a:extLst>
          </p:cNvPr>
          <p:cNvGrpSpPr/>
          <p:nvPr/>
        </p:nvGrpSpPr>
        <p:grpSpPr>
          <a:xfrm>
            <a:off x="3155326" y="2344205"/>
            <a:ext cx="404758" cy="458789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xmlns="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13" name="오른쪽 대괄호 8">
                <a:extLst>
                  <a:ext uri="{FF2B5EF4-FFF2-40B4-BE49-F238E27FC236}">
                    <a16:creationId xmlns:a16="http://schemas.microsoft.com/office/drawing/2014/main" xmlns="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14" name="오른쪽 대괄호 8">
                <a:extLst>
                  <a:ext uri="{FF2B5EF4-FFF2-40B4-BE49-F238E27FC236}">
                    <a16:creationId xmlns:a16="http://schemas.microsoft.com/office/drawing/2014/main" xmlns="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xmlns="" id="{E052EB2C-9735-49AD-B6DC-8CC33E6546ED}"/>
                </a:ext>
              </a:extLst>
            </p:cNvPr>
            <p:cNvSpPr txBox="1"/>
            <p:nvPr/>
          </p:nvSpPr>
          <p:spPr>
            <a:xfrm>
              <a:off x="6605244" y="2539137"/>
              <a:ext cx="4063626" cy="50223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1</a:t>
              </a:r>
              <a:endParaRPr lang="ko-KR" altLang="en-US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xmlns="" id="{A49B5C0F-8F04-4D52-943C-1750C8E88D1E}"/>
              </a:ext>
            </a:extLst>
          </p:cNvPr>
          <p:cNvGrpSpPr/>
          <p:nvPr/>
        </p:nvGrpSpPr>
        <p:grpSpPr>
          <a:xfrm>
            <a:off x="3155326" y="3442340"/>
            <a:ext cx="404758" cy="458789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xmlns="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26" name="오른쪽 대괄호 8">
                <a:extLst>
                  <a:ext uri="{FF2B5EF4-FFF2-40B4-BE49-F238E27FC236}">
                    <a16:creationId xmlns:a16="http://schemas.microsoft.com/office/drawing/2014/main" xmlns="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27" name="오른쪽 대괄호 8">
                <a:extLst>
                  <a:ext uri="{FF2B5EF4-FFF2-40B4-BE49-F238E27FC236}">
                    <a16:creationId xmlns:a16="http://schemas.microsoft.com/office/drawing/2014/main" xmlns="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xmlns="" id="{E052EB2C-9735-49AD-B6DC-8CC33E6546ED}"/>
                </a:ext>
              </a:extLst>
            </p:cNvPr>
            <p:cNvSpPr txBox="1"/>
            <p:nvPr/>
          </p:nvSpPr>
          <p:spPr>
            <a:xfrm>
              <a:off x="6605244" y="2539137"/>
              <a:ext cx="4063626" cy="50223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2</a:t>
              </a:r>
              <a:endParaRPr lang="ko-KR" altLang="en-US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xmlns="" id="{159BD907-7557-4079-97A6-67DDAF52F5C8}"/>
              </a:ext>
            </a:extLst>
          </p:cNvPr>
          <p:cNvGrpSpPr/>
          <p:nvPr/>
        </p:nvGrpSpPr>
        <p:grpSpPr>
          <a:xfrm>
            <a:off x="3155326" y="4540475"/>
            <a:ext cx="404758" cy="458789"/>
            <a:chOff x="4020030" y="4540475"/>
            <a:chExt cx="404758" cy="458789"/>
          </a:xfrm>
        </p:grpSpPr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xmlns="" id="{A375AF22-7E7E-4960-93A1-14D1F741953E}"/>
                </a:ext>
              </a:extLst>
            </p:cNvPr>
            <p:cNvGrpSpPr/>
            <p:nvPr/>
          </p:nvGrpSpPr>
          <p:grpSpPr>
            <a:xfrm>
              <a:off x="4026572" y="4540475"/>
              <a:ext cx="398216" cy="458789"/>
              <a:chOff x="6673389" y="2491579"/>
              <a:chExt cx="4147837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sp>
            <p:nvSpPr>
              <p:cNvPr id="32" name="오른쪽 대괄호 8">
                <a:extLst>
                  <a:ext uri="{FF2B5EF4-FFF2-40B4-BE49-F238E27FC236}">
                    <a16:creationId xmlns:a16="http://schemas.microsoft.com/office/drawing/2014/main" xmlns="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33" name="오른쪽 대괄호 8">
                <a:extLst>
                  <a:ext uri="{FF2B5EF4-FFF2-40B4-BE49-F238E27FC236}">
                    <a16:creationId xmlns:a16="http://schemas.microsoft.com/office/drawing/2014/main" xmlns="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xmlns="" id="{E052EB2C-9735-49AD-B6DC-8CC33E6546ED}"/>
                </a:ext>
              </a:extLst>
            </p:cNvPr>
            <p:cNvSpPr txBox="1"/>
            <p:nvPr/>
          </p:nvSpPr>
          <p:spPr>
            <a:xfrm>
              <a:off x="4020030" y="4575448"/>
              <a:ext cx="390131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3</a:t>
              </a:r>
              <a:endParaRPr lang="ko-KR" altLang="en-US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xmlns="" id="{6A062C83-2067-45C1-AF2B-F40BD29AA2AB}"/>
              </a:ext>
            </a:extLst>
          </p:cNvPr>
          <p:cNvSpPr txBox="1"/>
          <p:nvPr/>
        </p:nvSpPr>
        <p:spPr>
          <a:xfrm>
            <a:off x="3807910" y="3246480"/>
            <a:ext cx="490518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연속형 변수 특성요약과 시각화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xmlns="" id="{2E8B52F4-5469-4176-A3F4-7DE5E5DE6216}"/>
              </a:ext>
            </a:extLst>
          </p:cNvPr>
          <p:cNvSpPr txBox="1"/>
          <p:nvPr/>
        </p:nvSpPr>
        <p:spPr>
          <a:xfrm>
            <a:off x="3807910" y="2148345"/>
            <a:ext cx="484106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범주형 변수 특성요약과 시각화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9F771F1A-289E-4A2A-9DA2-873F091B5C83}"/>
              </a:ext>
            </a:extLst>
          </p:cNvPr>
          <p:cNvSpPr txBox="1"/>
          <p:nvPr/>
        </p:nvSpPr>
        <p:spPr>
          <a:xfrm>
            <a:off x="3807909" y="4344615"/>
            <a:ext cx="55278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복수응답형 변수 특성요약과 시각화</a:t>
            </a:r>
          </a:p>
        </p:txBody>
      </p:sp>
    </p:spTree>
    <p:extLst>
      <p:ext uri="{BB962C8B-B14F-4D97-AF65-F5344CB8AC3E}">
        <p14:creationId xmlns:p14="http://schemas.microsoft.com/office/powerpoint/2010/main" val="234238075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범주형 </a:t>
            </a:r>
            <a:r>
              <a:rPr lang="ko-KR" altLang="en-US" dirty="0" err="1"/>
              <a:t>변수컬럼</a:t>
            </a:r>
            <a:r>
              <a:rPr lang="ko-KR" altLang="en-US" dirty="0"/>
              <a:t> 서브데이터셋 추출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전체 데이터셋 </a:t>
            </a:r>
            <a:r>
              <a:rPr lang="ko-KR" altLang="en-US" dirty="0" err="1"/>
              <a:t>변수컬럼</a:t>
            </a:r>
            <a:r>
              <a:rPr lang="ko-KR" altLang="en-US" dirty="0"/>
              <a:t> 중에서 항목을 구별해주는 역할을 하는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이항</a:t>
            </a:r>
            <a:r>
              <a:rPr lang="en-US" altLang="ko-KR" dirty="0"/>
              <a:t>·</a:t>
            </a:r>
            <a:r>
              <a:rPr lang="ko-KR" altLang="en-US" dirty="0"/>
              <a:t>다항 명목척도</a:t>
            </a:r>
            <a:r>
              <a:rPr lang="en-US" altLang="ko-KR" dirty="0"/>
              <a:t>, </a:t>
            </a:r>
            <a:r>
              <a:rPr lang="ko-KR" altLang="en-US" dirty="0"/>
              <a:t>서열</a:t>
            </a:r>
            <a:r>
              <a:rPr lang="en-US" altLang="ko-KR" dirty="0"/>
              <a:t>·</a:t>
            </a:r>
            <a:r>
              <a:rPr lang="ko-KR" altLang="en-US" dirty="0"/>
              <a:t>순서척도로 측정된 범주형 </a:t>
            </a:r>
            <a:r>
              <a:rPr lang="ko-KR" altLang="en-US" dirty="0" err="1"/>
              <a:t>변수컬럼</a:t>
            </a:r>
            <a:r>
              <a:rPr lang="ko-KR" altLang="en-US" dirty="0"/>
              <a:t> 서브데이터셋을 별도로 추출함</a:t>
            </a:r>
            <a:endParaRPr lang="en-US" altLang="ko-KR" dirty="0"/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73CB8ADF-821B-475E-BA22-04C1A0358EC9}"/>
              </a:ext>
            </a:extLst>
          </p:cNvPr>
          <p:cNvSpPr/>
          <p:nvPr/>
        </p:nvSpPr>
        <p:spPr>
          <a:xfrm>
            <a:off x="515937" y="2176936"/>
            <a:ext cx="4377419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utils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::read.csv()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함수로 전체데이터셋 로딩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 &lt;- read.csv(file = 'tour.csv',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header = TRUE,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sep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',',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stringsAsFactors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FALSE,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strip.white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TRUE,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na.strings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c('.', '?', 'NA'))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범주형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변수컬럼명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파악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ctg_names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c('month', 'gender', 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edu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'job',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'age', 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'other', 'object',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'member', 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accom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'activity')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범주형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변수컬럼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데이터셋 추출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my[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ctg_names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범주형 데이터셋 간단 조회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head(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사각형: 둥근 모서리 76">
            <a:extLst>
              <a:ext uri="{FF2B5EF4-FFF2-40B4-BE49-F238E27FC236}">
                <a16:creationId xmlns:a16="http://schemas.microsoft.com/office/drawing/2014/main" xmlns="" id="{576A565C-CC34-452C-876B-3329D2A594C4}"/>
              </a:ext>
            </a:extLst>
          </p:cNvPr>
          <p:cNvSpPr/>
          <p:nvPr/>
        </p:nvSpPr>
        <p:spPr>
          <a:xfrm>
            <a:off x="5224369" y="2166027"/>
            <a:ext cx="3751951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내부구조 조회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기본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기술통계량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파악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summary(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xmlns="" id="{F44ED903-961A-494B-8A18-5D8D329995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5157" y="2251669"/>
            <a:ext cx="3362325" cy="18669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xmlns="" id="{29F51D79-258D-45BA-B46C-FEF292AF53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3007" y="4212449"/>
            <a:ext cx="6553200" cy="24003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xmlns="" id="{A74AE3D5-A4B7-4762-9723-0118524B45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315" y="5841268"/>
            <a:ext cx="4419600" cy="7239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09168399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이항형 명목척도 </a:t>
            </a:r>
            <a:r>
              <a:rPr lang="ko-KR" altLang="en-US" dirty="0" err="1"/>
              <a:t>변수컬럼</a:t>
            </a:r>
            <a:r>
              <a:rPr lang="ko-KR" altLang="en-US" dirty="0"/>
              <a:t> 특성파악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이항형 명목척도</a:t>
            </a:r>
            <a:r>
              <a:rPr lang="en-US" altLang="ko-KR" dirty="0"/>
              <a:t>(bi-nominal)</a:t>
            </a:r>
            <a:r>
              <a:rPr lang="ko-KR" altLang="en-US" dirty="0"/>
              <a:t> 중에서 성별</a:t>
            </a:r>
            <a:r>
              <a:rPr lang="en-US" altLang="ko-KR" dirty="0"/>
              <a:t>(gender)</a:t>
            </a:r>
            <a:r>
              <a:rPr lang="ko-KR" altLang="en-US" dirty="0"/>
              <a:t>변수를 선정하여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남성과 여성에 대한 빈도수와 비율 분포 특성을 파악함</a:t>
            </a:r>
            <a:endParaRPr lang="en-US" altLang="ko-KR" dirty="0"/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25DFE584-7754-4F1C-8B4D-0B971330CFE1}"/>
              </a:ext>
            </a:extLst>
          </p:cNvPr>
          <p:cNvSpPr/>
          <p:nvPr/>
        </p:nvSpPr>
        <p:spPr>
          <a:xfrm>
            <a:off x="515937" y="2176936"/>
            <a:ext cx="4535947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성별 전체내용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ctg$gender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성별 일부내용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head(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ctg$gender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10)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tail(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ctg$gender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15)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ctg$gender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[10:20]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성별 구조파악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length(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ctg$gender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NROW(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ctg$gender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ctg$gender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사각형: 둥근 모서리 76">
            <a:extLst>
              <a:ext uri="{FF2B5EF4-FFF2-40B4-BE49-F238E27FC236}">
                <a16:creationId xmlns:a16="http://schemas.microsoft.com/office/drawing/2014/main" xmlns="" id="{FEDCAC2F-1B80-4A62-9C87-D349649458CA}"/>
              </a:ext>
            </a:extLst>
          </p:cNvPr>
          <p:cNvSpPr/>
          <p:nvPr/>
        </p:nvSpPr>
        <p:spPr>
          <a:xfrm>
            <a:off x="5402882" y="2176936"/>
            <a:ext cx="4962525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성별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기술통계량</a:t>
            </a:r>
            <a:endParaRPr kumimoji="1" lang="ko-KR" altLang="en-US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summary(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ctg$gender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library(psych)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psych::describe(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ctg$gender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::describe(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ctg$gender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skimr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skim(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ctg$gender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xmlns="" id="{E08A77CA-BEF5-4643-827B-BAF2436A54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2104" y="2350286"/>
            <a:ext cx="3219450" cy="4191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xmlns="" id="{25046111-6ED6-4973-A7D8-7396BB0273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5963" y="3331521"/>
            <a:ext cx="4962525" cy="4381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xmlns="" id="{86D9539E-423B-4046-A040-C526F1E373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176" y="4204367"/>
            <a:ext cx="3619500" cy="11334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xmlns="" id="{E5597D94-CD9D-483E-9ED1-93CB66698D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5963" y="5589240"/>
            <a:ext cx="4953000" cy="10096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E1CB65B2-644F-47D1-AE27-C205594E1F7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83728"/>
          <a:stretch/>
        </p:blipFill>
        <p:spPr>
          <a:xfrm>
            <a:off x="666865" y="2635944"/>
            <a:ext cx="4219575" cy="53471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5CA0CDAE-7D81-42E8-ABB3-C9020E423D7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62340" y="4254413"/>
            <a:ext cx="2324100" cy="8667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xmlns="" id="{07D1B3BE-F74D-4EE0-ACE9-6EF7972998F7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86667"/>
          <a:stretch/>
        </p:blipFill>
        <p:spPr>
          <a:xfrm>
            <a:off x="666865" y="3331521"/>
            <a:ext cx="4219575" cy="4381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xmlns="" id="{EB9D6F40-FA36-43D5-9F7A-F2C0AA002731}"/>
              </a:ext>
            </a:extLst>
          </p:cNvPr>
          <p:cNvSpPr/>
          <p:nvPr/>
        </p:nvSpPr>
        <p:spPr>
          <a:xfrm>
            <a:off x="2538924" y="3112592"/>
            <a:ext cx="577081" cy="276999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/>
          <a:p>
            <a:r>
              <a:rPr kumimoji="1" lang="en-US" altLang="ko-KR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·····</a:t>
            </a:r>
            <a:endParaRPr lang="ko-KR" altLang="en-US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xmlns="" id="{9769106F-B8BD-417F-ACAB-DDEB8F1CBB9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67065" y="5483053"/>
            <a:ext cx="2609850" cy="8667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47375980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이항형 명목척도 </a:t>
            </a:r>
            <a:r>
              <a:rPr lang="ko-KR" altLang="en-US" dirty="0" err="1"/>
              <a:t>변수컬럼</a:t>
            </a:r>
            <a:r>
              <a:rPr lang="ko-KR" altLang="en-US" dirty="0"/>
              <a:t> 요약집계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이항형 명목척도</a:t>
            </a:r>
            <a:r>
              <a:rPr lang="en-US" altLang="ko-KR" dirty="0"/>
              <a:t>(bi-nominal)</a:t>
            </a:r>
            <a:r>
              <a:rPr lang="ko-KR" altLang="en-US" dirty="0"/>
              <a:t>인 성별</a:t>
            </a:r>
            <a:r>
              <a:rPr lang="en-US" altLang="ko-KR" dirty="0"/>
              <a:t>(gender)</a:t>
            </a:r>
            <a:r>
              <a:rPr lang="ko-KR" altLang="en-US" dirty="0"/>
              <a:t>변수를 범주형 데이터인 팩터형으로 변환하고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빈도</a:t>
            </a:r>
            <a:r>
              <a:rPr lang="en-US" altLang="ko-KR" dirty="0"/>
              <a:t>(</a:t>
            </a:r>
            <a:r>
              <a:rPr lang="en-US" altLang="ko-KR" dirty="0" err="1"/>
              <a:t>freq</a:t>
            </a:r>
            <a:r>
              <a:rPr lang="en-US" altLang="ko-KR" dirty="0"/>
              <a:t>)</a:t>
            </a:r>
            <a:r>
              <a:rPr lang="ko-KR" altLang="en-US" dirty="0"/>
              <a:t>와 비율</a:t>
            </a:r>
            <a:r>
              <a:rPr lang="en-US" altLang="ko-KR" dirty="0"/>
              <a:t>(proportion), </a:t>
            </a:r>
            <a:r>
              <a:rPr lang="ko-KR" altLang="en-US" dirty="0"/>
              <a:t>백분율</a:t>
            </a:r>
            <a:r>
              <a:rPr lang="en-US" altLang="ko-KR" dirty="0"/>
              <a:t>(percentage)</a:t>
            </a:r>
            <a:r>
              <a:rPr lang="ko-KR" altLang="en-US" dirty="0"/>
              <a:t>을 계산해 남성과 여성 항목간 분포 특성을 요약</a:t>
            </a:r>
            <a:r>
              <a:rPr lang="en-US" altLang="ko-KR" dirty="0"/>
              <a:t>·</a:t>
            </a:r>
            <a:r>
              <a:rPr lang="ko-KR" altLang="en-US" dirty="0"/>
              <a:t>집계함</a:t>
            </a:r>
            <a:endParaRPr lang="en-US" altLang="ko-KR" dirty="0"/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E420762C-F737-4CC3-B401-D7401ACC34B2}"/>
              </a:ext>
            </a:extLst>
          </p:cNvPr>
          <p:cNvSpPr/>
          <p:nvPr/>
        </p:nvSpPr>
        <p:spPr>
          <a:xfrm>
            <a:off x="515937" y="2176936"/>
            <a:ext cx="4535947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성별변수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팩터형변수로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변환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ctg$gender_f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factor(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ctg$gender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levels = c(1, 2),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labels = c('M', 'F'))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팩터형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변수 추가내용 확인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head(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성별변수 요약집계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빈도분석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gender_freq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table(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ctg$gender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gender_freq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gender_f_freq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table(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ctg$gender_f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gender_f_freq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사각형: 둥근 모서리 76">
            <a:extLst>
              <a:ext uri="{FF2B5EF4-FFF2-40B4-BE49-F238E27FC236}">
                <a16:creationId xmlns:a16="http://schemas.microsoft.com/office/drawing/2014/main" xmlns="" id="{2DE5E7AE-BE0A-4F9B-A3CA-24473BCB7298}"/>
              </a:ext>
            </a:extLst>
          </p:cNvPr>
          <p:cNvSpPr/>
          <p:nvPr/>
        </p:nvSpPr>
        <p:spPr>
          <a:xfrm>
            <a:off x="6917090" y="2176936"/>
            <a:ext cx="3895433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비율분석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gender_prop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prop.table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gender_freq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gender_prop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gender_f_prop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prop.table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gender_f_freq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gender_f_prop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비율분석 소수자리정리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round(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gender_prop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3)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round(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gender_f_prop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3)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백분율분석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gender_pect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round(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gender_prop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3) * 100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gender_pect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gender_f_pect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round(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gender_f_prop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3) * 100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gender_f_pect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64604769-DFB3-4982-8B4E-E570912826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6519" y="4181603"/>
            <a:ext cx="3295650" cy="19907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xmlns="" id="{B30E40AA-505F-4B86-9F7B-43532351F0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9476" y="3315001"/>
            <a:ext cx="5038725" cy="7239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xmlns="" id="{A0300967-093F-4BAB-A0C5-05E2D9304D1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56436"/>
          <a:stretch/>
        </p:blipFill>
        <p:spPr>
          <a:xfrm>
            <a:off x="826651" y="5927354"/>
            <a:ext cx="1095375" cy="56433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xmlns="" id="{D7DD73A9-62D6-494D-ACF5-85315CA515C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5957" b="479"/>
          <a:stretch/>
        </p:blipFill>
        <p:spPr>
          <a:xfrm>
            <a:off x="2001922" y="5927355"/>
            <a:ext cx="1095375" cy="56433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xmlns="" id="{AA8D4996-30CF-4BB2-9C35-3C774A0DED4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86781"/>
          <a:stretch/>
        </p:blipFill>
        <p:spPr>
          <a:xfrm>
            <a:off x="8138486" y="3145802"/>
            <a:ext cx="1781175" cy="54644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xmlns="" id="{0FFDC1C8-1A1D-4A6C-97E0-D4621514D28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7420" b="69362"/>
          <a:stretch/>
        </p:blipFill>
        <p:spPr>
          <a:xfrm>
            <a:off x="9998956" y="3145802"/>
            <a:ext cx="1781175" cy="54644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xmlns="" id="{1F2B74B4-C2E6-453B-8C4D-66D9FFAE982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34331" b="52111"/>
          <a:stretch/>
        </p:blipFill>
        <p:spPr>
          <a:xfrm>
            <a:off x="8138486" y="4437112"/>
            <a:ext cx="1781175" cy="56045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xmlns="" id="{A947CD03-FB59-45BF-8FDF-3541E59D2DB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47903" b="38539"/>
          <a:stretch/>
        </p:blipFill>
        <p:spPr>
          <a:xfrm>
            <a:off x="9998956" y="4437112"/>
            <a:ext cx="1781175" cy="56045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xmlns="" id="{AC50F016-9BA5-4B65-9E77-5D0DE3CBC5E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69488" b="17447"/>
          <a:stretch/>
        </p:blipFill>
        <p:spPr>
          <a:xfrm>
            <a:off x="8138486" y="5877272"/>
            <a:ext cx="1781175" cy="54006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xmlns="" id="{F1BAB79C-8E68-45A8-84B9-0318D11A5C2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86456" b="479"/>
          <a:stretch/>
        </p:blipFill>
        <p:spPr>
          <a:xfrm>
            <a:off x="9998956" y="5877272"/>
            <a:ext cx="1781175" cy="54006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39873194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이항형 명목척도 </a:t>
            </a:r>
            <a:r>
              <a:rPr lang="ko-KR" altLang="en-US" dirty="0" err="1"/>
              <a:t>변수컬럼</a:t>
            </a:r>
            <a:r>
              <a:rPr lang="ko-KR" altLang="en-US" dirty="0"/>
              <a:t> 시각화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이항형 명목척도</a:t>
            </a:r>
            <a:r>
              <a:rPr lang="en-US" altLang="ko-KR" dirty="0"/>
              <a:t>(bi-nominal)</a:t>
            </a:r>
            <a:r>
              <a:rPr lang="ko-KR" altLang="en-US" dirty="0"/>
              <a:t>인 성별</a:t>
            </a:r>
            <a:r>
              <a:rPr lang="en-US" altLang="ko-KR" dirty="0"/>
              <a:t>(gender)</a:t>
            </a:r>
            <a:r>
              <a:rPr lang="ko-KR" altLang="en-US" dirty="0"/>
              <a:t>변수의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남성과 여성 항목간 빈도</a:t>
            </a:r>
            <a:r>
              <a:rPr lang="en-US" altLang="ko-KR" dirty="0"/>
              <a:t>, </a:t>
            </a:r>
            <a:r>
              <a:rPr lang="ko-KR" altLang="en-US" dirty="0"/>
              <a:t>비율</a:t>
            </a:r>
            <a:r>
              <a:rPr lang="en-US" altLang="ko-KR" dirty="0"/>
              <a:t>, </a:t>
            </a:r>
            <a:r>
              <a:rPr lang="ko-KR" altLang="en-US" dirty="0"/>
              <a:t>백분율 분포특성을 시각화를 통해 살펴봄</a:t>
            </a:r>
            <a:endParaRPr lang="en-US" altLang="ko-KR" dirty="0"/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E420762C-F737-4CC3-B401-D7401ACC34B2}"/>
              </a:ext>
            </a:extLst>
          </p:cNvPr>
          <p:cNvSpPr/>
          <p:nvPr/>
        </p:nvSpPr>
        <p:spPr>
          <a:xfrm>
            <a:off x="515937" y="2176936"/>
            <a:ext cx="7848315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barplot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함수를 이용한 범주형 데이터 그래프</a:t>
            </a:r>
            <a:endParaRPr kumimoji="1" lang="ko-KR" altLang="en-US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mfrow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=c(2, 2))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멀티 캔버스 프레임 구성</a:t>
            </a:r>
          </a:p>
          <a:p>
            <a:pPr>
              <a:lnSpc>
                <a:spcPct val="105000"/>
              </a:lnSpc>
            </a:pPr>
            <a:endParaRPr kumimoji="1" lang="ko-KR" altLang="en-US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barplot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gender_f_freq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main="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성별 인원수 분포비교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Simple Bar Plot",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xlab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성별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ylab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명수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")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barplot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gender_f_freq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main="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성별 인원수 분포비교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Horizontal Bar Plot",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xlab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성별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ylab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명수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horiz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=TRUE)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barplot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gender_f_prop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main="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성별 비율 분포비교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Simple Bar Plot",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xlab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성별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ylab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명수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", density=c(20, 30),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legend=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rownames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gender_f_freq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))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barplot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gender_f_prop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main="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성별 비율 분포비교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Horizontal Bar Plot",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xlab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성별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ylab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명수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horiz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=TRUE, col=c("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lightblue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", "pink"), 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beside=TRUE, legend=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rownames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gender_f_freq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))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mfrow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=c(1, 1))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멀티 캔버스 프레임 리셋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xmlns="" id="{016819FD-C98C-4B34-830E-183429D467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2079" y="2368263"/>
            <a:ext cx="6696744" cy="414601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824142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다항형 명목척도 </a:t>
            </a:r>
            <a:r>
              <a:rPr lang="ko-KR" altLang="en-US" dirty="0" err="1"/>
              <a:t>변수컬럼</a:t>
            </a:r>
            <a:r>
              <a:rPr lang="ko-KR" altLang="en-US" dirty="0"/>
              <a:t> 특성파악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다항형 명목척도</a:t>
            </a:r>
            <a:r>
              <a:rPr lang="en-US" altLang="ko-KR" dirty="0"/>
              <a:t>(multi-nominal)</a:t>
            </a:r>
            <a:r>
              <a:rPr lang="ko-KR" altLang="en-US" dirty="0"/>
              <a:t> 중에서 방한목적</a:t>
            </a:r>
            <a:r>
              <a:rPr lang="en-US" altLang="ko-KR" dirty="0"/>
              <a:t>(object)</a:t>
            </a:r>
            <a:r>
              <a:rPr lang="ko-KR" altLang="en-US" dirty="0"/>
              <a:t>변수를 선정하여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여러 방한목적 항목들에 대한 빈도수와 비율 분포 특성을 파악함</a:t>
            </a:r>
            <a:endParaRPr lang="en-US" altLang="ko-KR" dirty="0"/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25DFE584-7754-4F1C-8B4D-0B971330CFE1}"/>
              </a:ext>
            </a:extLst>
          </p:cNvPr>
          <p:cNvSpPr/>
          <p:nvPr/>
        </p:nvSpPr>
        <p:spPr>
          <a:xfrm>
            <a:off x="515937" y="2176936"/>
            <a:ext cx="4535947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방한목적 전체내용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ctg$object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방한목적 일부내용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head(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ctg$object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10)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tail(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ctg$object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15)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ctg$object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[10:20]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방한목적 구조파악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length(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ctg$object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NROW(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ctg$object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ctg$object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sp>
        <p:nvSpPr>
          <p:cNvPr id="7" name="사각형: 둥근 모서리 76">
            <a:extLst>
              <a:ext uri="{FF2B5EF4-FFF2-40B4-BE49-F238E27FC236}">
                <a16:creationId xmlns:a16="http://schemas.microsoft.com/office/drawing/2014/main" xmlns="" id="{FEDCAC2F-1B80-4A62-9C87-D349649458CA}"/>
              </a:ext>
            </a:extLst>
          </p:cNvPr>
          <p:cNvSpPr/>
          <p:nvPr/>
        </p:nvSpPr>
        <p:spPr>
          <a:xfrm>
            <a:off x="5402882" y="2176936"/>
            <a:ext cx="4962525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성별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기술통계량</a:t>
            </a:r>
            <a:endParaRPr kumimoji="1" lang="ko-KR" altLang="en-US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summary(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ctg$object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library(psych)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psych::describe(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ctg$object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::describe(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ctg$object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skimr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skim(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ctg$object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xmlns="" id="{1CC853C6-6BA7-48DD-81BA-03D92F273FB3}"/>
              </a:ext>
            </a:extLst>
          </p:cNvPr>
          <p:cNvSpPr/>
          <p:nvPr/>
        </p:nvSpPr>
        <p:spPr>
          <a:xfrm>
            <a:off x="2538924" y="3182157"/>
            <a:ext cx="577081" cy="276999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/>
          <a:p>
            <a:r>
              <a:rPr kumimoji="1" lang="en-US" altLang="ko-KR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·····</a:t>
            </a:r>
            <a:endParaRPr lang="ko-KR" altLang="en-US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xmlns="" id="{4AB83830-298C-4112-B08A-DCF9721C1F9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8148"/>
          <a:stretch/>
        </p:blipFill>
        <p:spPr>
          <a:xfrm>
            <a:off x="606916" y="2656440"/>
            <a:ext cx="4333875" cy="5619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xmlns="" id="{9A7A6AD1-74CA-4361-B5C5-EE0D07F89DE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2963"/>
          <a:stretch/>
        </p:blipFill>
        <p:spPr>
          <a:xfrm>
            <a:off x="606916" y="3422898"/>
            <a:ext cx="4333875" cy="4381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xmlns="" id="{FBF7ADC3-887A-45C4-A1CB-F714792C50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8591" y="4332523"/>
            <a:ext cx="2362200" cy="8572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xmlns="" id="{9298E547-B950-4593-B9D4-F50E19B414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2841" y="5632090"/>
            <a:ext cx="2647950" cy="8572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xmlns="" id="{D4805CC3-27BD-48EC-96ED-63B9C4DA03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0096" y="2358649"/>
            <a:ext cx="3267075" cy="4476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xmlns="" id="{1A7B54F6-5220-4A80-837B-906FCA3C62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6902" y="3248980"/>
            <a:ext cx="5133975" cy="4572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xmlns="" id="{4091BFDD-0E30-417D-9438-82906FD898B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66038" y="4031146"/>
            <a:ext cx="4010025" cy="11620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xmlns="" id="{56E78014-ADD7-4ED4-B30A-7FFD8F16F1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16902" y="5560652"/>
            <a:ext cx="5095875" cy="10001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85317006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다항형 명목척도 </a:t>
            </a:r>
            <a:r>
              <a:rPr lang="ko-KR" altLang="en-US" dirty="0" err="1"/>
              <a:t>변수컬럼</a:t>
            </a:r>
            <a:r>
              <a:rPr lang="ko-KR" altLang="en-US" dirty="0"/>
              <a:t> 요약집계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다항형 명목척도</a:t>
            </a:r>
            <a:r>
              <a:rPr lang="en-US" altLang="ko-KR" dirty="0"/>
              <a:t>(bi-nominal)</a:t>
            </a:r>
            <a:r>
              <a:rPr lang="ko-KR" altLang="en-US" dirty="0"/>
              <a:t>인 방한목적</a:t>
            </a:r>
            <a:r>
              <a:rPr lang="en-US" altLang="ko-KR" dirty="0"/>
              <a:t>(object)</a:t>
            </a:r>
            <a:r>
              <a:rPr lang="ko-KR" altLang="en-US" dirty="0"/>
              <a:t>변수를 범주형 데이터인 </a:t>
            </a:r>
            <a:r>
              <a:rPr lang="ko-KR" altLang="en-US" dirty="0" err="1"/>
              <a:t>팩터형</a:t>
            </a:r>
            <a:r>
              <a:rPr lang="en-US" altLang="ko-KR" dirty="0"/>
              <a:t>(factor)</a:t>
            </a:r>
            <a:r>
              <a:rPr lang="ko-KR" altLang="en-US" dirty="0"/>
              <a:t>으로 변환하고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빈도</a:t>
            </a:r>
            <a:r>
              <a:rPr lang="en-US" altLang="ko-KR" dirty="0"/>
              <a:t>(</a:t>
            </a:r>
            <a:r>
              <a:rPr lang="en-US" altLang="ko-KR" dirty="0" err="1"/>
              <a:t>freq</a:t>
            </a:r>
            <a:r>
              <a:rPr lang="en-US" altLang="ko-KR" dirty="0"/>
              <a:t>)</a:t>
            </a:r>
            <a:r>
              <a:rPr lang="ko-KR" altLang="en-US" dirty="0"/>
              <a:t>와 비율</a:t>
            </a:r>
            <a:r>
              <a:rPr lang="en-US" altLang="ko-KR" dirty="0"/>
              <a:t>(proportion), </a:t>
            </a:r>
            <a:r>
              <a:rPr lang="ko-KR" altLang="en-US" dirty="0"/>
              <a:t>백분율</a:t>
            </a:r>
            <a:r>
              <a:rPr lang="en-US" altLang="ko-KR" dirty="0"/>
              <a:t>(percentage)</a:t>
            </a:r>
            <a:r>
              <a:rPr lang="ko-KR" altLang="en-US" dirty="0"/>
              <a:t>을 계산해 방한목적 항목간 분포 특성을 요약</a:t>
            </a:r>
            <a:r>
              <a:rPr lang="en-US" altLang="ko-KR" dirty="0"/>
              <a:t>·</a:t>
            </a:r>
            <a:r>
              <a:rPr lang="ko-KR" altLang="en-US" dirty="0"/>
              <a:t>집계함</a:t>
            </a:r>
            <a:endParaRPr lang="en-US" altLang="ko-KR" dirty="0"/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E420762C-F737-4CC3-B401-D7401ACC34B2}"/>
              </a:ext>
            </a:extLst>
          </p:cNvPr>
          <p:cNvSpPr/>
          <p:nvPr/>
        </p:nvSpPr>
        <p:spPr>
          <a:xfrm>
            <a:off x="515937" y="2176936"/>
            <a:ext cx="5652071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방한목적변수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팩터형변수로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변환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ctg$object_f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factor(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ctg$object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levels = c(1:8),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labels = c('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여가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위락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개별휴가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뷰티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건강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치료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     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종교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순례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쇼핑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친구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친지 방문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     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사업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전문 활동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교육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기타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팩터형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변수추가내용 확인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head(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6" name="사각형: 둥근 모서리 76">
            <a:extLst>
              <a:ext uri="{FF2B5EF4-FFF2-40B4-BE49-F238E27FC236}">
                <a16:creationId xmlns:a16="http://schemas.microsoft.com/office/drawing/2014/main" xmlns="" id="{B74BC757-41CE-46FD-BA81-29C3B8F42C39}"/>
              </a:ext>
            </a:extLst>
          </p:cNvPr>
          <p:cNvSpPr/>
          <p:nvPr/>
        </p:nvSpPr>
        <p:spPr>
          <a:xfrm>
            <a:off x="6347396" y="2176936"/>
            <a:ext cx="4573017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방한목적변수 빈도분석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object_freq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table(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ctg$object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object_freq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object_f_freq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table(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ctg$object_f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object_f_freq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빈도분석 결과를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데이터프레임형태로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변환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obj_df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as.data.frame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object_f_freq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obj_df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View(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obj_df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xmlns="" id="{40220C52-CF36-4000-8623-6A68266EA59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7616"/>
          <a:stretch/>
        </p:blipFill>
        <p:spPr>
          <a:xfrm>
            <a:off x="695401" y="3869768"/>
            <a:ext cx="2088232" cy="11430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xmlns="" id="{F92A80F8-69DD-49DB-8290-9483441C38C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73220"/>
          <a:stretch/>
        </p:blipFill>
        <p:spPr>
          <a:xfrm>
            <a:off x="695325" y="5434410"/>
            <a:ext cx="5400675" cy="57648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xmlns="" id="{A21F5426-C1B0-4A89-BA8C-A7E25170E03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0062"/>
          <a:stretch/>
        </p:blipFill>
        <p:spPr>
          <a:xfrm>
            <a:off x="695325" y="6130645"/>
            <a:ext cx="5400675" cy="42919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30" name="직사각형 29">
            <a:extLst>
              <a:ext uri="{FF2B5EF4-FFF2-40B4-BE49-F238E27FC236}">
                <a16:creationId xmlns:a16="http://schemas.microsoft.com/office/drawing/2014/main" xmlns="" id="{8BCE405F-FB57-4C3A-9A81-9B764D739052}"/>
              </a:ext>
            </a:extLst>
          </p:cNvPr>
          <p:cNvSpPr/>
          <p:nvPr/>
        </p:nvSpPr>
        <p:spPr>
          <a:xfrm>
            <a:off x="3107122" y="5932270"/>
            <a:ext cx="577081" cy="276999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/>
          <a:p>
            <a:r>
              <a:rPr kumimoji="1" lang="en-US" altLang="ko-KR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·····</a:t>
            </a:r>
            <a:endParaRPr lang="ko-KR" altLang="en-US" dirty="0"/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xmlns="" id="{5A442963-7E17-4030-9135-1845A89394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7762" y="2276475"/>
            <a:ext cx="2724150" cy="5619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xmlns="" id="{89F75D27-0053-45E3-973D-6832A01899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2337" y="3244657"/>
            <a:ext cx="4219575" cy="11239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xmlns="" id="{0DBD4D27-D1B1-4684-B9BB-5D7B6B0D3C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9397" y="5085184"/>
            <a:ext cx="1905000" cy="14287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xmlns="" id="{9BE52955-4178-4823-B72D-8A97A0BE90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24987" y="4426242"/>
            <a:ext cx="2066925" cy="22193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xmlns="" id="{464EFC4C-2186-4F2E-8543-E729DDEFCD2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9168"/>
          <a:stretch/>
        </p:blipFill>
        <p:spPr>
          <a:xfrm>
            <a:off x="3393338" y="3869768"/>
            <a:ext cx="2633016" cy="11430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37" name="직사각형 36">
            <a:extLst>
              <a:ext uri="{FF2B5EF4-FFF2-40B4-BE49-F238E27FC236}">
                <a16:creationId xmlns:a16="http://schemas.microsoft.com/office/drawing/2014/main" xmlns="" id="{505A2557-F5AD-4065-B418-8E692B3F1CB7}"/>
              </a:ext>
            </a:extLst>
          </p:cNvPr>
          <p:cNvSpPr/>
          <p:nvPr/>
        </p:nvSpPr>
        <p:spPr>
          <a:xfrm>
            <a:off x="2927648" y="4302769"/>
            <a:ext cx="346249" cy="276999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/>
          <a:p>
            <a:r>
              <a:rPr kumimoji="1" lang="en-US" altLang="ko-KR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···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5180052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다항형 명목척도 </a:t>
            </a:r>
            <a:r>
              <a:rPr lang="ko-KR" altLang="en-US" dirty="0" err="1"/>
              <a:t>변수컬럼</a:t>
            </a:r>
            <a:r>
              <a:rPr lang="ko-KR" altLang="en-US" dirty="0"/>
              <a:t> 요약집계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다항형 명목척도</a:t>
            </a:r>
            <a:r>
              <a:rPr lang="en-US" altLang="ko-KR" dirty="0"/>
              <a:t>(bi-nominal)</a:t>
            </a:r>
            <a:r>
              <a:rPr lang="ko-KR" altLang="en-US" dirty="0"/>
              <a:t>인 방한목적</a:t>
            </a:r>
            <a:r>
              <a:rPr lang="en-US" altLang="ko-KR" dirty="0"/>
              <a:t>(object)</a:t>
            </a:r>
            <a:r>
              <a:rPr lang="ko-KR" altLang="en-US" dirty="0"/>
              <a:t>변수를 범주형 데이터인 </a:t>
            </a:r>
            <a:r>
              <a:rPr lang="ko-KR" altLang="en-US" dirty="0" err="1"/>
              <a:t>팩터형</a:t>
            </a:r>
            <a:r>
              <a:rPr lang="en-US" altLang="ko-KR" dirty="0"/>
              <a:t>(factor)</a:t>
            </a:r>
            <a:r>
              <a:rPr lang="ko-KR" altLang="en-US" dirty="0"/>
              <a:t>으로 변환하고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빈도</a:t>
            </a:r>
            <a:r>
              <a:rPr lang="en-US" altLang="ko-KR" dirty="0"/>
              <a:t>(</a:t>
            </a:r>
            <a:r>
              <a:rPr lang="en-US" altLang="ko-KR" dirty="0" err="1"/>
              <a:t>freq</a:t>
            </a:r>
            <a:r>
              <a:rPr lang="en-US" altLang="ko-KR" dirty="0"/>
              <a:t>)</a:t>
            </a:r>
            <a:r>
              <a:rPr lang="ko-KR" altLang="en-US" dirty="0"/>
              <a:t>와 비율</a:t>
            </a:r>
            <a:r>
              <a:rPr lang="en-US" altLang="ko-KR" dirty="0"/>
              <a:t>(proportion), </a:t>
            </a:r>
            <a:r>
              <a:rPr lang="ko-KR" altLang="en-US" dirty="0"/>
              <a:t>백분율</a:t>
            </a:r>
            <a:r>
              <a:rPr lang="en-US" altLang="ko-KR" dirty="0"/>
              <a:t>(percentage)</a:t>
            </a:r>
            <a:r>
              <a:rPr lang="ko-KR" altLang="en-US" dirty="0"/>
              <a:t>을 계산해 방한목적 항목간 분포 특성을 요약</a:t>
            </a:r>
            <a:r>
              <a:rPr lang="en-US" altLang="ko-KR" dirty="0"/>
              <a:t>·</a:t>
            </a:r>
            <a:r>
              <a:rPr lang="ko-KR" altLang="en-US" dirty="0"/>
              <a:t>집계함</a:t>
            </a:r>
            <a:endParaRPr lang="en-US" altLang="ko-KR" dirty="0"/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E420762C-F737-4CC3-B401-D7401ACC34B2}"/>
              </a:ext>
            </a:extLst>
          </p:cNvPr>
          <p:cNvSpPr/>
          <p:nvPr/>
        </p:nvSpPr>
        <p:spPr>
          <a:xfrm>
            <a:off x="515937" y="2176936"/>
            <a:ext cx="4031891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비율분석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object_prop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prop.table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object_freq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object_prop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object_f_prop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prop.table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object_f_freq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object_f_prop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비율분석 결과를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데이터프레임형태로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변환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obj_prop_df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as.data.frame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object_f_prop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obj_prop_df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View(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obj_prop_df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sp>
        <p:nvSpPr>
          <p:cNvPr id="19" name="사각형: 둥근 모서리 76">
            <a:extLst>
              <a:ext uri="{FF2B5EF4-FFF2-40B4-BE49-F238E27FC236}">
                <a16:creationId xmlns:a16="http://schemas.microsoft.com/office/drawing/2014/main" xmlns="" id="{D60C682B-9426-4E5E-9C2A-EB4535E11F44}"/>
              </a:ext>
            </a:extLst>
          </p:cNvPr>
          <p:cNvSpPr/>
          <p:nvPr/>
        </p:nvSpPr>
        <p:spPr>
          <a:xfrm>
            <a:off x="6156299" y="2176936"/>
            <a:ext cx="4408411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비율분석 소수자리정리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round(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object_prop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3); round(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object_f_prop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3)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백분율분석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object_pect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round(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object_prop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3) * 100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object_pect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object_f_pect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round(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object_f_prop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3) * 100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object_f_pect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백분율분석 결과를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데이터프레임형태로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변환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obj_pect_df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as.data.frame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object_f_pect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obj_pect_df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View(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obj_pect_df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540F3B72-3223-48D4-B529-A9144B93A6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1812" y="2628348"/>
            <a:ext cx="3076663" cy="80065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xmlns="" id="{83FE1100-A711-4AF6-A45E-960668C770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9101" y="5440272"/>
            <a:ext cx="2010333" cy="12208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xmlns="" id="{AAD85D7C-B3A9-495C-AE97-5204255DB4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9370" y="4756596"/>
            <a:ext cx="1928943" cy="190452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xmlns="" id="{4B80154A-71B5-4197-8C3E-DF771C44D1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5858" y="2767429"/>
            <a:ext cx="2456676" cy="5619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xmlns="" id="{5FD50A01-36E9-473F-9A83-B231E082F5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8168" y="5121188"/>
            <a:ext cx="1866900" cy="14097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xmlns="" id="{054307DE-559E-4519-A811-E0BEE4B8086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32404" y="4617132"/>
            <a:ext cx="1866901" cy="201315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grpSp>
        <p:nvGrpSpPr>
          <p:cNvPr id="54" name="그룹 53">
            <a:extLst>
              <a:ext uri="{FF2B5EF4-FFF2-40B4-BE49-F238E27FC236}">
                <a16:creationId xmlns:a16="http://schemas.microsoft.com/office/drawing/2014/main" xmlns="" id="{5D804F3A-D168-4D4A-ABDD-2F3C8FE67B86}"/>
              </a:ext>
            </a:extLst>
          </p:cNvPr>
          <p:cNvGrpSpPr/>
          <p:nvPr/>
        </p:nvGrpSpPr>
        <p:grpSpPr>
          <a:xfrm>
            <a:off x="7356140" y="3627140"/>
            <a:ext cx="4243165" cy="900064"/>
            <a:chOff x="7356140" y="3627140"/>
            <a:chExt cx="4243165" cy="900064"/>
          </a:xfrm>
        </p:grpSpPr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xmlns="" id="{1938C684-791D-4F16-9B1E-D0EA0BAA84BE}"/>
                </a:ext>
              </a:extLst>
            </p:cNvPr>
            <p:cNvSpPr/>
            <p:nvPr/>
          </p:nvSpPr>
          <p:spPr>
            <a:xfrm>
              <a:off x="7356140" y="3627140"/>
              <a:ext cx="4243165" cy="90006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xmlns="" id="{530ADE53-ACDC-40BD-9624-7B50CAECD4F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r="75265"/>
            <a:stretch/>
          </p:blipFill>
          <p:spPr>
            <a:xfrm>
              <a:off x="7393724" y="3664620"/>
              <a:ext cx="1334544" cy="832857"/>
            </a:xfrm>
            <a:prstGeom prst="rect">
              <a:avLst/>
            </a:prstGeom>
            <a:noFill/>
            <a:ln w="3175">
              <a:noFill/>
            </a:ln>
          </p:spPr>
        </p:pic>
        <p:pic>
          <p:nvPicPr>
            <p:cNvPr id="32" name="그림 31">
              <a:extLst>
                <a:ext uri="{FF2B5EF4-FFF2-40B4-BE49-F238E27FC236}">
                  <a16:creationId xmlns:a16="http://schemas.microsoft.com/office/drawing/2014/main" xmlns="" id="{C355369D-0781-4E41-95C0-430075F0D3C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l="27272" r="50531"/>
            <a:stretch/>
          </p:blipFill>
          <p:spPr>
            <a:xfrm>
              <a:off x="8717046" y="3664620"/>
              <a:ext cx="1197668" cy="832857"/>
            </a:xfrm>
            <a:prstGeom prst="rect">
              <a:avLst/>
            </a:prstGeom>
            <a:noFill/>
            <a:ln w="3175">
              <a:noFill/>
            </a:ln>
          </p:spPr>
        </p:pic>
        <p:pic>
          <p:nvPicPr>
            <p:cNvPr id="33" name="그림 32">
              <a:extLst>
                <a:ext uri="{FF2B5EF4-FFF2-40B4-BE49-F238E27FC236}">
                  <a16:creationId xmlns:a16="http://schemas.microsoft.com/office/drawing/2014/main" xmlns="" id="{04FBDBDE-841F-43C0-84FA-0C6997FC007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l="87122"/>
            <a:stretch/>
          </p:blipFill>
          <p:spPr>
            <a:xfrm>
              <a:off x="10873627" y="3664620"/>
              <a:ext cx="694824" cy="832857"/>
            </a:xfrm>
            <a:prstGeom prst="rect">
              <a:avLst/>
            </a:prstGeom>
            <a:noFill/>
            <a:ln w="3175">
              <a:noFill/>
            </a:ln>
          </p:spPr>
        </p:pic>
        <p:pic>
          <p:nvPicPr>
            <p:cNvPr id="34" name="그림 33">
              <a:extLst>
                <a:ext uri="{FF2B5EF4-FFF2-40B4-BE49-F238E27FC236}">
                  <a16:creationId xmlns:a16="http://schemas.microsoft.com/office/drawing/2014/main" xmlns="" id="{5B6A2926-66B5-4196-BACC-F3B7A28E09A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l="56659" r="25019"/>
            <a:stretch/>
          </p:blipFill>
          <p:spPr>
            <a:xfrm>
              <a:off x="9911465" y="3664620"/>
              <a:ext cx="988580" cy="832857"/>
            </a:xfrm>
            <a:prstGeom prst="rect">
              <a:avLst/>
            </a:prstGeom>
            <a:noFill/>
            <a:ln w="3175">
              <a:noFill/>
            </a:ln>
          </p:spPr>
        </p:pic>
      </p:grpSp>
      <p:sp>
        <p:nvSpPr>
          <p:cNvPr id="39" name="직사각형 38">
            <a:extLst>
              <a:ext uri="{FF2B5EF4-FFF2-40B4-BE49-F238E27FC236}">
                <a16:creationId xmlns:a16="http://schemas.microsoft.com/office/drawing/2014/main" xmlns="" id="{B4529DD9-2A50-4C25-82D6-7B53D28A08AE}"/>
              </a:ext>
            </a:extLst>
          </p:cNvPr>
          <p:cNvSpPr/>
          <p:nvPr/>
        </p:nvSpPr>
        <p:spPr>
          <a:xfrm>
            <a:off x="738078" y="3833282"/>
            <a:ext cx="4824000" cy="87840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0" name="그림 49">
            <a:extLst>
              <a:ext uri="{FF2B5EF4-FFF2-40B4-BE49-F238E27FC236}">
                <a16:creationId xmlns:a16="http://schemas.microsoft.com/office/drawing/2014/main" xmlns="" id="{40FE3C6F-C88E-44AD-B6F6-D013D617DB67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r="49581"/>
          <a:stretch/>
        </p:blipFill>
        <p:spPr>
          <a:xfrm>
            <a:off x="748268" y="3850211"/>
            <a:ext cx="2852619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xmlns="" id="{F768C4D1-BAE0-49BD-9D5C-1CE3E87648E2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56607" r="25067"/>
          <a:stretch/>
        </p:blipFill>
        <p:spPr>
          <a:xfrm>
            <a:off x="3600887" y="3850211"/>
            <a:ext cx="1036880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xmlns="" id="{AD13E7FD-58E6-46A8-9618-C8F08385CE96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84405"/>
          <a:stretch/>
        </p:blipFill>
        <p:spPr>
          <a:xfrm>
            <a:off x="4639062" y="3850211"/>
            <a:ext cx="882374" cy="8572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2561301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다항형 명목척도 </a:t>
            </a:r>
            <a:r>
              <a:rPr lang="ko-KR" altLang="en-US" dirty="0" err="1"/>
              <a:t>변수컬럼</a:t>
            </a:r>
            <a:r>
              <a:rPr lang="ko-KR" altLang="en-US" dirty="0"/>
              <a:t> 시각화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다항형 명목척도</a:t>
            </a:r>
            <a:r>
              <a:rPr lang="en-US" altLang="ko-KR" dirty="0"/>
              <a:t>(bi-nominal)</a:t>
            </a:r>
            <a:r>
              <a:rPr lang="ko-KR" altLang="en-US" dirty="0"/>
              <a:t>인 방한목적</a:t>
            </a:r>
            <a:r>
              <a:rPr lang="en-US" altLang="ko-KR" dirty="0"/>
              <a:t>(object)</a:t>
            </a:r>
            <a:r>
              <a:rPr lang="ko-KR" altLang="en-US" dirty="0"/>
              <a:t>변수의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방한목적 항목간 빈도</a:t>
            </a:r>
            <a:r>
              <a:rPr lang="en-US" altLang="ko-KR" dirty="0"/>
              <a:t>, </a:t>
            </a:r>
            <a:r>
              <a:rPr lang="ko-KR" altLang="en-US" dirty="0"/>
              <a:t>비율</a:t>
            </a:r>
            <a:r>
              <a:rPr lang="en-US" altLang="ko-KR" dirty="0"/>
              <a:t>, </a:t>
            </a:r>
            <a:r>
              <a:rPr lang="ko-KR" altLang="en-US" dirty="0"/>
              <a:t>백분율 분포특성을 시각화를 통해 살펴봄</a:t>
            </a:r>
            <a:endParaRPr lang="en-US" altLang="ko-KR" dirty="0"/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E420762C-F737-4CC3-B401-D7401ACC34B2}"/>
              </a:ext>
            </a:extLst>
          </p:cNvPr>
          <p:cNvSpPr/>
          <p:nvPr/>
        </p:nvSpPr>
        <p:spPr>
          <a:xfrm>
            <a:off x="515937" y="2176936"/>
            <a:ext cx="7848315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barplot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함수를 이용한 범주형 데이터 그래프</a:t>
            </a:r>
            <a:endParaRPr kumimoji="1" lang="ko-KR" altLang="en-US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mfrow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=c(2, 2))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멀티 캔버스 프레임 구성</a:t>
            </a:r>
          </a:p>
          <a:p>
            <a:pPr>
              <a:lnSpc>
                <a:spcPct val="105000"/>
              </a:lnSpc>
            </a:pPr>
            <a:endParaRPr kumimoji="1" lang="ko-KR" altLang="en-US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barplot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object_f_freq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main="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방한목적 인원수 분포비교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xlab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방한목적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ylab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명수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")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barplot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object_f_freq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main="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방한목적 인원수 분포비교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xlab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방한목적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ylab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명수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", las = 1,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horiz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=TRUE)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barplot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object_f_prop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main="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방한목적 비율 분포비교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xlab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방한목적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ylab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명수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", density=c(20, 30),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legend=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rownames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object_f_freq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))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barplot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object_f_prop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main="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방한목적 비율 분포비교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xlab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방한목적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ylab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명수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", las = 1,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horiz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=TRUE, col=c("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lightblue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", "pink"), 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beside=TRUE, legend=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rownames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object_f_freq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))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mfrow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=c(1, 1))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멀티 캔버스 프레임 리셋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29E6E49D-E865-40F8-BF61-ECB279945E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3891" y="2276474"/>
            <a:ext cx="6552171" cy="435688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41767187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서열형</a:t>
            </a:r>
            <a:r>
              <a:rPr lang="ko-KR" altLang="en-US" dirty="0" smtClean="0"/>
              <a:t> 척도 </a:t>
            </a:r>
            <a:r>
              <a:rPr lang="ko-KR" altLang="en-US" dirty="0" err="1"/>
              <a:t>변수컬럼</a:t>
            </a:r>
            <a:r>
              <a:rPr lang="ko-KR" altLang="en-US" dirty="0"/>
              <a:t> 특성파악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 err="1" smtClean="0"/>
              <a:t>서열형</a:t>
            </a:r>
            <a:r>
              <a:rPr lang="ko-KR" altLang="en-US" dirty="0" smtClean="0"/>
              <a:t> 척도</a:t>
            </a:r>
            <a:r>
              <a:rPr lang="en-US" altLang="ko-KR" dirty="0"/>
              <a:t>(ordinal)</a:t>
            </a:r>
            <a:r>
              <a:rPr lang="ko-KR" altLang="en-US" dirty="0"/>
              <a:t> 중에서 연령대</a:t>
            </a:r>
            <a:r>
              <a:rPr lang="en-US" altLang="ko-KR" dirty="0"/>
              <a:t>(age)</a:t>
            </a:r>
            <a:r>
              <a:rPr lang="ko-KR" altLang="en-US" dirty="0"/>
              <a:t>변수를 선정하여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여러 연령대 항목들에 대한 빈도수와 비율 분포 특성을 파악함</a:t>
            </a:r>
            <a:endParaRPr lang="en-US" altLang="ko-KR" dirty="0"/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25DFE584-7754-4F1C-8B4D-0B971330CFE1}"/>
              </a:ext>
            </a:extLst>
          </p:cNvPr>
          <p:cNvSpPr/>
          <p:nvPr/>
        </p:nvSpPr>
        <p:spPr>
          <a:xfrm>
            <a:off x="515937" y="2176936"/>
            <a:ext cx="4535947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연령대 전체내용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ctg$age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연령대 일부내용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head(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ctg$age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10)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tail(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ctg$age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15)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연령대 구조파악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length(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ctg$age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NROW(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ctg$age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ctg$age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sp>
        <p:nvSpPr>
          <p:cNvPr id="7" name="사각형: 둥근 모서리 76">
            <a:extLst>
              <a:ext uri="{FF2B5EF4-FFF2-40B4-BE49-F238E27FC236}">
                <a16:creationId xmlns:a16="http://schemas.microsoft.com/office/drawing/2014/main" xmlns="" id="{FEDCAC2F-1B80-4A62-9C87-D349649458CA}"/>
              </a:ext>
            </a:extLst>
          </p:cNvPr>
          <p:cNvSpPr/>
          <p:nvPr/>
        </p:nvSpPr>
        <p:spPr>
          <a:xfrm>
            <a:off x="5402882" y="2176936"/>
            <a:ext cx="4962525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연령대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기술통계량</a:t>
            </a:r>
            <a:endParaRPr kumimoji="1" lang="ko-KR" altLang="en-US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summary(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ctg$age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library(psych)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psych::describe(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ctg$age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::describe(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ctg$age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skimr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skim(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ctg$age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xmlns="" id="{1CC853C6-6BA7-48DD-81BA-03D92F273FB3}"/>
              </a:ext>
            </a:extLst>
          </p:cNvPr>
          <p:cNvSpPr/>
          <p:nvPr/>
        </p:nvSpPr>
        <p:spPr>
          <a:xfrm>
            <a:off x="2538924" y="3182157"/>
            <a:ext cx="577081" cy="276999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/>
          <a:p>
            <a:r>
              <a:rPr kumimoji="1" lang="en-US" altLang="ko-KR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·····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3E56422E-F9AE-4273-BFB7-DD9EA597F46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4173"/>
          <a:stretch/>
        </p:blipFill>
        <p:spPr>
          <a:xfrm>
            <a:off x="661152" y="2641506"/>
            <a:ext cx="4305300" cy="56381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xmlns="" id="{1CDFE693-A25E-473E-8BB0-3D8E13BD045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7166"/>
          <a:stretch/>
        </p:blipFill>
        <p:spPr>
          <a:xfrm>
            <a:off x="661152" y="3424376"/>
            <a:ext cx="4305300" cy="4572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3DBF7C8D-7B6C-418C-B6C5-FBAF74AE7F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3777" y="4371950"/>
            <a:ext cx="2352675" cy="8572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xmlns="" id="{DDF424B7-5DB3-41A9-8B88-571D4010D3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0877" y="5613040"/>
            <a:ext cx="2695575" cy="8763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xmlns="" id="{84E99C19-7020-425B-8EF8-0298109F4B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8618" y="2279924"/>
            <a:ext cx="3790950" cy="4572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xmlns="" id="{342EE782-C0E9-4A10-83BD-C292F7CA25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7968" y="3212976"/>
            <a:ext cx="5181600" cy="4476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xmlns="" id="{34502909-CD24-4C1F-A040-3092BDED740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0543" y="4229075"/>
            <a:ext cx="3629025" cy="11430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xmlns="" id="{E3CDEDDC-FA30-4D22-BDB7-69B28F4DAFC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3718" y="5541602"/>
            <a:ext cx="4895850" cy="10191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15776667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서열형</a:t>
            </a:r>
            <a:r>
              <a:rPr lang="ko-KR" altLang="en-US" dirty="0" smtClean="0"/>
              <a:t> 척도 </a:t>
            </a:r>
            <a:r>
              <a:rPr lang="ko-KR" altLang="en-US" dirty="0" err="1"/>
              <a:t>변수컬럼</a:t>
            </a:r>
            <a:r>
              <a:rPr lang="ko-KR" altLang="en-US" dirty="0"/>
              <a:t> 요약집계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 err="1" smtClean="0"/>
              <a:t>서열형</a:t>
            </a:r>
            <a:r>
              <a:rPr lang="ko-KR" altLang="en-US" dirty="0" smtClean="0"/>
              <a:t> 척도</a:t>
            </a:r>
            <a:r>
              <a:rPr lang="en-US" altLang="ko-KR" dirty="0"/>
              <a:t>(ordinal)</a:t>
            </a:r>
            <a:r>
              <a:rPr lang="ko-KR" altLang="en-US" dirty="0"/>
              <a:t>인 연령대</a:t>
            </a:r>
            <a:r>
              <a:rPr lang="en-US" altLang="ko-KR" dirty="0"/>
              <a:t>(age)</a:t>
            </a:r>
            <a:r>
              <a:rPr lang="ko-KR" altLang="en-US" dirty="0"/>
              <a:t>변수를 범주형 데이터인 </a:t>
            </a:r>
            <a:r>
              <a:rPr lang="ko-KR" altLang="en-US" dirty="0" err="1"/>
              <a:t>팩터형</a:t>
            </a:r>
            <a:r>
              <a:rPr lang="en-US" altLang="ko-KR" dirty="0"/>
              <a:t>(factor)</a:t>
            </a:r>
            <a:r>
              <a:rPr lang="ko-KR" altLang="en-US" dirty="0"/>
              <a:t>으로 변환하고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빈도</a:t>
            </a:r>
            <a:r>
              <a:rPr lang="en-US" altLang="ko-KR" dirty="0"/>
              <a:t>(</a:t>
            </a:r>
            <a:r>
              <a:rPr lang="en-US" altLang="ko-KR" dirty="0" err="1"/>
              <a:t>freq</a:t>
            </a:r>
            <a:r>
              <a:rPr lang="en-US" altLang="ko-KR" dirty="0"/>
              <a:t>)</a:t>
            </a:r>
            <a:r>
              <a:rPr lang="ko-KR" altLang="en-US" dirty="0"/>
              <a:t>와 비율</a:t>
            </a:r>
            <a:r>
              <a:rPr lang="en-US" altLang="ko-KR" dirty="0"/>
              <a:t>(proportion), </a:t>
            </a:r>
            <a:r>
              <a:rPr lang="ko-KR" altLang="en-US" dirty="0"/>
              <a:t>백분율</a:t>
            </a:r>
            <a:r>
              <a:rPr lang="en-US" altLang="ko-KR" dirty="0"/>
              <a:t>(percentage)</a:t>
            </a:r>
            <a:r>
              <a:rPr lang="ko-KR" altLang="en-US" dirty="0"/>
              <a:t>을 계산해 연령대 항목간 분포 특성을 요약</a:t>
            </a:r>
            <a:r>
              <a:rPr lang="en-US" altLang="ko-KR" dirty="0"/>
              <a:t>·</a:t>
            </a:r>
            <a:r>
              <a:rPr lang="ko-KR" altLang="en-US" dirty="0"/>
              <a:t>집계함</a:t>
            </a:r>
            <a:endParaRPr lang="en-US" altLang="ko-KR" dirty="0"/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E420762C-F737-4CC3-B401-D7401ACC34B2}"/>
              </a:ext>
            </a:extLst>
          </p:cNvPr>
          <p:cNvSpPr/>
          <p:nvPr/>
        </p:nvSpPr>
        <p:spPr>
          <a:xfrm>
            <a:off x="515937" y="2176936"/>
            <a:ext cx="5652071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연령대변수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팩터형변수로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변환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ctg$age_f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factor(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ctg$age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levels = c(0, 1, 2, 3, 4, 5),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labels = c('5~20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세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'21~30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세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'31~40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세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   '41~50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세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'51~60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세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'61</a:t>
            </a:r>
            <a:r>
              <a:rPr kumimoji="1" lang="ko-KR" altLang="en-US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세이상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팩터형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변수추가내용 확인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head(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6" name="사각형: 둥근 모서리 76">
            <a:extLst>
              <a:ext uri="{FF2B5EF4-FFF2-40B4-BE49-F238E27FC236}">
                <a16:creationId xmlns:a16="http://schemas.microsoft.com/office/drawing/2014/main" xmlns="" id="{B74BC757-41CE-46FD-BA81-29C3B8F42C39}"/>
              </a:ext>
            </a:extLst>
          </p:cNvPr>
          <p:cNvSpPr/>
          <p:nvPr/>
        </p:nvSpPr>
        <p:spPr>
          <a:xfrm>
            <a:off x="6347396" y="2176936"/>
            <a:ext cx="4573017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연령대변수 빈도분석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age_freq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table(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ctg$age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age_freq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age_f_freq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table(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ctg$age_f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age_f_freq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빈도분석 결과를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데이터프레임형태로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변환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age_df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as.data.frame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age_f_freq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age_df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View(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age_df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xmlns="" id="{40220C52-CF36-4000-8623-6A68266EA59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7616"/>
          <a:stretch/>
        </p:blipFill>
        <p:spPr>
          <a:xfrm>
            <a:off x="672311" y="3664813"/>
            <a:ext cx="2088232" cy="11430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30" name="직사각형 29">
            <a:extLst>
              <a:ext uri="{FF2B5EF4-FFF2-40B4-BE49-F238E27FC236}">
                <a16:creationId xmlns:a16="http://schemas.microsoft.com/office/drawing/2014/main" xmlns="" id="{8BCE405F-FB57-4C3A-9A81-9B764D739052}"/>
              </a:ext>
            </a:extLst>
          </p:cNvPr>
          <p:cNvSpPr/>
          <p:nvPr/>
        </p:nvSpPr>
        <p:spPr>
          <a:xfrm>
            <a:off x="3079346" y="5786770"/>
            <a:ext cx="577081" cy="276999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/>
          <a:p>
            <a:r>
              <a:rPr kumimoji="1" lang="en-US" altLang="ko-KR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·····</a:t>
            </a:r>
            <a:endParaRPr lang="ko-KR" altLang="en-US" dirty="0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xmlns="" id="{505A2557-F5AD-4065-B418-8E692B3F1CB7}"/>
              </a:ext>
            </a:extLst>
          </p:cNvPr>
          <p:cNvSpPr/>
          <p:nvPr/>
        </p:nvSpPr>
        <p:spPr>
          <a:xfrm>
            <a:off x="2761419" y="4097814"/>
            <a:ext cx="346249" cy="276999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/>
          <a:p>
            <a:r>
              <a:rPr kumimoji="1" lang="en-US" altLang="ko-KR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···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4DCE6AD2-1444-47CB-BE42-CE1045F99CC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4991"/>
          <a:stretch/>
        </p:blipFill>
        <p:spPr>
          <a:xfrm>
            <a:off x="3107121" y="3645024"/>
            <a:ext cx="2994051" cy="11525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xmlns="" id="{83CDA64D-22C5-4566-8B03-98E6A24B728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75620"/>
          <a:stretch/>
        </p:blipFill>
        <p:spPr>
          <a:xfrm>
            <a:off x="672311" y="5248236"/>
            <a:ext cx="5391150" cy="5619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xmlns="" id="{11EA8EA3-90D7-4DEE-87F3-FF6AD9778F2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75620"/>
          <a:stretch/>
        </p:blipFill>
        <p:spPr>
          <a:xfrm>
            <a:off x="672311" y="6039632"/>
            <a:ext cx="5391150" cy="56197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xmlns="" id="{9CEE608A-87E7-4AFC-A83C-392A1A8FB57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42744" b="55043"/>
          <a:stretch/>
        </p:blipFill>
        <p:spPr>
          <a:xfrm>
            <a:off x="7600441" y="2649648"/>
            <a:ext cx="2066926" cy="57380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xmlns="" id="{B27866EA-3A58-44A5-84EC-410975D60A4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55043"/>
          <a:stretch/>
        </p:blipFill>
        <p:spPr>
          <a:xfrm>
            <a:off x="7600441" y="3681028"/>
            <a:ext cx="3609975" cy="57380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xmlns="" id="{D98811C2-8D28-4CB7-86D4-84808D5803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0441" y="5353769"/>
            <a:ext cx="1076325" cy="11430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xmlns="" id="{C92FCC35-C7B3-4D71-B024-7D7AE3AD51E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52384" y="4814716"/>
            <a:ext cx="1609725" cy="17907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6888681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서열형</a:t>
            </a:r>
            <a:r>
              <a:rPr lang="ko-KR" altLang="en-US" dirty="0" smtClean="0"/>
              <a:t> 척도 </a:t>
            </a:r>
            <a:r>
              <a:rPr lang="ko-KR" altLang="en-US" dirty="0" err="1"/>
              <a:t>변수컬럼</a:t>
            </a:r>
            <a:r>
              <a:rPr lang="ko-KR" altLang="en-US" dirty="0"/>
              <a:t> 요약집계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 err="1" smtClean="0"/>
              <a:t>서열형</a:t>
            </a:r>
            <a:r>
              <a:rPr lang="ko-KR" altLang="en-US" dirty="0" smtClean="0"/>
              <a:t> 척도</a:t>
            </a:r>
            <a:r>
              <a:rPr lang="en-US" altLang="ko-KR" dirty="0"/>
              <a:t>(ordinal)</a:t>
            </a:r>
            <a:r>
              <a:rPr lang="ko-KR" altLang="en-US" dirty="0"/>
              <a:t>인 연령대</a:t>
            </a:r>
            <a:r>
              <a:rPr lang="en-US" altLang="ko-KR" dirty="0"/>
              <a:t>(age)</a:t>
            </a:r>
            <a:r>
              <a:rPr lang="ko-KR" altLang="en-US" dirty="0"/>
              <a:t>변수를 범주형 데이터인 팩터형으로 변환하고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빈도</a:t>
            </a:r>
            <a:r>
              <a:rPr lang="en-US" altLang="ko-KR" dirty="0"/>
              <a:t>(</a:t>
            </a:r>
            <a:r>
              <a:rPr lang="en-US" altLang="ko-KR" dirty="0" err="1"/>
              <a:t>freq</a:t>
            </a:r>
            <a:r>
              <a:rPr lang="en-US" altLang="ko-KR" dirty="0"/>
              <a:t>)</a:t>
            </a:r>
            <a:r>
              <a:rPr lang="ko-KR" altLang="en-US" dirty="0"/>
              <a:t>와 비율</a:t>
            </a:r>
            <a:r>
              <a:rPr lang="en-US" altLang="ko-KR" dirty="0"/>
              <a:t>(proportion), </a:t>
            </a:r>
            <a:r>
              <a:rPr lang="ko-KR" altLang="en-US" dirty="0"/>
              <a:t>백분율</a:t>
            </a:r>
            <a:r>
              <a:rPr lang="en-US" altLang="ko-KR" dirty="0"/>
              <a:t>(percentage)</a:t>
            </a:r>
            <a:r>
              <a:rPr lang="ko-KR" altLang="en-US" dirty="0"/>
              <a:t>을 계산해 연령대 항목간 분포 특성을 요약</a:t>
            </a:r>
            <a:r>
              <a:rPr lang="en-US" altLang="ko-KR" dirty="0"/>
              <a:t>·</a:t>
            </a:r>
            <a:r>
              <a:rPr lang="ko-KR" altLang="en-US" dirty="0"/>
              <a:t>집계함</a:t>
            </a:r>
            <a:endParaRPr lang="en-US" altLang="ko-KR" dirty="0"/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E420762C-F737-4CC3-B401-D7401ACC34B2}"/>
              </a:ext>
            </a:extLst>
          </p:cNvPr>
          <p:cNvSpPr/>
          <p:nvPr/>
        </p:nvSpPr>
        <p:spPr>
          <a:xfrm>
            <a:off x="515937" y="2176936"/>
            <a:ext cx="4031891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비율분석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age_prop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prop.table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age_freq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age_prop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age_f_prop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prop.table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age_f_freq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age_f_prop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비율분석 결과를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데이터프레임형태로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변환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age_prop_df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as.data.frame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age_f_prop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age_prop_df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View(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age_prop_df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비율을 기준으로 데이터프레임 내림차순 정렬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dplyr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arrange(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age_prop_df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desc(Freq))</a:t>
            </a:r>
          </a:p>
        </p:txBody>
      </p:sp>
      <p:sp>
        <p:nvSpPr>
          <p:cNvPr id="19" name="사각형: 둥근 모서리 76">
            <a:extLst>
              <a:ext uri="{FF2B5EF4-FFF2-40B4-BE49-F238E27FC236}">
                <a16:creationId xmlns:a16="http://schemas.microsoft.com/office/drawing/2014/main" xmlns="" id="{D60C682B-9426-4E5E-9C2A-EB4535E11F44}"/>
              </a:ext>
            </a:extLst>
          </p:cNvPr>
          <p:cNvSpPr/>
          <p:nvPr/>
        </p:nvSpPr>
        <p:spPr>
          <a:xfrm>
            <a:off x="5900921" y="2176936"/>
            <a:ext cx="4663789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비율분석 소수자리정리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round(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age_prop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3); round(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age_f_prop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3)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백분율분석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age_pect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round(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age_prop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3) * 100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age_pect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age_f_pect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round(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age_f_prop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3) * 100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age_f_pect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백분율분석 결과를 데이터프레임 형태로 변환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age_pect_df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as.data.frame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age_f_pect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age_pect_df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View(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age_pect_df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백분율을 기준으로 데이터프레임 내림차순 정렬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dplyr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arrange(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age_pect_df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desc(Freq))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47738F59-20CB-4144-88EA-1878E0EAE25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6296"/>
          <a:stretch/>
        </p:blipFill>
        <p:spPr>
          <a:xfrm>
            <a:off x="1647826" y="2642762"/>
            <a:ext cx="4148574" cy="56197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xmlns="" id="{BF7980C7-EDAA-4D77-B6E9-36942F8676E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3593"/>
          <a:stretch/>
        </p:blipFill>
        <p:spPr>
          <a:xfrm>
            <a:off x="1647826" y="3437238"/>
            <a:ext cx="4148574" cy="59674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xmlns="" id="{AF5F4C82-5A13-4B4E-A171-839BA0D308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2955" y="4439733"/>
            <a:ext cx="1476375" cy="11715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xmlns="" id="{94C00321-7F0E-4742-A2EC-BCF0ECC8AE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52" y="4139678"/>
            <a:ext cx="1462547" cy="148515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xmlns="" id="{E82586DD-654E-425C-99D8-F9E1A1481F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4273" y="5652998"/>
            <a:ext cx="1826102" cy="102827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xmlns="" id="{703D6490-237E-45F3-8A5F-11AAD735BE9A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45053" b="51864"/>
          <a:stretch/>
        </p:blipFill>
        <p:spPr>
          <a:xfrm>
            <a:off x="9281281" y="2409561"/>
            <a:ext cx="1999295" cy="55477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xmlns="" id="{66F0EF43-18B7-4E15-899F-8D813807F570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48224"/>
          <a:stretch/>
        </p:blipFill>
        <p:spPr>
          <a:xfrm>
            <a:off x="9084332" y="3063817"/>
            <a:ext cx="3024336" cy="59674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xmlns="" id="{ECDE1769-6A29-4FD7-A616-8869FFC418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7005" y="4449258"/>
            <a:ext cx="1104900" cy="1089443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xmlns="" id="{3A1CE243-DEF1-426B-83DC-BD0240456DA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89318" y="3767051"/>
            <a:ext cx="1619250" cy="177165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xmlns="" id="{02A92CBC-DF49-4144-97CB-5351D550A09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65128" y="5624830"/>
            <a:ext cx="2110935" cy="1028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83263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서열형</a:t>
            </a:r>
            <a:r>
              <a:rPr lang="ko-KR" altLang="en-US" dirty="0" smtClean="0"/>
              <a:t> 척도 </a:t>
            </a:r>
            <a:r>
              <a:rPr lang="ko-KR" altLang="en-US" dirty="0" err="1"/>
              <a:t>변수컬럼</a:t>
            </a:r>
            <a:r>
              <a:rPr lang="ko-KR" altLang="en-US" dirty="0"/>
              <a:t> 시각화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 err="1" smtClean="0"/>
              <a:t>서열형</a:t>
            </a:r>
            <a:r>
              <a:rPr lang="ko-KR" altLang="en-US" dirty="0" smtClean="0"/>
              <a:t> 척도</a:t>
            </a:r>
            <a:r>
              <a:rPr lang="en-US" altLang="ko-KR" dirty="0"/>
              <a:t>(ordinal)</a:t>
            </a:r>
            <a:r>
              <a:rPr lang="ko-KR" altLang="en-US" dirty="0"/>
              <a:t>인 연령대</a:t>
            </a:r>
            <a:r>
              <a:rPr lang="en-US" altLang="ko-KR" dirty="0"/>
              <a:t>(age)</a:t>
            </a:r>
            <a:r>
              <a:rPr lang="ko-KR" altLang="en-US" dirty="0"/>
              <a:t>변수의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연령대 항목간 빈도</a:t>
            </a:r>
            <a:r>
              <a:rPr lang="en-US" altLang="ko-KR" dirty="0"/>
              <a:t>, </a:t>
            </a:r>
            <a:r>
              <a:rPr lang="ko-KR" altLang="en-US" dirty="0"/>
              <a:t>비율</a:t>
            </a:r>
            <a:r>
              <a:rPr lang="en-US" altLang="ko-KR" dirty="0"/>
              <a:t>, </a:t>
            </a:r>
            <a:r>
              <a:rPr lang="ko-KR" altLang="en-US" dirty="0"/>
              <a:t>백분율 분포특성을 시각화를 통해 살펴봄</a:t>
            </a:r>
            <a:endParaRPr lang="en-US" altLang="ko-KR" dirty="0"/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E420762C-F737-4CC3-B401-D7401ACC34B2}"/>
              </a:ext>
            </a:extLst>
          </p:cNvPr>
          <p:cNvSpPr/>
          <p:nvPr/>
        </p:nvSpPr>
        <p:spPr>
          <a:xfrm>
            <a:off x="515937" y="2176936"/>
            <a:ext cx="7848315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barplot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함수를 이용한 범주형 데이터 그래프</a:t>
            </a:r>
            <a:endParaRPr kumimoji="1" lang="ko-KR" altLang="en-US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mfrow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=c(2, 2))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멀티 캔버스 프레임 구성</a:t>
            </a:r>
          </a:p>
          <a:p>
            <a:pPr>
              <a:lnSpc>
                <a:spcPct val="105000"/>
              </a:lnSpc>
            </a:pPr>
            <a:endParaRPr kumimoji="1" lang="ko-KR" altLang="en-US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barplot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age_f_freq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main="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연령대 인원수 분포비교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xlab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연령대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ylab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명수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")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barplot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age_f_freq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main="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연령대 인원수 분포비교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xlab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연령대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ylab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명수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", las = 1,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horiz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=TRUE)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barplot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age_f_prop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main="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연령대 비율 분포비교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xlab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연령대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ylab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명수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", density=c(20, 30),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legend=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rownames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age_f_freq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))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barplot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age_f_prop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main="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연령대 비율 분포비교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xlab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연령대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ylab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명수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", las = 1,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horiz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=TRUE, col=c("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lightblue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", "pink"), 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beside=TRUE, legend=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rownames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age_f_freq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))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mfrow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=c(1, 1))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멀티 캔버스 프레임 리셋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C663439A-FF89-4B89-B624-7AE95685B4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3892" y="2276475"/>
            <a:ext cx="6552171" cy="432087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9788182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/>
          <p:cNvSpPr/>
          <p:nvPr/>
        </p:nvSpPr>
        <p:spPr>
          <a:xfrm>
            <a:off x="3807910" y="3229599"/>
            <a:ext cx="4843766" cy="830997"/>
          </a:xfrm>
          <a:prstGeom prst="rect">
            <a:avLst/>
          </a:prstGeom>
          <a:solidFill>
            <a:srgbClr val="95D5E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xmlns="" id="{A49B5C0F-8F04-4D52-943C-1750C8E88D1E}"/>
              </a:ext>
            </a:extLst>
          </p:cNvPr>
          <p:cNvGrpSpPr/>
          <p:nvPr/>
        </p:nvGrpSpPr>
        <p:grpSpPr>
          <a:xfrm>
            <a:off x="3155326" y="2344205"/>
            <a:ext cx="404758" cy="458789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xmlns="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13" name="오른쪽 대괄호 8">
                <a:extLst>
                  <a:ext uri="{FF2B5EF4-FFF2-40B4-BE49-F238E27FC236}">
                    <a16:creationId xmlns:a16="http://schemas.microsoft.com/office/drawing/2014/main" xmlns="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14" name="오른쪽 대괄호 8">
                <a:extLst>
                  <a:ext uri="{FF2B5EF4-FFF2-40B4-BE49-F238E27FC236}">
                    <a16:creationId xmlns:a16="http://schemas.microsoft.com/office/drawing/2014/main" xmlns="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xmlns="" id="{E052EB2C-9735-49AD-B6DC-8CC33E6546ED}"/>
                </a:ext>
              </a:extLst>
            </p:cNvPr>
            <p:cNvSpPr txBox="1"/>
            <p:nvPr/>
          </p:nvSpPr>
          <p:spPr>
            <a:xfrm>
              <a:off x="6605244" y="2539137"/>
              <a:ext cx="4063626" cy="50223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1</a:t>
              </a:r>
              <a:endParaRPr lang="ko-KR" altLang="en-US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xmlns="" id="{A49B5C0F-8F04-4D52-943C-1750C8E88D1E}"/>
              </a:ext>
            </a:extLst>
          </p:cNvPr>
          <p:cNvGrpSpPr/>
          <p:nvPr/>
        </p:nvGrpSpPr>
        <p:grpSpPr>
          <a:xfrm>
            <a:off x="3155326" y="3442340"/>
            <a:ext cx="404758" cy="458789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xmlns="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26" name="오른쪽 대괄호 8">
                <a:extLst>
                  <a:ext uri="{FF2B5EF4-FFF2-40B4-BE49-F238E27FC236}">
                    <a16:creationId xmlns:a16="http://schemas.microsoft.com/office/drawing/2014/main" xmlns="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27" name="오른쪽 대괄호 8">
                <a:extLst>
                  <a:ext uri="{FF2B5EF4-FFF2-40B4-BE49-F238E27FC236}">
                    <a16:creationId xmlns:a16="http://schemas.microsoft.com/office/drawing/2014/main" xmlns="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xmlns="" id="{E052EB2C-9735-49AD-B6DC-8CC33E6546ED}"/>
                </a:ext>
              </a:extLst>
            </p:cNvPr>
            <p:cNvSpPr txBox="1"/>
            <p:nvPr/>
          </p:nvSpPr>
          <p:spPr>
            <a:xfrm>
              <a:off x="6605244" y="2539137"/>
              <a:ext cx="4063626" cy="50223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2</a:t>
              </a:r>
              <a:endParaRPr lang="ko-KR" altLang="en-US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xmlns="" id="{159BD907-7557-4079-97A6-67DDAF52F5C8}"/>
              </a:ext>
            </a:extLst>
          </p:cNvPr>
          <p:cNvGrpSpPr/>
          <p:nvPr/>
        </p:nvGrpSpPr>
        <p:grpSpPr>
          <a:xfrm>
            <a:off x="3155326" y="4540475"/>
            <a:ext cx="404758" cy="458789"/>
            <a:chOff x="4020030" y="4540475"/>
            <a:chExt cx="404758" cy="458789"/>
          </a:xfrm>
        </p:grpSpPr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xmlns="" id="{A375AF22-7E7E-4960-93A1-14D1F741953E}"/>
                </a:ext>
              </a:extLst>
            </p:cNvPr>
            <p:cNvGrpSpPr/>
            <p:nvPr/>
          </p:nvGrpSpPr>
          <p:grpSpPr>
            <a:xfrm>
              <a:off x="4026572" y="4540475"/>
              <a:ext cx="398216" cy="458789"/>
              <a:chOff x="6673389" y="2491579"/>
              <a:chExt cx="4147837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sp>
            <p:nvSpPr>
              <p:cNvPr id="32" name="오른쪽 대괄호 8">
                <a:extLst>
                  <a:ext uri="{FF2B5EF4-FFF2-40B4-BE49-F238E27FC236}">
                    <a16:creationId xmlns:a16="http://schemas.microsoft.com/office/drawing/2014/main" xmlns="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33" name="오른쪽 대괄호 8">
                <a:extLst>
                  <a:ext uri="{FF2B5EF4-FFF2-40B4-BE49-F238E27FC236}">
                    <a16:creationId xmlns:a16="http://schemas.microsoft.com/office/drawing/2014/main" xmlns="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xmlns="" id="{E052EB2C-9735-49AD-B6DC-8CC33E6546ED}"/>
                </a:ext>
              </a:extLst>
            </p:cNvPr>
            <p:cNvSpPr txBox="1"/>
            <p:nvPr/>
          </p:nvSpPr>
          <p:spPr>
            <a:xfrm>
              <a:off x="4020030" y="4575448"/>
              <a:ext cx="390131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3</a:t>
              </a:r>
              <a:endParaRPr lang="ko-KR" altLang="en-US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xmlns="" id="{6A062C83-2067-45C1-AF2B-F40BD29AA2AB}"/>
              </a:ext>
            </a:extLst>
          </p:cNvPr>
          <p:cNvSpPr txBox="1"/>
          <p:nvPr/>
        </p:nvSpPr>
        <p:spPr>
          <a:xfrm>
            <a:off x="3807910" y="3246480"/>
            <a:ext cx="490518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연속형 변수 특성요약과 시각화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0CB09FCE-802A-401C-ABC2-B5E767B77E5A}"/>
              </a:ext>
            </a:extLst>
          </p:cNvPr>
          <p:cNvSpPr txBox="1"/>
          <p:nvPr/>
        </p:nvSpPr>
        <p:spPr>
          <a:xfrm>
            <a:off x="3807910" y="2148345"/>
            <a:ext cx="484106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범주형 변수 특성요약과 시각화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E06B7897-E64A-4FBB-A857-02342BE0F024}"/>
              </a:ext>
            </a:extLst>
          </p:cNvPr>
          <p:cNvSpPr txBox="1"/>
          <p:nvPr/>
        </p:nvSpPr>
        <p:spPr>
          <a:xfrm>
            <a:off x="3807909" y="4344615"/>
            <a:ext cx="55278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복수응답형 변수 특성요약과 시각화</a:t>
            </a:r>
          </a:p>
        </p:txBody>
      </p:sp>
    </p:spTree>
    <p:extLst>
      <p:ext uri="{BB962C8B-B14F-4D97-AF65-F5344CB8AC3E}">
        <p14:creationId xmlns:p14="http://schemas.microsoft.com/office/powerpoint/2010/main" val="77888195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연속형</a:t>
            </a:r>
            <a:r>
              <a:rPr lang="ko-KR" altLang="en-US" dirty="0"/>
              <a:t> </a:t>
            </a:r>
            <a:r>
              <a:rPr lang="ko-KR" altLang="en-US" dirty="0" err="1" smtClean="0"/>
              <a:t>변수컬럼</a:t>
            </a:r>
            <a:r>
              <a:rPr lang="ko-KR" altLang="en-US" dirty="0" smtClean="0"/>
              <a:t> </a:t>
            </a:r>
            <a:r>
              <a:rPr lang="ko-KR" altLang="en-US" dirty="0"/>
              <a:t>서브데이터셋 추출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전체 </a:t>
            </a:r>
            <a:r>
              <a:rPr lang="ko-KR" altLang="en-US" dirty="0" err="1"/>
              <a:t>데이터셋</a:t>
            </a:r>
            <a:r>
              <a:rPr lang="ko-KR" altLang="en-US" dirty="0"/>
              <a:t> </a:t>
            </a:r>
            <a:r>
              <a:rPr lang="ko-KR" altLang="en-US" dirty="0" err="1" smtClean="0"/>
              <a:t>변수컬럼</a:t>
            </a:r>
            <a:r>
              <a:rPr lang="ko-KR" altLang="en-US" dirty="0" smtClean="0"/>
              <a:t> </a:t>
            </a:r>
            <a:r>
              <a:rPr lang="ko-KR" altLang="en-US" dirty="0"/>
              <a:t>중에서 분석대상 객체속성의 양적인 크기를 파악한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등간</a:t>
            </a:r>
            <a:r>
              <a:rPr lang="en-US" altLang="ko-KR" dirty="0"/>
              <a:t>.</a:t>
            </a:r>
            <a:r>
              <a:rPr lang="ko-KR" altLang="en-US" dirty="0"/>
              <a:t>간격척도와 비율척도로 측정된 </a:t>
            </a:r>
            <a:r>
              <a:rPr lang="ko-KR" altLang="en-US" dirty="0" err="1"/>
              <a:t>연속형</a:t>
            </a:r>
            <a:r>
              <a:rPr lang="ko-KR" altLang="en-US" dirty="0"/>
              <a:t> </a:t>
            </a:r>
            <a:r>
              <a:rPr lang="ko-KR" altLang="en-US" dirty="0" err="1" smtClean="0"/>
              <a:t>변수컬럼</a:t>
            </a:r>
            <a:r>
              <a:rPr lang="ko-KR" altLang="en-US" dirty="0" smtClean="0"/>
              <a:t> </a:t>
            </a:r>
            <a:r>
              <a:rPr lang="ko-KR" altLang="en-US" dirty="0"/>
              <a:t>서브데이터셋을 별도로 추출함</a:t>
            </a:r>
            <a:endParaRPr lang="en-US" altLang="ko-KR" dirty="0"/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73CB8ADF-821B-475E-BA22-04C1A0358EC9}"/>
              </a:ext>
            </a:extLst>
          </p:cNvPr>
          <p:cNvSpPr/>
          <p:nvPr/>
        </p:nvSpPr>
        <p:spPr>
          <a:xfrm>
            <a:off x="515937" y="2176936"/>
            <a:ext cx="4377419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전체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변수컬럼명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파악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all_names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names(my)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범주형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변수컬럼명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파악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ctg_names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c('month', 'gender', 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edu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'job',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'age', 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'other', 'object',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'member', 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accom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'activity')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연속형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변수컬럼명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도출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cnt_names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setdiff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all_names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ctg_names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cnt_names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범주형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변수컬럼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데이터셋 추출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my[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cnt_names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[-1]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첫번째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변수컬럼인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id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 제외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범주형 데이터셋 간단 조회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head(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사각형: 둥근 모서리 76">
            <a:extLst>
              <a:ext uri="{FF2B5EF4-FFF2-40B4-BE49-F238E27FC236}">
                <a16:creationId xmlns:a16="http://schemas.microsoft.com/office/drawing/2014/main" xmlns="" id="{576A565C-CC34-452C-876B-3329D2A594C4}"/>
              </a:ext>
            </a:extLst>
          </p:cNvPr>
          <p:cNvSpPr/>
          <p:nvPr/>
        </p:nvSpPr>
        <p:spPr>
          <a:xfrm>
            <a:off x="5224369" y="2166027"/>
            <a:ext cx="3751951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내부구조 조회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기본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기술통계량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파악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summary(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CA93814E-215A-4A41-9CE3-8B107F3BB7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786" y="5907899"/>
            <a:ext cx="4377419" cy="7048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xmlns="" id="{31CE7123-743F-4497-93FE-157A6A6DA7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8148" y="2238108"/>
            <a:ext cx="2772199" cy="183941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xmlns="" id="{67A39A2C-1B7B-4E3A-AF37-332826A978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4175" y="4243107"/>
            <a:ext cx="6442466" cy="22860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7338512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등간형</a:t>
            </a:r>
            <a:r>
              <a:rPr lang="ko-KR" altLang="en-US" dirty="0" smtClean="0"/>
              <a:t> 척도 </a:t>
            </a:r>
            <a:r>
              <a:rPr lang="ko-KR" altLang="en-US" dirty="0" err="1"/>
              <a:t>변수컬럼</a:t>
            </a:r>
            <a:r>
              <a:rPr lang="ko-KR" altLang="en-US" dirty="0"/>
              <a:t> 특성파악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 err="1" smtClean="0"/>
              <a:t>등간형</a:t>
            </a:r>
            <a:r>
              <a:rPr lang="ko-KR" altLang="en-US" dirty="0" smtClean="0"/>
              <a:t> 척도</a:t>
            </a:r>
            <a:r>
              <a:rPr lang="en-US" altLang="ko-KR" dirty="0"/>
              <a:t>(interval)</a:t>
            </a:r>
            <a:r>
              <a:rPr lang="ko-KR" altLang="en-US" dirty="0"/>
              <a:t> 중에서 </a:t>
            </a:r>
            <a:r>
              <a:rPr lang="ko-KR" altLang="en-US" dirty="0" smtClean="0"/>
              <a:t>전반적 만족도</a:t>
            </a:r>
            <a:r>
              <a:rPr lang="en-US" altLang="ko-KR" dirty="0"/>
              <a:t>(</a:t>
            </a:r>
            <a:r>
              <a:rPr lang="en-US" altLang="ko-KR" dirty="0" err="1"/>
              <a:t>overal</a:t>
            </a:r>
            <a:r>
              <a:rPr lang="en-US" altLang="ko-KR" dirty="0"/>
              <a:t>)</a:t>
            </a:r>
            <a:r>
              <a:rPr lang="ko-KR" altLang="en-US" dirty="0"/>
              <a:t>변수를 선정하여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 smtClean="0"/>
              <a:t>전반적 만족도 </a:t>
            </a:r>
            <a:r>
              <a:rPr lang="ko-KR" altLang="en-US" dirty="0"/>
              <a:t>수치들이 가진 </a:t>
            </a:r>
            <a:r>
              <a:rPr lang="ko-KR" altLang="en-US" dirty="0" err="1"/>
              <a:t>중심성</a:t>
            </a:r>
            <a:r>
              <a:rPr lang="en-US" altLang="ko-KR" dirty="0"/>
              <a:t>, </a:t>
            </a:r>
            <a:r>
              <a:rPr lang="ko-KR" altLang="en-US" dirty="0"/>
              <a:t>변동성</a:t>
            </a:r>
            <a:r>
              <a:rPr lang="en-US" altLang="ko-KR" dirty="0"/>
              <a:t>, </a:t>
            </a:r>
            <a:r>
              <a:rPr lang="ko-KR" altLang="en-US" dirty="0"/>
              <a:t>정규성 분포 특성을 파악함</a:t>
            </a:r>
            <a:endParaRPr lang="en-US" altLang="ko-KR" dirty="0"/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25DFE584-7754-4F1C-8B4D-0B971330CFE1}"/>
              </a:ext>
            </a:extLst>
          </p:cNvPr>
          <p:cNvSpPr/>
          <p:nvPr/>
        </p:nvSpPr>
        <p:spPr>
          <a:xfrm>
            <a:off x="515937" y="2176936"/>
            <a:ext cx="4535947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전반적 만족도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전체내용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cnt$overal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전반적 만족도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일부내용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head(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cnt$overal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10)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tail(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cnt$overal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15)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cnt$overal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[10:20]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전반적 만족도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구조파악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length(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cnt$overal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NROW(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cnt$overal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cnt$overal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sp>
        <p:nvSpPr>
          <p:cNvPr id="7" name="사각형: 둥근 모서리 76">
            <a:extLst>
              <a:ext uri="{FF2B5EF4-FFF2-40B4-BE49-F238E27FC236}">
                <a16:creationId xmlns:a16="http://schemas.microsoft.com/office/drawing/2014/main" xmlns="" id="{FEDCAC2F-1B80-4A62-9C87-D349649458CA}"/>
              </a:ext>
            </a:extLst>
          </p:cNvPr>
          <p:cNvSpPr/>
          <p:nvPr/>
        </p:nvSpPr>
        <p:spPr>
          <a:xfrm>
            <a:off x="5402882" y="2176936"/>
            <a:ext cx="4962525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전반적 만족도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기술통계량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summary(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cnt$overal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library(psych)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psych::describe(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cnt$overal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::describe(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cnt$overal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skimr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skim(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cnt$overal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xmlns="" id="{1CC853C6-6BA7-48DD-81BA-03D92F273FB3}"/>
              </a:ext>
            </a:extLst>
          </p:cNvPr>
          <p:cNvSpPr/>
          <p:nvPr/>
        </p:nvSpPr>
        <p:spPr>
          <a:xfrm>
            <a:off x="2538924" y="3182157"/>
            <a:ext cx="577081" cy="276999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/>
          <a:p>
            <a:r>
              <a:rPr kumimoji="1" lang="en-US" altLang="ko-KR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·····</a:t>
            </a:r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xmlns="" id="{FF72DC3E-288C-455F-924E-018D302433E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0522"/>
          <a:stretch/>
        </p:blipFill>
        <p:spPr>
          <a:xfrm>
            <a:off x="700906" y="2645322"/>
            <a:ext cx="4248150" cy="58628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xmlns="" id="{813176B3-4FED-47E4-B6E7-F0BB4391A1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5126"/>
          <a:stretch/>
        </p:blipFill>
        <p:spPr>
          <a:xfrm>
            <a:off x="700906" y="3391605"/>
            <a:ext cx="4248150" cy="44767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xmlns="" id="{CABA0E05-B6BA-4F49-ABED-81BCFE904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6381" y="4371950"/>
            <a:ext cx="2352675" cy="8572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xmlns="" id="{19595921-7167-445F-8E91-0DF8A67EBC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7781" y="5613040"/>
            <a:ext cx="2581275" cy="8763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xmlns="" id="{2C85E14A-9971-42E5-9CEE-5E16838FF8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6685" y="2421484"/>
            <a:ext cx="3248025" cy="4476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xmlns="" id="{924D52CE-90D7-42C8-AF81-1DD84F289E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5960" y="3441682"/>
            <a:ext cx="5238750" cy="4191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xmlns="" id="{A9C05B28-D1E2-4AB9-A73D-D82C0D647FA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36160" y="4174130"/>
            <a:ext cx="3638550" cy="11525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xmlns="" id="{F192C89A-03BF-48F7-8880-6ED9612399C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4085" y="5514659"/>
            <a:ext cx="5000625" cy="10191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61471550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등간형</a:t>
            </a:r>
            <a:r>
              <a:rPr lang="ko-KR" altLang="en-US" dirty="0" smtClean="0"/>
              <a:t> 척도 </a:t>
            </a:r>
            <a:r>
              <a:rPr lang="ko-KR" altLang="en-US" dirty="0" err="1"/>
              <a:t>변수컬럼</a:t>
            </a:r>
            <a:r>
              <a:rPr lang="ko-KR" altLang="en-US" dirty="0"/>
              <a:t> 요약집계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E420762C-F737-4CC3-B401-D7401ACC34B2}"/>
              </a:ext>
            </a:extLst>
          </p:cNvPr>
          <p:cNvSpPr/>
          <p:nvPr/>
        </p:nvSpPr>
        <p:spPr>
          <a:xfrm>
            <a:off x="515937" y="2176936"/>
            <a:ext cx="3635847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산술평균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(arithmetic average)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mean(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cnt$overal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mean(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cnt$overal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na.rm = TRUE)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mean(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cnt$overal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na.rm = TRUE, trim = 0.3)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 smtClean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7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중앙값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(median)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median(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cnt$overal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최빈값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(mode)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overal_freq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table(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cnt$overal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overal_freq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names(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overal_freq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names(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which.max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overal_freq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))</a:t>
            </a:r>
          </a:p>
        </p:txBody>
      </p:sp>
      <p:sp>
        <p:nvSpPr>
          <p:cNvPr id="26" name="사각형: 둥근 모서리 76">
            <a:extLst>
              <a:ext uri="{FF2B5EF4-FFF2-40B4-BE49-F238E27FC236}">
                <a16:creationId xmlns:a16="http://schemas.microsoft.com/office/drawing/2014/main" xmlns="" id="{B74BC757-41CE-46FD-BA81-29C3B8F42C39}"/>
              </a:ext>
            </a:extLst>
          </p:cNvPr>
          <p:cNvSpPr/>
          <p:nvPr/>
        </p:nvSpPr>
        <p:spPr>
          <a:xfrm>
            <a:off x="4403255" y="2176936"/>
            <a:ext cx="7381377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전반적 만족도변수를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팩터형으로 변환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만족도 수치에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레이블을 붙여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최빈값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구하기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cnt$overal_f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factor(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cnt$overal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levels = c(1, 2, 3, 4, 5),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labels = c('</a:t>
            </a:r>
            <a:r>
              <a:rPr kumimoji="1" lang="ko-KR" altLang="en-US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매우불만족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불만족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보통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만족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매우만족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head(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만족도 항목별 빈도수 계산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overal_f_freq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table(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cnt$overal_f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overal_f_freq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names(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overal_f_freq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names(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which.max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overal_f_freq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xmlns="" id="{F0A7A498-EDA4-4A7E-8CBF-365327F5A5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err="1" smtClean="0"/>
              <a:t>등간형</a:t>
            </a:r>
            <a:r>
              <a:rPr lang="ko-KR" altLang="en-US" dirty="0" smtClean="0"/>
              <a:t> 척도</a:t>
            </a:r>
            <a:r>
              <a:rPr lang="en-US" altLang="ko-KR" dirty="0"/>
              <a:t>(interval)</a:t>
            </a:r>
            <a:r>
              <a:rPr lang="ko-KR" altLang="en-US" dirty="0"/>
              <a:t>인 </a:t>
            </a:r>
            <a:r>
              <a:rPr lang="ko-KR" altLang="en-US" dirty="0" smtClean="0"/>
              <a:t>전반적 만족도</a:t>
            </a:r>
            <a:r>
              <a:rPr lang="en-US" altLang="ko-KR" dirty="0"/>
              <a:t>(</a:t>
            </a:r>
            <a:r>
              <a:rPr lang="en-US" altLang="ko-KR" dirty="0" err="1"/>
              <a:t>overal</a:t>
            </a:r>
            <a:r>
              <a:rPr lang="en-US" altLang="ko-KR" dirty="0"/>
              <a:t>) </a:t>
            </a:r>
            <a:r>
              <a:rPr lang="ko-KR" altLang="en-US" dirty="0"/>
              <a:t>변수의</a:t>
            </a:r>
            <a:r>
              <a:rPr lang="en-US" altLang="ko-KR" dirty="0"/>
              <a:t> </a:t>
            </a:r>
            <a:r>
              <a:rPr lang="ko-KR" altLang="en-US" dirty="0" err="1"/>
              <a:t>중심성</a:t>
            </a:r>
            <a:r>
              <a:rPr lang="en-US" altLang="ko-KR" dirty="0"/>
              <a:t>(central tendency)</a:t>
            </a:r>
            <a:r>
              <a:rPr lang="ko-KR" altLang="en-US" dirty="0"/>
              <a:t>를 파악할 수 있는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개별 기술통계함수를 적용하며</a:t>
            </a:r>
            <a:r>
              <a:rPr lang="en-US" altLang="ko-KR" dirty="0"/>
              <a:t>, </a:t>
            </a:r>
            <a:r>
              <a:rPr lang="ko-KR" altLang="en-US" dirty="0" err="1" smtClean="0"/>
              <a:t>팩터형</a:t>
            </a:r>
            <a:r>
              <a:rPr lang="ko-KR" altLang="en-US" dirty="0" smtClean="0"/>
              <a:t> 변수로 </a:t>
            </a:r>
            <a:r>
              <a:rPr lang="ko-KR" altLang="en-US" dirty="0"/>
              <a:t>변환하여 추가적인 분포특성을 분석함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xmlns="" id="{71CE075C-2808-4096-AD1D-EAFB8D1E21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408" y="3032956"/>
            <a:ext cx="2880320" cy="8858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xmlns="" id="{40EAFE08-517B-4D6F-A68C-D9E816DD4B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8978" y="4004670"/>
            <a:ext cx="1428750" cy="2952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xmlns="" id="{30EDD2C6-49E6-49E8-BCD1-0E1199B6D1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5840" y="3212976"/>
            <a:ext cx="6915150" cy="11430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xmlns="" id="{E97F8076-2528-4E42-95A7-760E4B7156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5840" y="5454352"/>
            <a:ext cx="4486275" cy="115252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xmlns="" id="{D7A87029-B2DE-4CC5-A2B5-9C8C6F0F93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40683" y="5590558"/>
            <a:ext cx="2114550" cy="11525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03631935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등간형</a:t>
            </a:r>
            <a:r>
              <a:rPr lang="ko-KR" altLang="en-US" dirty="0" smtClean="0"/>
              <a:t> 척도 </a:t>
            </a:r>
            <a:r>
              <a:rPr lang="ko-KR" altLang="en-US" dirty="0" err="1"/>
              <a:t>변수컬럼</a:t>
            </a:r>
            <a:r>
              <a:rPr lang="ko-KR" altLang="en-US" dirty="0"/>
              <a:t> 요약집계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E420762C-F737-4CC3-B401-D7401ACC34B2}"/>
              </a:ext>
            </a:extLst>
          </p:cNvPr>
          <p:cNvSpPr/>
          <p:nvPr/>
        </p:nvSpPr>
        <p:spPr>
          <a:xfrm>
            <a:off x="515937" y="2176936"/>
            <a:ext cx="3887875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분산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(variance)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var(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cnt$overal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var(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cnt$overal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na.rm = TRUE)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표준편차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(standard deviation)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cnt$overal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cnt$overal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na.rm = TRUE)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범위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(range)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range(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cnt$overal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range(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cnt$overal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na.rm = TRUE)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최대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(maximum)/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최소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(minimum)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max(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cnt$overal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min(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cnt$overal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sp>
        <p:nvSpPr>
          <p:cNvPr id="26" name="사각형: 둥근 모서리 76">
            <a:extLst>
              <a:ext uri="{FF2B5EF4-FFF2-40B4-BE49-F238E27FC236}">
                <a16:creationId xmlns:a16="http://schemas.microsoft.com/office/drawing/2014/main" xmlns="" id="{B74BC757-41CE-46FD-BA81-29C3B8F42C39}"/>
              </a:ext>
            </a:extLst>
          </p:cNvPr>
          <p:cNvSpPr/>
          <p:nvPr/>
        </p:nvSpPr>
        <p:spPr>
          <a:xfrm>
            <a:off x="4979876" y="2176936"/>
            <a:ext cx="5580174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왜도와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첨도 계산용 패키지 설치와 로딩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install.packages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("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fBasics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fBasics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왜도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(skewness)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skewness(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cnt$overal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skewness(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cnt$overal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na.rm = TRUE)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첨도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(kurtosis)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kurtosis(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cnt$overal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kurtosis(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cnt$overal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na.rm = TRUE)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xmlns="" id="{F0A7A498-EDA4-4A7E-8CBF-365327F5A5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err="1" smtClean="0"/>
              <a:t>등간형</a:t>
            </a:r>
            <a:r>
              <a:rPr lang="ko-KR" altLang="en-US" dirty="0" smtClean="0"/>
              <a:t> 척도</a:t>
            </a:r>
            <a:r>
              <a:rPr lang="en-US" altLang="ko-KR" dirty="0"/>
              <a:t>(interval)</a:t>
            </a:r>
            <a:r>
              <a:rPr lang="ko-KR" altLang="en-US" dirty="0"/>
              <a:t>인 </a:t>
            </a:r>
            <a:r>
              <a:rPr lang="ko-KR" altLang="en-US" dirty="0" smtClean="0"/>
              <a:t>전반적 만족도</a:t>
            </a:r>
            <a:r>
              <a:rPr lang="en-US" altLang="ko-KR" dirty="0"/>
              <a:t>(</a:t>
            </a:r>
            <a:r>
              <a:rPr lang="en-US" altLang="ko-KR" dirty="0" err="1"/>
              <a:t>overal</a:t>
            </a:r>
            <a:r>
              <a:rPr lang="en-US" altLang="ko-KR" dirty="0"/>
              <a:t>) </a:t>
            </a:r>
            <a:r>
              <a:rPr lang="ko-KR" altLang="en-US" dirty="0"/>
              <a:t>변수의</a:t>
            </a:r>
            <a:r>
              <a:rPr lang="en-US" altLang="ko-KR" dirty="0"/>
              <a:t> </a:t>
            </a:r>
            <a:r>
              <a:rPr lang="ko-KR" altLang="en-US" dirty="0"/>
              <a:t>변동성 </a:t>
            </a:r>
            <a:r>
              <a:rPr lang="en-US" altLang="ko-KR" dirty="0"/>
              <a:t>(dispersion)</a:t>
            </a:r>
            <a:r>
              <a:rPr lang="ko-KR" altLang="en-US" dirty="0"/>
              <a:t>과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정규성</a:t>
            </a:r>
            <a:r>
              <a:rPr lang="en-US" altLang="ko-KR" dirty="0"/>
              <a:t>(normality)</a:t>
            </a:r>
            <a:r>
              <a:rPr lang="ko-KR" altLang="en-US" dirty="0"/>
              <a:t>를 파악할 수 있는 개별 기술통계함수를 적용해 분포특성을 분석함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xmlns="" id="{DB996562-6A34-4A1C-84EA-38C1B7556CC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1577"/>
          <a:stretch/>
        </p:blipFill>
        <p:spPr>
          <a:xfrm>
            <a:off x="1831876" y="2808694"/>
            <a:ext cx="2247900" cy="58084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xmlns="" id="{122102EF-EA90-490D-B55F-9E6C3DF4E46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7432" b="54144"/>
          <a:stretch/>
        </p:blipFill>
        <p:spPr>
          <a:xfrm>
            <a:off x="1831876" y="4027806"/>
            <a:ext cx="2247900" cy="58084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xmlns="" id="{F4848144-4811-4DC8-B0C7-4CB0B04625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4950" b="26627"/>
          <a:stretch/>
        </p:blipFill>
        <p:spPr>
          <a:xfrm>
            <a:off x="1831876" y="5212661"/>
            <a:ext cx="2247900" cy="58084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xmlns="" id="{9B6A5479-E56D-4D9F-825C-581F25CA9CD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1577"/>
          <a:stretch/>
        </p:blipFill>
        <p:spPr>
          <a:xfrm>
            <a:off x="1831876" y="6037305"/>
            <a:ext cx="2247900" cy="58084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xmlns="" id="{E16CDFF1-7A35-464C-8141-27A6A962E03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2707"/>
          <a:stretch/>
        </p:blipFill>
        <p:spPr>
          <a:xfrm>
            <a:off x="7851390" y="4104838"/>
            <a:ext cx="2495550" cy="11486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xmlns="" id="{D18367AD-DFB4-4EFC-8E6F-E67E48A6AB2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2707"/>
          <a:stretch/>
        </p:blipFill>
        <p:spPr>
          <a:xfrm>
            <a:off x="7851390" y="5296423"/>
            <a:ext cx="2495550" cy="11486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34076673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등간형</a:t>
            </a:r>
            <a:r>
              <a:rPr lang="ko-KR" altLang="en-US" dirty="0" smtClean="0"/>
              <a:t> 척도 </a:t>
            </a:r>
            <a:r>
              <a:rPr lang="ko-KR" altLang="en-US" dirty="0" err="1"/>
              <a:t>변수컬럼</a:t>
            </a:r>
            <a:r>
              <a:rPr lang="ko-KR" altLang="en-US" dirty="0"/>
              <a:t> 시각화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 err="1" smtClean="0"/>
              <a:t>등간형</a:t>
            </a:r>
            <a:r>
              <a:rPr lang="ko-KR" altLang="en-US" dirty="0" smtClean="0"/>
              <a:t> 척도</a:t>
            </a:r>
            <a:r>
              <a:rPr lang="en-US" altLang="ko-KR" dirty="0"/>
              <a:t>(interval)</a:t>
            </a:r>
            <a:r>
              <a:rPr lang="ko-KR" altLang="en-US" dirty="0"/>
              <a:t>인 </a:t>
            </a:r>
            <a:r>
              <a:rPr lang="ko-KR" altLang="en-US" dirty="0" smtClean="0"/>
              <a:t>전반적 만족도</a:t>
            </a:r>
            <a:r>
              <a:rPr lang="en-US" altLang="ko-KR" dirty="0"/>
              <a:t>(</a:t>
            </a:r>
            <a:r>
              <a:rPr lang="en-US" altLang="ko-KR" dirty="0" err="1"/>
              <a:t>ovral</a:t>
            </a:r>
            <a:r>
              <a:rPr lang="en-US" altLang="ko-KR" dirty="0"/>
              <a:t>)</a:t>
            </a:r>
            <a:r>
              <a:rPr lang="ko-KR" altLang="en-US" dirty="0"/>
              <a:t>변수 수치들이 가진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 err="1"/>
              <a:t>중심성</a:t>
            </a:r>
            <a:r>
              <a:rPr lang="en-US" altLang="ko-KR" dirty="0"/>
              <a:t>, </a:t>
            </a:r>
            <a:r>
              <a:rPr lang="ko-KR" altLang="en-US" dirty="0"/>
              <a:t>변동성</a:t>
            </a:r>
            <a:r>
              <a:rPr lang="en-US" altLang="ko-KR" dirty="0"/>
              <a:t>, </a:t>
            </a:r>
            <a:r>
              <a:rPr lang="ko-KR" altLang="en-US" dirty="0"/>
              <a:t>정규성 분포 특성을 시각화를 통해 살펴봄</a:t>
            </a:r>
            <a:endParaRPr lang="en-US" altLang="ko-KR" dirty="0"/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E420762C-F737-4CC3-B401-D7401ACC34B2}"/>
              </a:ext>
            </a:extLst>
          </p:cNvPr>
          <p:cNvSpPr/>
          <p:nvPr/>
        </p:nvSpPr>
        <p:spPr>
          <a:xfrm>
            <a:off x="515937" y="2176936"/>
            <a:ext cx="3347815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간단한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플로팅</a:t>
            </a:r>
            <a:endParaRPr kumimoji="1" lang="ko-KR" altLang="en-US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plot(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cnt$overal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type = "p", 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pch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21,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"blue")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abline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을 이용한 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가이드라인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안내선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을 그리기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abline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(h = seq(from = 1, 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to = 5, 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by = 1), 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col = "gray",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lty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2)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abline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(v = seq(from = 1000, 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to = 14000, 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by = 1000), 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col = "gray",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lty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2)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xmlns="" id="{DED0A6AF-0B1E-40B1-8344-C83145B9FE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811" y="4823631"/>
            <a:ext cx="2913905" cy="176780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8" name="사각형: 둥근 모서리 76">
            <a:extLst>
              <a:ext uri="{FF2B5EF4-FFF2-40B4-BE49-F238E27FC236}">
                <a16:creationId xmlns:a16="http://schemas.microsoft.com/office/drawing/2014/main" xmlns="" id="{A0BC577A-194C-436D-AD49-B1ED095FA7D9}"/>
              </a:ext>
            </a:extLst>
          </p:cNvPr>
          <p:cNvSpPr/>
          <p:nvPr/>
        </p:nvSpPr>
        <p:spPr>
          <a:xfrm>
            <a:off x="4079775" y="2176936"/>
            <a:ext cx="6840637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히스토그램과 확률밀도곡선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mfrow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=c(2, 2))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hist(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cnt$overal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main="hist(), Frequency 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옵션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")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hist(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cnt$overal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probability=TRUE, main="hist(),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Probabilty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옵션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")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plot(density(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cnt$overal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), main="density() 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확률밀도 옵션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")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hist(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cnt$overal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probability=TRUE,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main="hist() 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히스토그램과 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density() 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확률밀도함수 통합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")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lines(density(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cnt$overal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))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mfrow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=c(1, 1))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박스플롯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boxplot(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cnt$overal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main="</a:t>
            </a:r>
            <a:r>
              <a:rPr kumimoji="1" lang="ko-KR" altLang="en-US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박스플롯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ylab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전반적만족도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")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xmlns="" id="{ECB29026-D9A8-4559-8CC9-4FF1E7FD65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3825" y="4977171"/>
            <a:ext cx="1730851" cy="161426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B581C202-E045-41E6-8AFC-943A77DDBF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044" y="3681028"/>
            <a:ext cx="4248472" cy="291040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70538388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비율형</a:t>
            </a:r>
            <a:r>
              <a:rPr lang="ko-KR" altLang="en-US" dirty="0" smtClean="0"/>
              <a:t> 척도 </a:t>
            </a:r>
            <a:r>
              <a:rPr lang="ko-KR" altLang="en-US" dirty="0" err="1"/>
              <a:t>변수컬럼</a:t>
            </a:r>
            <a:r>
              <a:rPr lang="ko-KR" altLang="en-US" dirty="0"/>
              <a:t> 특성파악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 err="1" smtClean="0"/>
              <a:t>비율형</a:t>
            </a:r>
            <a:r>
              <a:rPr lang="ko-KR" altLang="en-US" dirty="0" smtClean="0"/>
              <a:t> 척도</a:t>
            </a:r>
            <a:r>
              <a:rPr lang="en-US" altLang="ko-KR" dirty="0"/>
              <a:t>(ratio)</a:t>
            </a:r>
            <a:r>
              <a:rPr lang="ko-KR" altLang="en-US" dirty="0"/>
              <a:t> 중에서 </a:t>
            </a:r>
            <a:r>
              <a:rPr lang="ko-KR" altLang="en-US" dirty="0" smtClean="0"/>
              <a:t>지출경비</a:t>
            </a:r>
            <a:r>
              <a:rPr lang="en-US" altLang="ko-KR" dirty="0"/>
              <a:t>(expense)</a:t>
            </a:r>
            <a:r>
              <a:rPr lang="ko-KR" altLang="en-US" dirty="0"/>
              <a:t>변수를 선정하여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지출경비 수치들이 가진 </a:t>
            </a:r>
            <a:r>
              <a:rPr lang="ko-KR" altLang="en-US" dirty="0" err="1"/>
              <a:t>중심성</a:t>
            </a:r>
            <a:r>
              <a:rPr lang="en-US" altLang="ko-KR" dirty="0"/>
              <a:t>, </a:t>
            </a:r>
            <a:r>
              <a:rPr lang="ko-KR" altLang="en-US" dirty="0"/>
              <a:t>변동성</a:t>
            </a:r>
            <a:r>
              <a:rPr lang="en-US" altLang="ko-KR" dirty="0"/>
              <a:t>, </a:t>
            </a:r>
            <a:r>
              <a:rPr lang="ko-KR" altLang="en-US" dirty="0"/>
              <a:t>정규성 분포 특성을 파악함</a:t>
            </a:r>
            <a:endParaRPr lang="en-US" altLang="ko-KR" dirty="0"/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25DFE584-7754-4F1C-8B4D-0B971330CFE1}"/>
              </a:ext>
            </a:extLst>
          </p:cNvPr>
          <p:cNvSpPr/>
          <p:nvPr/>
        </p:nvSpPr>
        <p:spPr>
          <a:xfrm>
            <a:off x="515937" y="2176936"/>
            <a:ext cx="4535947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지출경비 전체내용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cnt$expense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지출경비 일부내용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head(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cnt$expense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5)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tail(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cnt$expense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5)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cnt$expense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[10:15]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지출경비 구조파악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length(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cnt$expense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NROW(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cnt$expense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cnt$expense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sp>
        <p:nvSpPr>
          <p:cNvPr id="7" name="사각형: 둥근 모서리 76">
            <a:extLst>
              <a:ext uri="{FF2B5EF4-FFF2-40B4-BE49-F238E27FC236}">
                <a16:creationId xmlns:a16="http://schemas.microsoft.com/office/drawing/2014/main" xmlns="" id="{FEDCAC2F-1B80-4A62-9C87-D349649458CA}"/>
              </a:ext>
            </a:extLst>
          </p:cNvPr>
          <p:cNvSpPr/>
          <p:nvPr/>
        </p:nvSpPr>
        <p:spPr>
          <a:xfrm>
            <a:off x="5402882" y="2176936"/>
            <a:ext cx="4962525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지출경비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기술통계량</a:t>
            </a:r>
            <a:endParaRPr kumimoji="1" lang="ko-KR" altLang="en-US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summary(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cnt$expense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library(psych)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psych::describe(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cnt$expense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::describe(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cnt$expense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skimr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skim(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cnt$expense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xmlns="" id="{1CC853C6-6BA7-48DD-81BA-03D92F273FB3}"/>
              </a:ext>
            </a:extLst>
          </p:cNvPr>
          <p:cNvSpPr/>
          <p:nvPr/>
        </p:nvSpPr>
        <p:spPr>
          <a:xfrm>
            <a:off x="2548033" y="3201429"/>
            <a:ext cx="577081" cy="276999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/>
          <a:p>
            <a:r>
              <a:rPr kumimoji="1" lang="en-US" altLang="ko-KR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·····</a:t>
            </a:r>
            <a:endParaRPr lang="ko-KR" altLang="en-US" dirty="0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xmlns="" id="{0E375957-72DC-4A30-A53B-9A926DB8A18E}"/>
              </a:ext>
            </a:extLst>
          </p:cNvPr>
          <p:cNvGrpSpPr/>
          <p:nvPr/>
        </p:nvGrpSpPr>
        <p:grpSpPr>
          <a:xfrm>
            <a:off x="713425" y="2713304"/>
            <a:ext cx="4246297" cy="1180430"/>
            <a:chOff x="713426" y="2713304"/>
            <a:chExt cx="3765910" cy="1046887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xmlns="" id="{C87CBF3B-BB8F-4469-8A65-F04DABDECE3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b="93223"/>
            <a:stretch/>
          </p:blipFill>
          <p:spPr>
            <a:xfrm>
              <a:off x="713426" y="2713304"/>
              <a:ext cx="3765910" cy="464734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xmlns="" id="{08610109-9C12-4895-A7EF-0EA830BAFA5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94567"/>
            <a:stretch/>
          </p:blipFill>
          <p:spPr>
            <a:xfrm>
              <a:off x="713426" y="3387606"/>
              <a:ext cx="3765910" cy="372585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69EB9500-5C0D-467A-912E-235D244807B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2783"/>
          <a:stretch/>
        </p:blipFill>
        <p:spPr>
          <a:xfrm>
            <a:off x="2171564" y="4450355"/>
            <a:ext cx="2699262" cy="8763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xmlns="" id="{0DFE806E-6229-4705-9804-91A8712DA4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1564" y="5712162"/>
            <a:ext cx="2619375" cy="8763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xmlns="" id="{337674EF-D96E-4238-BC3F-64A631F6EC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6677" y="2284679"/>
            <a:ext cx="3609975" cy="4286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xmlns="" id="{9D7F731C-8A6F-4179-8E95-E5DF7FA53D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2977" y="3044996"/>
            <a:ext cx="6543675" cy="4286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xmlns="" id="{5B62E30E-DE6C-43E3-A787-61218FDBFA0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3952" y="5645487"/>
            <a:ext cx="6362700" cy="10096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xmlns="" id="{C46C0074-693C-4395-A467-9EC415CE3AC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31049" y="4034850"/>
            <a:ext cx="5195603" cy="156017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25261038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비율형</a:t>
            </a:r>
            <a:r>
              <a:rPr lang="ko-KR" altLang="en-US" dirty="0" smtClean="0"/>
              <a:t> 척도 </a:t>
            </a:r>
            <a:r>
              <a:rPr lang="ko-KR" altLang="en-US" dirty="0" err="1"/>
              <a:t>변수컬럼</a:t>
            </a:r>
            <a:r>
              <a:rPr lang="ko-KR" altLang="en-US" dirty="0"/>
              <a:t> 요약집계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E420762C-F737-4CC3-B401-D7401ACC34B2}"/>
              </a:ext>
            </a:extLst>
          </p:cNvPr>
          <p:cNvSpPr/>
          <p:nvPr/>
        </p:nvSpPr>
        <p:spPr>
          <a:xfrm>
            <a:off x="515937" y="2176936"/>
            <a:ext cx="3887875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산술평균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(arithmetic average)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mean(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cnt$expense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mean(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cnt$expense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na.rm = TRUE)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mean(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cnt$expense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na.rm = TRUE, trim = 0.3)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중앙값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(median)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median(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cnt$expense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6" name="사각형: 둥근 모서리 76">
            <a:extLst>
              <a:ext uri="{FF2B5EF4-FFF2-40B4-BE49-F238E27FC236}">
                <a16:creationId xmlns:a16="http://schemas.microsoft.com/office/drawing/2014/main" xmlns="" id="{B74BC757-41CE-46FD-BA81-29C3B8F42C39}"/>
              </a:ext>
            </a:extLst>
          </p:cNvPr>
          <p:cNvSpPr/>
          <p:nvPr/>
        </p:nvSpPr>
        <p:spPr>
          <a:xfrm>
            <a:off x="4979876" y="2176936"/>
            <a:ext cx="6804756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최빈값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(mode)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expense_freq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table(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cnt$expense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expense_freq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sort(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expense_freq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decreasing = TRUE)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names(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expense_freq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names(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which.max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expense_freq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))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xmlns="" id="{F0A7A498-EDA4-4A7E-8CBF-365327F5A5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err="1" smtClean="0"/>
              <a:t>비율형</a:t>
            </a:r>
            <a:r>
              <a:rPr lang="ko-KR" altLang="en-US" dirty="0" smtClean="0"/>
              <a:t> 척도</a:t>
            </a:r>
            <a:r>
              <a:rPr lang="en-US" altLang="ko-KR" dirty="0"/>
              <a:t>(ratio)</a:t>
            </a:r>
            <a:r>
              <a:rPr lang="ko-KR" altLang="en-US" dirty="0"/>
              <a:t>인 지출경비</a:t>
            </a:r>
            <a:r>
              <a:rPr lang="en-US" altLang="ko-KR" dirty="0"/>
              <a:t>(expense) </a:t>
            </a:r>
            <a:r>
              <a:rPr lang="ko-KR" altLang="en-US" dirty="0"/>
              <a:t>변수의</a:t>
            </a:r>
            <a:r>
              <a:rPr lang="en-US" altLang="ko-KR" dirty="0"/>
              <a:t> </a:t>
            </a:r>
            <a:r>
              <a:rPr lang="ko-KR" altLang="en-US" dirty="0" err="1"/>
              <a:t>중심성</a:t>
            </a:r>
            <a:r>
              <a:rPr lang="en-US" altLang="ko-KR" dirty="0"/>
              <a:t>(central tendency)</a:t>
            </a:r>
            <a:r>
              <a:rPr lang="ko-KR" altLang="en-US" dirty="0"/>
              <a:t>를 파악할 수 있는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개별 기술통계함수를 적용하며</a:t>
            </a:r>
            <a:r>
              <a:rPr lang="en-US" altLang="ko-KR" dirty="0"/>
              <a:t>, </a:t>
            </a:r>
            <a:r>
              <a:rPr lang="ko-KR" altLang="en-US" dirty="0" err="1" smtClean="0"/>
              <a:t>팩터형</a:t>
            </a:r>
            <a:r>
              <a:rPr lang="ko-KR" altLang="en-US" dirty="0" smtClean="0"/>
              <a:t> 변수로 </a:t>
            </a:r>
            <a:r>
              <a:rPr lang="ko-KR" altLang="en-US" dirty="0"/>
              <a:t>변환하여 추가적인 분포특성을 분석함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xmlns="" id="{C4DBDF3B-78FD-4858-9A7D-342F4E281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12" y="3032956"/>
            <a:ext cx="3067050" cy="8667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A0D3CE3D-7364-47FE-B7BD-F73D8058B6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812" y="4890492"/>
            <a:ext cx="1438275" cy="2667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BFEDE56C-8AB8-4F86-9E62-95790F785D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9550" y="5481228"/>
            <a:ext cx="2219325" cy="2762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xmlns="" id="{3CCE10D1-E8A2-4E52-B116-D969EB8293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0025" y="3032956"/>
            <a:ext cx="4010025" cy="8477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xmlns="" id="{7EAB316C-9747-4DFF-A5A4-1E4CE542CB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9550" y="4118781"/>
            <a:ext cx="3990975" cy="7143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xmlns="" id="{6260FFFA-3978-46FE-B2B8-CD7C9337B5A6}"/>
              </a:ext>
            </a:extLst>
          </p:cNvPr>
          <p:cNvSpPr/>
          <p:nvPr/>
        </p:nvSpPr>
        <p:spPr>
          <a:xfrm>
            <a:off x="8266497" y="3861232"/>
            <a:ext cx="577081" cy="276999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/>
          <a:p>
            <a:r>
              <a:rPr kumimoji="1" lang="en-US" altLang="ko-KR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·····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949870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비율형</a:t>
            </a:r>
            <a:r>
              <a:rPr lang="ko-KR" altLang="en-US" dirty="0" smtClean="0"/>
              <a:t> 척도 </a:t>
            </a:r>
            <a:r>
              <a:rPr lang="ko-KR" altLang="en-US" dirty="0" err="1"/>
              <a:t>변수컬럼</a:t>
            </a:r>
            <a:r>
              <a:rPr lang="ko-KR" altLang="en-US" dirty="0"/>
              <a:t> 요약집계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E420762C-F737-4CC3-B401-D7401ACC34B2}"/>
              </a:ext>
            </a:extLst>
          </p:cNvPr>
          <p:cNvSpPr/>
          <p:nvPr/>
        </p:nvSpPr>
        <p:spPr>
          <a:xfrm>
            <a:off x="515937" y="2176936"/>
            <a:ext cx="3887875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분산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(variance)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var(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cnt$expense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var(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cnt$expense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na.rm = TRUE)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표준편차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(standard deviation)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cnt$expense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cnt$expense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na.rm = TRUE)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범위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(range)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range(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cnt$expense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range(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cnt$expense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na.rm = TRUE)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최대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(maximum)/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최소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(minimum)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max(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cnt$expense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min(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cnt$expense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sp>
        <p:nvSpPr>
          <p:cNvPr id="26" name="사각형: 둥근 모서리 76">
            <a:extLst>
              <a:ext uri="{FF2B5EF4-FFF2-40B4-BE49-F238E27FC236}">
                <a16:creationId xmlns:a16="http://schemas.microsoft.com/office/drawing/2014/main" xmlns="" id="{B74BC757-41CE-46FD-BA81-29C3B8F42C39}"/>
              </a:ext>
            </a:extLst>
          </p:cNvPr>
          <p:cNvSpPr/>
          <p:nvPr/>
        </p:nvSpPr>
        <p:spPr>
          <a:xfrm>
            <a:off x="4979876" y="2176936"/>
            <a:ext cx="5580174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왜도와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첨도 계산용 패키지 설치와 로딩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install.packages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("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fBasics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fBasics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왜도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(skewness)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skewness(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cnt$expense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skewness(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cnt$expense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na.rm = TRUE)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첨도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(kurtosis)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kurtosis(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cnt$expense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kurtosis(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cnt$expense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na.rm = TRUE)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xmlns="" id="{F0A7A498-EDA4-4A7E-8CBF-365327F5A5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err="1" smtClean="0"/>
              <a:t>비율형</a:t>
            </a:r>
            <a:r>
              <a:rPr lang="ko-KR" altLang="en-US" dirty="0" smtClean="0"/>
              <a:t> 척도</a:t>
            </a:r>
            <a:r>
              <a:rPr lang="en-US" altLang="ko-KR" dirty="0"/>
              <a:t>(ratio)</a:t>
            </a:r>
            <a:r>
              <a:rPr lang="ko-KR" altLang="en-US" dirty="0"/>
              <a:t>인 지출경비</a:t>
            </a:r>
            <a:r>
              <a:rPr lang="en-US" altLang="ko-KR" dirty="0"/>
              <a:t>(expense) </a:t>
            </a:r>
            <a:r>
              <a:rPr lang="ko-KR" altLang="en-US" dirty="0"/>
              <a:t>변수의</a:t>
            </a:r>
            <a:r>
              <a:rPr lang="en-US" altLang="ko-KR" dirty="0"/>
              <a:t> </a:t>
            </a:r>
            <a:r>
              <a:rPr lang="ko-KR" altLang="en-US" dirty="0"/>
              <a:t>변동성 </a:t>
            </a:r>
            <a:r>
              <a:rPr lang="en-US" altLang="ko-KR" dirty="0"/>
              <a:t>(dispersion)</a:t>
            </a:r>
            <a:r>
              <a:rPr lang="ko-KR" altLang="en-US" dirty="0"/>
              <a:t>과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정규성</a:t>
            </a:r>
            <a:r>
              <a:rPr lang="en-US" altLang="ko-KR" dirty="0"/>
              <a:t>(normality)</a:t>
            </a:r>
            <a:r>
              <a:rPr lang="ko-KR" altLang="en-US" dirty="0"/>
              <a:t>를 파악할 수 있는 개별 기술통계함수를 적용해 분포특성을 분석함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xmlns="" id="{32CDDEDB-429D-4D6A-987C-4CF34EE591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1876" y="6056179"/>
            <a:ext cx="1247775" cy="5619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xmlns="" id="{48C49927-996B-4B38-9503-B3E7270C809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2777"/>
          <a:stretch/>
        </p:blipFill>
        <p:spPr>
          <a:xfrm>
            <a:off x="6869985" y="3740059"/>
            <a:ext cx="2533650" cy="1146994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xmlns="" id="{D4C5890F-366A-4B46-8B44-8A25A0005E0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2777"/>
          <a:stretch/>
        </p:blipFill>
        <p:spPr>
          <a:xfrm>
            <a:off x="6872204" y="5466616"/>
            <a:ext cx="2533650" cy="1146994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xmlns="" id="{CBD06813-D14F-422C-AEEE-3793E8F6AF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1876" y="2808694"/>
            <a:ext cx="2152650" cy="561975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xmlns="" id="{C896212E-5AEA-45B0-80FD-0E6418B7AB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1876" y="4027806"/>
            <a:ext cx="2114550" cy="571500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xmlns="" id="{E321016A-52C6-4EF7-AD86-A0A84E7CF2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31876" y="5212661"/>
            <a:ext cx="2305050" cy="56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39199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비율형</a:t>
            </a:r>
            <a:r>
              <a:rPr lang="ko-KR" altLang="en-US" dirty="0" smtClean="0"/>
              <a:t> 척도 </a:t>
            </a:r>
            <a:r>
              <a:rPr lang="ko-KR" altLang="en-US" dirty="0" err="1"/>
              <a:t>변수컬럼</a:t>
            </a:r>
            <a:r>
              <a:rPr lang="ko-KR" altLang="en-US" dirty="0"/>
              <a:t> 시각화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 err="1" smtClean="0"/>
              <a:t>비율형</a:t>
            </a:r>
            <a:r>
              <a:rPr lang="ko-KR" altLang="en-US" dirty="0" smtClean="0"/>
              <a:t> 척도</a:t>
            </a:r>
            <a:r>
              <a:rPr lang="en-US" altLang="ko-KR" dirty="0"/>
              <a:t>(ratio)</a:t>
            </a:r>
            <a:r>
              <a:rPr lang="ko-KR" altLang="en-US" dirty="0"/>
              <a:t>인 지출경비</a:t>
            </a:r>
            <a:r>
              <a:rPr lang="en-US" altLang="ko-KR" dirty="0"/>
              <a:t>(expense) </a:t>
            </a:r>
            <a:r>
              <a:rPr lang="ko-KR" altLang="en-US" dirty="0"/>
              <a:t>변수 수치들이 가진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 err="1"/>
              <a:t>중심성</a:t>
            </a:r>
            <a:r>
              <a:rPr lang="en-US" altLang="ko-KR" dirty="0"/>
              <a:t>, </a:t>
            </a:r>
            <a:r>
              <a:rPr lang="ko-KR" altLang="en-US" dirty="0"/>
              <a:t>변동성</a:t>
            </a:r>
            <a:r>
              <a:rPr lang="en-US" altLang="ko-KR" dirty="0"/>
              <a:t>, </a:t>
            </a:r>
            <a:r>
              <a:rPr lang="ko-KR" altLang="en-US" dirty="0"/>
              <a:t>정규성 분포 특성을 시각화를 통해 살펴봄</a:t>
            </a:r>
            <a:endParaRPr lang="en-US" altLang="ko-KR" dirty="0"/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E420762C-F737-4CC3-B401-D7401ACC34B2}"/>
              </a:ext>
            </a:extLst>
          </p:cNvPr>
          <p:cNvSpPr/>
          <p:nvPr/>
        </p:nvSpPr>
        <p:spPr>
          <a:xfrm>
            <a:off x="515937" y="2176936"/>
            <a:ext cx="3347815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간단한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플로팅</a:t>
            </a:r>
            <a:endParaRPr kumimoji="1" lang="ko-KR" altLang="en-US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plot(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cnt$expense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type = "p", 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pch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21,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"blue")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abline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을 이용한 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가이드라인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안내선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을 그리기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abline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(h = seq(from = 1, 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to = 13000000, 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by = 1000000), 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col = "gray",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lty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2)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abline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(v = seq(from = 1000, 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to = 14000, 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by = 1000), 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col = "gray",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lty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2)</a:t>
            </a:r>
          </a:p>
        </p:txBody>
      </p:sp>
      <p:sp>
        <p:nvSpPr>
          <p:cNvPr id="8" name="사각형: 둥근 모서리 76">
            <a:extLst>
              <a:ext uri="{FF2B5EF4-FFF2-40B4-BE49-F238E27FC236}">
                <a16:creationId xmlns:a16="http://schemas.microsoft.com/office/drawing/2014/main" xmlns="" id="{A0BC577A-194C-436D-AD49-B1ED095FA7D9}"/>
              </a:ext>
            </a:extLst>
          </p:cNvPr>
          <p:cNvSpPr/>
          <p:nvPr/>
        </p:nvSpPr>
        <p:spPr>
          <a:xfrm>
            <a:off x="4079776" y="2176936"/>
            <a:ext cx="6480274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히스토그램과 확률밀도곡선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mfrow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=c(2, 2))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hist(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cnt$expense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main="hist(), Frequency 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옵션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")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hist(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cnt$expense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probability=TRUE, main="hist(),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Probabilty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옵션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")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plot(density(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cnt$expense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), main="density() 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확률밀도 옵션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")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hist(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cnt$expense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probability=TRUE,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main="hist() 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히스토그램과 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density() 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확률밀도함수 통합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")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lines(density(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cnt$expense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))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mfrow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=c(1, 1))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박스플롯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boxplot(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$ expense,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main="</a:t>
            </a:r>
            <a:r>
              <a:rPr kumimoji="1" lang="ko-KR" altLang="en-US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박스플롯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ylab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지출경비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")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8D6DB390-6465-4B3F-8D0D-636C75A8EF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130" y="4739804"/>
            <a:ext cx="2993427" cy="187634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xmlns="" id="{60DA820F-1B41-4437-B027-09EFBB4FF8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628" y="3609019"/>
            <a:ext cx="5375003" cy="289079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xmlns="" id="{CE8BF414-39E8-4C9C-83FC-914DE2C163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3792" y="4977172"/>
            <a:ext cx="1620180" cy="152263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29578957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/>
          <p:cNvSpPr/>
          <p:nvPr/>
        </p:nvSpPr>
        <p:spPr>
          <a:xfrm>
            <a:off x="3807910" y="4326195"/>
            <a:ext cx="5527842" cy="830997"/>
          </a:xfrm>
          <a:prstGeom prst="rect">
            <a:avLst/>
          </a:prstGeom>
          <a:solidFill>
            <a:srgbClr val="95D5E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xmlns="" id="{A49B5C0F-8F04-4D52-943C-1750C8E88D1E}"/>
              </a:ext>
            </a:extLst>
          </p:cNvPr>
          <p:cNvGrpSpPr/>
          <p:nvPr/>
        </p:nvGrpSpPr>
        <p:grpSpPr>
          <a:xfrm>
            <a:off x="3155326" y="2344205"/>
            <a:ext cx="404758" cy="458789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xmlns="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13" name="오른쪽 대괄호 8">
                <a:extLst>
                  <a:ext uri="{FF2B5EF4-FFF2-40B4-BE49-F238E27FC236}">
                    <a16:creationId xmlns:a16="http://schemas.microsoft.com/office/drawing/2014/main" xmlns="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14" name="오른쪽 대괄호 8">
                <a:extLst>
                  <a:ext uri="{FF2B5EF4-FFF2-40B4-BE49-F238E27FC236}">
                    <a16:creationId xmlns:a16="http://schemas.microsoft.com/office/drawing/2014/main" xmlns="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xmlns="" id="{E052EB2C-9735-49AD-B6DC-8CC33E6546ED}"/>
                </a:ext>
              </a:extLst>
            </p:cNvPr>
            <p:cNvSpPr txBox="1"/>
            <p:nvPr/>
          </p:nvSpPr>
          <p:spPr>
            <a:xfrm>
              <a:off x="6605244" y="2539137"/>
              <a:ext cx="4063626" cy="50223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1</a:t>
              </a:r>
              <a:endParaRPr lang="ko-KR" altLang="en-US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xmlns="" id="{A49B5C0F-8F04-4D52-943C-1750C8E88D1E}"/>
              </a:ext>
            </a:extLst>
          </p:cNvPr>
          <p:cNvGrpSpPr/>
          <p:nvPr/>
        </p:nvGrpSpPr>
        <p:grpSpPr>
          <a:xfrm>
            <a:off x="3155326" y="3442340"/>
            <a:ext cx="404758" cy="458789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xmlns="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26" name="오른쪽 대괄호 8">
                <a:extLst>
                  <a:ext uri="{FF2B5EF4-FFF2-40B4-BE49-F238E27FC236}">
                    <a16:creationId xmlns:a16="http://schemas.microsoft.com/office/drawing/2014/main" xmlns="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27" name="오른쪽 대괄호 8">
                <a:extLst>
                  <a:ext uri="{FF2B5EF4-FFF2-40B4-BE49-F238E27FC236}">
                    <a16:creationId xmlns:a16="http://schemas.microsoft.com/office/drawing/2014/main" xmlns="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xmlns="" id="{E052EB2C-9735-49AD-B6DC-8CC33E6546ED}"/>
                </a:ext>
              </a:extLst>
            </p:cNvPr>
            <p:cNvSpPr txBox="1"/>
            <p:nvPr/>
          </p:nvSpPr>
          <p:spPr>
            <a:xfrm>
              <a:off x="6605244" y="2539137"/>
              <a:ext cx="4063626" cy="50223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2</a:t>
              </a:r>
              <a:endParaRPr lang="ko-KR" altLang="en-US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xmlns="" id="{159BD907-7557-4079-97A6-67DDAF52F5C8}"/>
              </a:ext>
            </a:extLst>
          </p:cNvPr>
          <p:cNvGrpSpPr/>
          <p:nvPr/>
        </p:nvGrpSpPr>
        <p:grpSpPr>
          <a:xfrm>
            <a:off x="3155326" y="4540475"/>
            <a:ext cx="404758" cy="458789"/>
            <a:chOff x="4020030" y="4540475"/>
            <a:chExt cx="404758" cy="458789"/>
          </a:xfrm>
        </p:grpSpPr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xmlns="" id="{A375AF22-7E7E-4960-93A1-14D1F741953E}"/>
                </a:ext>
              </a:extLst>
            </p:cNvPr>
            <p:cNvGrpSpPr/>
            <p:nvPr/>
          </p:nvGrpSpPr>
          <p:grpSpPr>
            <a:xfrm>
              <a:off x="4026572" y="4540475"/>
              <a:ext cx="398216" cy="458789"/>
              <a:chOff x="6673389" y="2491579"/>
              <a:chExt cx="4147837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sp>
            <p:nvSpPr>
              <p:cNvPr id="32" name="오른쪽 대괄호 8">
                <a:extLst>
                  <a:ext uri="{FF2B5EF4-FFF2-40B4-BE49-F238E27FC236}">
                    <a16:creationId xmlns:a16="http://schemas.microsoft.com/office/drawing/2014/main" xmlns="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33" name="오른쪽 대괄호 8">
                <a:extLst>
                  <a:ext uri="{FF2B5EF4-FFF2-40B4-BE49-F238E27FC236}">
                    <a16:creationId xmlns:a16="http://schemas.microsoft.com/office/drawing/2014/main" xmlns="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xmlns="" id="{E052EB2C-9735-49AD-B6DC-8CC33E6546ED}"/>
                </a:ext>
              </a:extLst>
            </p:cNvPr>
            <p:cNvSpPr txBox="1"/>
            <p:nvPr/>
          </p:nvSpPr>
          <p:spPr>
            <a:xfrm>
              <a:off x="4020030" y="4575448"/>
              <a:ext cx="390131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3</a:t>
              </a:r>
              <a:endParaRPr lang="ko-KR" altLang="en-US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0CB09FCE-802A-401C-ABC2-B5E767B77E5A}"/>
              </a:ext>
            </a:extLst>
          </p:cNvPr>
          <p:cNvSpPr txBox="1"/>
          <p:nvPr/>
        </p:nvSpPr>
        <p:spPr>
          <a:xfrm>
            <a:off x="3807910" y="2148345"/>
            <a:ext cx="484106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범주형 변수 특성요약과 시각화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8F8111E9-D238-40A9-BDEC-F6EAFFE12304}"/>
              </a:ext>
            </a:extLst>
          </p:cNvPr>
          <p:cNvSpPr txBox="1"/>
          <p:nvPr/>
        </p:nvSpPr>
        <p:spPr>
          <a:xfrm>
            <a:off x="3807910" y="3246480"/>
            <a:ext cx="490518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연속형 변수 특성요약과 시각화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144391CE-8812-4D10-BE25-67872B1E3EA9}"/>
              </a:ext>
            </a:extLst>
          </p:cNvPr>
          <p:cNvSpPr txBox="1"/>
          <p:nvPr/>
        </p:nvSpPr>
        <p:spPr>
          <a:xfrm>
            <a:off x="3807909" y="4344615"/>
            <a:ext cx="55278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복수응답형 변수 특성요약과 시각화</a:t>
            </a:r>
          </a:p>
        </p:txBody>
      </p:sp>
    </p:spTree>
    <p:extLst>
      <p:ext uri="{BB962C8B-B14F-4D97-AF65-F5344CB8AC3E}">
        <p14:creationId xmlns:p14="http://schemas.microsoft.com/office/powerpoint/2010/main" val="344318028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9">
            <a:extLst>
              <a:ext uri="{FF2B5EF4-FFF2-40B4-BE49-F238E27FC236}">
                <a16:creationId xmlns:a16="http://schemas.microsoft.com/office/drawing/2014/main" xmlns="" id="{D5C9CB1A-B07A-4C12-A20C-4029E33D3BB3}"/>
              </a:ext>
            </a:extLst>
          </p:cNvPr>
          <p:cNvSpPr>
            <a:spLocks/>
          </p:cNvSpPr>
          <p:nvPr>
            <p:custDataLst>
              <p:tags r:id="rId1"/>
            </p:custDataLst>
          </p:nvPr>
        </p:nvSpPr>
        <p:spPr bwMode="auto">
          <a:xfrm flipH="1">
            <a:off x="3756316" y="6171654"/>
            <a:ext cx="2051356" cy="400431"/>
          </a:xfrm>
          <a:custGeom>
            <a:avLst/>
            <a:gdLst>
              <a:gd name="connsiteX0" fmla="*/ 8923 w 8923"/>
              <a:gd name="connsiteY0" fmla="*/ 10000 h 10000"/>
              <a:gd name="connsiteX1" fmla="*/ 8923 w 8923"/>
              <a:gd name="connsiteY1" fmla="*/ 0 h 10000"/>
              <a:gd name="connsiteX2" fmla="*/ 1829 w 8923"/>
              <a:gd name="connsiteY2" fmla="*/ 3158 h 10000"/>
              <a:gd name="connsiteX3" fmla="*/ 2000 w 8923"/>
              <a:gd name="connsiteY3" fmla="*/ 2143 h 10000"/>
              <a:gd name="connsiteX4" fmla="*/ 0 w 8923"/>
              <a:gd name="connsiteY4" fmla="*/ 5155 h 10000"/>
              <a:gd name="connsiteX5" fmla="*/ 1829 w 8923"/>
              <a:gd name="connsiteY5" fmla="*/ 7895 h 10000"/>
              <a:gd name="connsiteX6" fmla="*/ 1957 w 8923"/>
              <a:gd name="connsiteY6" fmla="*/ 6936 h 10000"/>
              <a:gd name="connsiteX7" fmla="*/ 8923 w 8923"/>
              <a:gd name="connsiteY7" fmla="*/ 10000 h 10000"/>
              <a:gd name="connsiteX0" fmla="*/ 9441 w 9441"/>
              <a:gd name="connsiteY0" fmla="*/ 10000 h 10000"/>
              <a:gd name="connsiteX1" fmla="*/ 9441 w 9441"/>
              <a:gd name="connsiteY1" fmla="*/ 0 h 10000"/>
              <a:gd name="connsiteX2" fmla="*/ 1491 w 9441"/>
              <a:gd name="connsiteY2" fmla="*/ 3158 h 10000"/>
              <a:gd name="connsiteX3" fmla="*/ 1682 w 9441"/>
              <a:gd name="connsiteY3" fmla="*/ 2143 h 10000"/>
              <a:gd name="connsiteX4" fmla="*/ 0 w 9441"/>
              <a:gd name="connsiteY4" fmla="*/ 4880 h 10000"/>
              <a:gd name="connsiteX5" fmla="*/ 1491 w 9441"/>
              <a:gd name="connsiteY5" fmla="*/ 7895 h 10000"/>
              <a:gd name="connsiteX6" fmla="*/ 1634 w 9441"/>
              <a:gd name="connsiteY6" fmla="*/ 6936 h 10000"/>
              <a:gd name="connsiteX7" fmla="*/ 9441 w 9441"/>
              <a:gd name="connsiteY7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441" h="10000">
                <a:moveTo>
                  <a:pt x="9441" y="10000"/>
                </a:moveTo>
                <a:lnTo>
                  <a:pt x="9441" y="0"/>
                </a:lnTo>
                <a:lnTo>
                  <a:pt x="1491" y="3158"/>
                </a:lnTo>
                <a:cubicBezTo>
                  <a:pt x="1555" y="2820"/>
                  <a:pt x="1618" y="2481"/>
                  <a:pt x="1682" y="2143"/>
                </a:cubicBezTo>
                <a:lnTo>
                  <a:pt x="0" y="4880"/>
                </a:lnTo>
                <a:lnTo>
                  <a:pt x="1491" y="7895"/>
                </a:lnTo>
                <a:cubicBezTo>
                  <a:pt x="1539" y="7575"/>
                  <a:pt x="1586" y="7256"/>
                  <a:pt x="1634" y="6936"/>
                </a:cubicBezTo>
                <a:lnTo>
                  <a:pt x="9441" y="10000"/>
                </a:lnTo>
                <a:close/>
              </a:path>
            </a:pathLst>
          </a:custGeom>
          <a:gradFill rotWithShape="1">
            <a:gsLst>
              <a:gs pos="0">
                <a:srgbClr val="C0C0C0"/>
              </a:gs>
              <a:gs pos="100000">
                <a:srgbClr val="FFFFFF"/>
              </a:gs>
            </a:gsLst>
            <a:lin ang="0" scaled="1"/>
          </a:gradFill>
          <a:ln w="12700" cap="flat" cmpd="sng">
            <a:noFill/>
            <a:prstDash val="sysDot"/>
            <a:round/>
            <a:headEnd type="none" w="med" len="med"/>
            <a:tailEnd type="none" w="med" len="med"/>
          </a:ln>
          <a:effectLst/>
        </p:spPr>
        <p:txBody>
          <a:bodyPr wrap="none" lIns="90488" tIns="44450" rIns="90488" bIns="4445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400" b="1" i="0" u="none" strike="noStrike" kern="0" cap="none" spc="0" normalizeH="0" baseline="0" noProof="0">
              <a:ln>
                <a:noFill/>
              </a:ln>
              <a:solidFill>
                <a:srgbClr val="2B3749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복수응답형 </a:t>
            </a:r>
            <a:r>
              <a:rPr lang="ko-KR" altLang="en-US" dirty="0" err="1"/>
              <a:t>변수컬럼에</a:t>
            </a:r>
            <a:r>
              <a:rPr lang="ko-KR" altLang="en-US" dirty="0"/>
              <a:t> 대한 이해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특정변수가 단일한 </a:t>
            </a:r>
            <a:r>
              <a:rPr lang="ko-KR" altLang="en-US" dirty="0" err="1"/>
              <a:t>응답값으로</a:t>
            </a:r>
            <a:r>
              <a:rPr lang="ko-KR" altLang="en-US" dirty="0"/>
              <a:t> 측정되지 않고</a:t>
            </a:r>
            <a:r>
              <a:rPr lang="en-US" altLang="ko-KR" dirty="0"/>
              <a:t>, </a:t>
            </a:r>
            <a:r>
              <a:rPr lang="ko-KR" altLang="en-US" dirty="0"/>
              <a:t>여러 개의 세부적인 값으로 나누어서 측정된</a:t>
            </a:r>
            <a:r>
              <a:rPr lang="en-US" altLang="ko-KR" dirty="0"/>
              <a:t> </a:t>
            </a:r>
            <a:r>
              <a:rPr lang="ko-KR" altLang="en-US" dirty="0"/>
              <a:t>경우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복수형 응답</a:t>
            </a:r>
            <a:r>
              <a:rPr lang="en-US" altLang="ko-KR" dirty="0"/>
              <a:t> </a:t>
            </a:r>
            <a:r>
              <a:rPr lang="ko-KR" altLang="en-US" dirty="0"/>
              <a:t>또는</a:t>
            </a:r>
            <a:r>
              <a:rPr lang="en-US" altLang="ko-KR" dirty="0"/>
              <a:t> </a:t>
            </a:r>
            <a:r>
              <a:rPr lang="ko-KR" altLang="en-US" dirty="0"/>
              <a:t>다중응답 </a:t>
            </a:r>
            <a:r>
              <a:rPr lang="en-US" altLang="ko-KR" dirty="0"/>
              <a:t>(multiple response analysis) </a:t>
            </a:r>
            <a:r>
              <a:rPr lang="ko-KR" altLang="en-US" dirty="0"/>
              <a:t>변수로 간주해 묶어서 특성을 파악할 수 있음 </a:t>
            </a:r>
            <a:endParaRPr lang="en-US" altLang="ko-KR" dirty="0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xmlns="" id="{A3C33E4A-B9E4-4BC9-B3B9-B823E73623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7004298"/>
              </p:ext>
            </p:extLst>
          </p:nvPr>
        </p:nvGraphicFramePr>
        <p:xfrm>
          <a:off x="515380" y="2174788"/>
          <a:ext cx="10405156" cy="3774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2116">
                  <a:extLst>
                    <a:ext uri="{9D8B030D-6E8A-4147-A177-3AD203B41FA5}">
                      <a16:colId xmlns:a16="http://schemas.microsoft.com/office/drawing/2014/main" xmlns="" val="213646871"/>
                    </a:ext>
                  </a:extLst>
                </a:gridCol>
                <a:gridCol w="756084">
                  <a:extLst>
                    <a:ext uri="{9D8B030D-6E8A-4147-A177-3AD203B41FA5}">
                      <a16:colId xmlns:a16="http://schemas.microsoft.com/office/drawing/2014/main" xmlns="" val="2540668776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xmlns="" val="2833904997"/>
                    </a:ext>
                  </a:extLst>
                </a:gridCol>
                <a:gridCol w="8390892">
                  <a:extLst>
                    <a:ext uri="{9D8B030D-6E8A-4147-A177-3AD203B41FA5}">
                      <a16:colId xmlns:a16="http://schemas.microsoft.com/office/drawing/2014/main" xmlns="" val="3511474481"/>
                    </a:ext>
                  </a:extLst>
                </a:gridCol>
              </a:tblGrid>
              <a:tr h="2715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변수명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개요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spc="-1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측정척도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측정방법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xmlns="" val="2413644152"/>
                  </a:ext>
                </a:extLst>
              </a:tr>
              <a:tr h="1801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id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응답자</a:t>
                      </a:r>
                      <a:r>
                        <a:rPr lang="en-US" altLang="ko-KR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ID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-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65113" marR="0" lvl="0" indent="-250825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Pct val="80000"/>
                        <a:buFontTx/>
                        <a:buBlip>
                          <a:blip r:embed="rId5"/>
                        </a:buBlip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일련번호</a:t>
                      </a:r>
                    </a:p>
                  </a:txBody>
                  <a:tcPr marL="72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569303695"/>
                  </a:ext>
                </a:extLst>
              </a:tr>
              <a:tr h="2215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mov1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여행동기</a:t>
                      </a:r>
                      <a:r>
                        <a:rPr lang="en-US" altLang="ko-KR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1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명목</a:t>
                      </a:r>
                    </a:p>
                  </a:txBody>
                  <a:tcPr marL="0" marR="0" marT="0" marB="0" anchor="ctr">
                    <a:solidFill>
                      <a:srgbClr val="E9EBF5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265113" marR="0" lvl="0" indent="-250825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Pct val="80000"/>
                        <a:buFontTx/>
                        <a:buBlip>
                          <a:blip r:embed="rId5"/>
                        </a:buBlip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1: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자연풍경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2: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쇼핑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3: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역사문화유적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4: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음식탐방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5: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휴양시설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6: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놀이시설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7: </a:t>
                      </a:r>
                      <a:r>
                        <a:rPr kumimoji="0" lang="ko-KR" altLang="en-US" sz="1050" b="0" i="0" u="none" strike="noStrike" kern="1200" cap="none" spc="0" normalizeH="0" baseline="0" dirty="0" err="1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문화트렌드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8: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사계절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9: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적정경비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10: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거리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11: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안전치안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12: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시설교통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13: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한류체험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14: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치료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15: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이미용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16: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여가시간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17: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기타</a:t>
                      </a:r>
                    </a:p>
                  </a:txBody>
                  <a:tcPr marL="72000" marR="0" marT="0" marB="0" anchor="ctr"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835432703"/>
                  </a:ext>
                </a:extLst>
              </a:tr>
              <a:tr h="2215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mov2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여행동기</a:t>
                      </a:r>
                      <a:r>
                        <a:rPr lang="en-US" altLang="ko-KR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2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명목</a:t>
                      </a:r>
                    </a:p>
                  </a:txBody>
                  <a:tcPr marL="0" marR="0" marT="0" marB="0" anchor="ctr">
                    <a:solidFill>
                      <a:srgbClr val="E9EBF5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265113" marR="0" lvl="0" indent="-250825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Pct val="80000"/>
                        <a:buFontTx/>
                        <a:buBlip>
                          <a:blip r:embed="rId5"/>
                        </a:buBlip>
                        <a:tabLst/>
                        <a:defRPr/>
                      </a:pPr>
                      <a:endParaRPr kumimoji="0" lang="ko-KR" altLang="en-US" sz="1050" b="0" i="0" u="none" strike="noStrike" kern="1200" cap="none" spc="0" normalizeH="0" baseline="0" dirty="0">
                        <a:ln w="25400" cap="flat">
                          <a:noFill/>
                          <a:miter lim="800000"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>
                          <a:glow>
                            <a:prstClr val="white"/>
                          </a:glow>
                        </a:effectLst>
                        <a:uLnTx/>
                        <a:uFillTx/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marL="72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982464859"/>
                  </a:ext>
                </a:extLst>
              </a:tr>
              <a:tr h="2215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mov3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여행동기</a:t>
                      </a:r>
                      <a:r>
                        <a:rPr lang="en-US" altLang="ko-KR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3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명목</a:t>
                      </a:r>
                    </a:p>
                  </a:txBody>
                  <a:tcPr marL="0" marR="0" marT="0" marB="0" anchor="ctr">
                    <a:solidFill>
                      <a:srgbClr val="E9EBF5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265113" marR="0" lvl="0" indent="-250825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Pct val="80000"/>
                        <a:buFontTx/>
                        <a:buBlip>
                          <a:blip r:embed="rId5"/>
                        </a:buBlip>
                        <a:tabLst/>
                        <a:defRPr/>
                      </a:pPr>
                      <a:endParaRPr kumimoji="0" lang="ko-KR" altLang="en-US" sz="1050" b="0" i="0" u="none" strike="noStrike" kern="1200" cap="none" spc="0" normalizeH="0" baseline="0" dirty="0">
                        <a:ln w="25400" cap="flat">
                          <a:noFill/>
                          <a:miter lim="800000"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>
                          <a:glow>
                            <a:prstClr val="white"/>
                          </a:glow>
                        </a:effectLst>
                        <a:uLnTx/>
                        <a:uFillTx/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marL="72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3436757167"/>
                  </a:ext>
                </a:extLst>
              </a:tr>
              <a:tr h="2215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info1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정보채널</a:t>
                      </a:r>
                      <a:r>
                        <a:rPr lang="en-US" altLang="ko-KR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1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명목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solidFill>
                      <a:srgbClr val="CFD5EA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265113" marR="0" lvl="0" indent="-250825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Pct val="80000"/>
                        <a:buFontTx/>
                        <a:buBlip>
                          <a:blip r:embed="rId5"/>
                        </a:buBlip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1: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여행사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2: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친지친구동료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3: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인터넷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4: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관광안내서적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5: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보도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6: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한국기관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7: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항공사호텔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8: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기타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9: </a:t>
                      </a:r>
                      <a:r>
                        <a:rPr kumimoji="0" lang="ko-KR" altLang="en-US" sz="1050" b="0" i="0" u="none" strike="noStrike" kern="1200" cap="none" spc="0" normalizeH="0" baseline="0" dirty="0" err="1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정보없음</a:t>
                      </a:r>
                      <a:endParaRPr kumimoji="0" lang="ko-KR" altLang="en-US" sz="1050" b="0" i="0" u="none" strike="noStrike" kern="1200" cap="none" spc="0" normalizeH="0" baseline="0" dirty="0">
                        <a:ln w="25400" cap="flat">
                          <a:noFill/>
                          <a:miter lim="800000"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>
                          <a:glow>
                            <a:prstClr val="white"/>
                          </a:glow>
                        </a:effectLst>
                        <a:uLnTx/>
                        <a:uFillTx/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marL="72000" marR="0" marT="0" marB="0" anchor="ctr"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128793303"/>
                  </a:ext>
                </a:extLst>
              </a:tr>
              <a:tr h="22152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en-US" altLang="ko-KR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info2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정보채널</a:t>
                      </a:r>
                      <a:r>
                        <a:rPr lang="en-US" altLang="ko-KR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2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명목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solidFill>
                      <a:srgbClr val="CFD5EA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265113" marR="0" lvl="0" indent="-250825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Pct val="80000"/>
                        <a:buFontTx/>
                        <a:buBlip>
                          <a:blip r:embed="rId5"/>
                        </a:buBlip>
                        <a:tabLst/>
                        <a:defRPr/>
                      </a:pPr>
                      <a:endParaRPr kumimoji="0" lang="ko-KR" altLang="en-US" sz="1050" b="0" i="0" u="none" strike="noStrike" kern="1200" cap="none" spc="0" normalizeH="0" baseline="0" dirty="0">
                        <a:ln w="25400" cap="flat">
                          <a:noFill/>
                          <a:miter lim="800000"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>
                          <a:glow>
                            <a:prstClr val="white"/>
                          </a:glow>
                        </a:effectLst>
                        <a:uLnTx/>
                        <a:uFillTx/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marL="72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4235438249"/>
                  </a:ext>
                </a:extLst>
              </a:tr>
              <a:tr h="22152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en-US" altLang="ko-KR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info3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정보채널</a:t>
                      </a:r>
                      <a:r>
                        <a:rPr lang="en-US" altLang="ko-KR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3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명목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solidFill>
                      <a:srgbClr val="CFD5EA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265113" marR="0" lvl="0" indent="-250825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Pct val="80000"/>
                        <a:buFontTx/>
                        <a:buBlip>
                          <a:blip r:embed="rId5"/>
                        </a:buBlip>
                        <a:tabLst/>
                        <a:defRPr/>
                      </a:pPr>
                      <a:endParaRPr kumimoji="0" lang="ko-KR" altLang="en-US" sz="1050" b="0" i="0" u="none" strike="noStrike" kern="1200" cap="none" spc="0" normalizeH="0" baseline="0" dirty="0">
                        <a:ln w="25400" cap="flat">
                          <a:noFill/>
                          <a:miter lim="800000"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>
                          <a:glow>
                            <a:prstClr val="white"/>
                          </a:glow>
                        </a:effectLst>
                        <a:uLnTx/>
                        <a:uFillTx/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marL="72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2685273866"/>
                  </a:ext>
                </a:extLst>
              </a:tr>
              <a:tr h="22152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en-US" altLang="ko-KR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act1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활동내역</a:t>
                      </a:r>
                      <a:r>
                        <a:rPr lang="en-US" altLang="ko-KR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1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명목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solidFill>
                      <a:srgbClr val="E9EBF5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265113" marR="0" lvl="0" indent="-250825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Pct val="80000"/>
                        <a:buFontTx/>
                        <a:buBlip>
                          <a:blip r:embed="rId5"/>
                        </a:buBlip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1: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쇼핑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2: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식도락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3: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온천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스파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4: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휴양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휴식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5: </a:t>
                      </a:r>
                      <a:r>
                        <a:rPr kumimoji="0" lang="ko-KR" altLang="en-US" sz="1050" b="0" i="0" u="none" strike="noStrike" kern="1200" cap="none" spc="0" normalizeH="0" baseline="0" dirty="0" err="1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뷰티관광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6: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의료관광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7: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유흥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오락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8: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카지노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9: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테마파크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10: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스포츠활동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11: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레포츠활동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</a:t>
                      </a:r>
                      <a:b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</a:b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12: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직업적스포츠활동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13: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시찰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50" b="0" i="0" u="none" strike="noStrike" kern="1200" cap="none" spc="0" normalizeH="0" baseline="0" dirty="0" err="1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산업시설등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), 14: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연수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교육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연구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15: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미팅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회의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학술대회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박람회참가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16: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업무수행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17: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고궁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역사유적지방문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</a:t>
                      </a:r>
                      <a:b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</a:b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18: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자연경관감상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19: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공연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민속행사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축제참가관람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20: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박물관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전시관방문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21: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시티투어버스이용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22: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전통문화체험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23: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기타</a:t>
                      </a:r>
                    </a:p>
                  </a:txBody>
                  <a:tcPr marL="72000" marR="0" marT="0" marB="0" anchor="ctr"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738710528"/>
                  </a:ext>
                </a:extLst>
              </a:tr>
              <a:tr h="22152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en-US" altLang="ko-KR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act2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활동내역</a:t>
                      </a:r>
                      <a:r>
                        <a:rPr lang="en-US" altLang="ko-KR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2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명목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solidFill>
                      <a:srgbClr val="E9EBF5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265113" marR="0" lvl="0" indent="-250825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Pct val="80000"/>
                        <a:buFontTx/>
                        <a:buBlip>
                          <a:blip r:embed="rId5"/>
                        </a:buBlip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dirty="0">
                        <a:ln w="25400" cap="flat">
                          <a:noFill/>
                          <a:miter lim="800000"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>
                          <a:glow>
                            <a:prstClr val="white"/>
                          </a:glow>
                        </a:effectLst>
                        <a:uLnTx/>
                        <a:uFillTx/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marL="72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4235249783"/>
                  </a:ext>
                </a:extLst>
              </a:tr>
              <a:tr h="22152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en-US" altLang="ko-KR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act3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활동내역</a:t>
                      </a:r>
                      <a:r>
                        <a:rPr lang="en-US" altLang="ko-KR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3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명목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solidFill>
                      <a:srgbClr val="E9EBF5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265113" marR="0" lvl="0" indent="-250825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Pct val="80000"/>
                        <a:buFontTx/>
                        <a:buBlip>
                          <a:blip r:embed="rId5"/>
                        </a:buBlip>
                        <a:tabLst/>
                        <a:defRPr/>
                      </a:pPr>
                      <a:endParaRPr kumimoji="0" lang="ko-KR" altLang="en-US" sz="1050" b="0" i="0" u="none" strike="noStrike" kern="1200" cap="none" spc="0" normalizeH="0" baseline="0" dirty="0">
                        <a:ln w="25400" cap="flat">
                          <a:noFill/>
                          <a:miter lim="800000"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>
                          <a:glow>
                            <a:prstClr val="white"/>
                          </a:glow>
                        </a:effectLst>
                        <a:uLnTx/>
                        <a:uFillTx/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marL="72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449042596"/>
                  </a:ext>
                </a:extLst>
              </a:tr>
              <a:tr h="2215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prd1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쇼핑품목</a:t>
                      </a:r>
                    </a:p>
                  </a:txBody>
                  <a:tcPr marL="0" marR="0" marT="0" marB="0" anchor="ctr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명목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solidFill>
                      <a:srgbClr val="CFD5EA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265113" marR="0" lvl="0" indent="-250825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Pct val="80000"/>
                        <a:buFontTx/>
                        <a:buBlip>
                          <a:blip r:embed="rId5"/>
                        </a:buBlip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1: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피혁제품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2: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실크섬유류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3: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신발류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4: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의류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5: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향수화장품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6: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보석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악세사리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7: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시계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8: </a:t>
                      </a:r>
                      <a:r>
                        <a:rPr kumimoji="0" lang="ko-KR" altLang="en-US" sz="1050" b="0" i="0" u="none" strike="noStrike" kern="1200" cap="none" spc="0" normalizeH="0" baseline="0" dirty="0" err="1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인삼한약재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9: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김치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10: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식료품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11: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주류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</a:t>
                      </a:r>
                      <a:b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</a:b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12: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담배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13: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음반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DVD, 14: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서적잡지문구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15: </a:t>
                      </a:r>
                      <a:r>
                        <a:rPr kumimoji="0" lang="ko-KR" altLang="en-US" sz="1050" b="0" i="0" u="none" strike="noStrike" kern="1200" cap="none" spc="0" normalizeH="0" baseline="0" dirty="0" err="1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인형장난감게임기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16,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전자전기제품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17: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자기도자기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18: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전통민속품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19: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스타상품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20: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기타</a:t>
                      </a:r>
                    </a:p>
                  </a:txBody>
                  <a:tcPr marL="72000" marR="0" marT="0" marB="0" anchor="ctr"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731323848"/>
                  </a:ext>
                </a:extLst>
              </a:tr>
              <a:tr h="2215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prd2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쇼핑품목</a:t>
                      </a:r>
                    </a:p>
                  </a:txBody>
                  <a:tcPr marL="0" marR="0" marT="0" marB="0" anchor="ctr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명목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solidFill>
                      <a:srgbClr val="CFD5EA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265113" marR="0" lvl="0" indent="-250825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Pct val="80000"/>
                        <a:buFontTx/>
                        <a:buBlip>
                          <a:blip r:embed="rId5"/>
                        </a:buBlip>
                        <a:tabLst/>
                        <a:defRPr/>
                      </a:pPr>
                      <a:endParaRPr kumimoji="0" lang="ko-KR" altLang="en-US" sz="1050" b="0" i="0" u="none" strike="noStrike" kern="1200" cap="none" spc="0" normalizeH="0" baseline="0" dirty="0">
                        <a:ln w="25400" cap="flat">
                          <a:noFill/>
                          <a:miter lim="800000"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>
                          <a:glow>
                            <a:prstClr val="white"/>
                          </a:glow>
                        </a:effectLst>
                        <a:uLnTx/>
                        <a:uFillTx/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marL="72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76900735"/>
                  </a:ext>
                </a:extLst>
              </a:tr>
              <a:tr h="2215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prd3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쇼핑품목</a:t>
                      </a:r>
                    </a:p>
                  </a:txBody>
                  <a:tcPr marL="0" marR="0" marT="0" marB="0" anchor="ctr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명목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solidFill>
                      <a:srgbClr val="CFD5EA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265113" marR="0" lvl="0" indent="-250825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Pct val="80000"/>
                        <a:buFontTx/>
                        <a:buBlip>
                          <a:blip r:embed="rId5"/>
                        </a:buBlip>
                        <a:tabLst/>
                        <a:defRPr/>
                      </a:pPr>
                      <a:endParaRPr kumimoji="0" lang="ko-KR" altLang="en-US" sz="1050" b="0" i="0" u="none" strike="noStrike" kern="1200" cap="none" spc="0" normalizeH="0" baseline="0" dirty="0">
                        <a:ln w="25400" cap="flat">
                          <a:noFill/>
                          <a:miter lim="800000"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>
                          <a:glow>
                            <a:prstClr val="white"/>
                          </a:glow>
                        </a:effectLst>
                        <a:uLnTx/>
                        <a:uFillTx/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marL="72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746943581"/>
                  </a:ext>
                </a:extLst>
              </a:tr>
              <a:tr h="2215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shop1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쇼핑장소</a:t>
                      </a:r>
                    </a:p>
                  </a:txBody>
                  <a:tcPr marL="0" marR="0" marT="0" marB="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명목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solidFill>
                      <a:srgbClr val="E9EBF5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265113" marR="0" lvl="0" indent="-250825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Pct val="80000"/>
                        <a:buFontTx/>
                        <a:buBlip>
                          <a:blip r:embed="rId5"/>
                        </a:buBlip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1: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공항면세점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2: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시내면세점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3: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백화점 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4: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남대문시장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5: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동대문시장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6: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이태원시장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7: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명동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8: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인사동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9: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소규모상점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10: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대형할인점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11: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기타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12: </a:t>
                      </a:r>
                      <a:r>
                        <a:rPr kumimoji="0" lang="ko-KR" altLang="en-US" sz="1050" b="0" i="0" u="none" strike="noStrike" kern="1200" cap="none" spc="0" normalizeH="0" baseline="0" dirty="0" err="1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쇼</a:t>
                      </a:r>
                      <a:r>
                        <a:rPr kumimoji="0" lang="ko-KR" altLang="en-US" sz="1050" b="0" i="0" u="none" strike="noStrike" kern="1200" cap="none" spc="0" normalizeH="0" baseline="0" dirty="0" err="1" smtClean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핑안함</a:t>
                      </a:r>
                      <a:endParaRPr kumimoji="0" lang="ko-KR" altLang="en-US" sz="1050" b="0" i="0" u="none" strike="noStrike" kern="1200" cap="none" spc="0" normalizeH="0" baseline="0" dirty="0">
                        <a:ln w="25400" cap="flat">
                          <a:noFill/>
                          <a:miter lim="800000"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>
                          <a:glow>
                            <a:prstClr val="white"/>
                          </a:glow>
                        </a:effectLst>
                        <a:uLnTx/>
                        <a:uFillTx/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marL="72000" marR="0" marT="0" marB="0" anchor="ctr"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551623520"/>
                  </a:ext>
                </a:extLst>
              </a:tr>
              <a:tr h="2215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shop2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쇼핑장소</a:t>
                      </a:r>
                    </a:p>
                  </a:txBody>
                  <a:tcPr marL="0" marR="0" marT="0" marB="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명목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solidFill>
                      <a:srgbClr val="E9EBF5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265113" marR="0" lvl="0" indent="-250825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Pct val="80000"/>
                        <a:buFontTx/>
                        <a:buBlip>
                          <a:blip r:embed="rId5"/>
                        </a:buBlip>
                        <a:tabLst/>
                        <a:defRPr/>
                      </a:pPr>
                      <a:endParaRPr kumimoji="0" lang="ko-KR" altLang="en-US" sz="1050" b="0" i="0" u="none" strike="noStrike" kern="1200" cap="none" spc="0" normalizeH="0" baseline="0" dirty="0">
                        <a:ln w="25400" cap="flat">
                          <a:noFill/>
                          <a:miter lim="800000"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>
                          <a:glow>
                            <a:prstClr val="white"/>
                          </a:glow>
                        </a:effectLst>
                        <a:uLnTx/>
                        <a:uFillTx/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marL="72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347067213"/>
                  </a:ext>
                </a:extLst>
              </a:tr>
              <a:tr h="2215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shop3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쇼핑장소</a:t>
                      </a:r>
                    </a:p>
                  </a:txBody>
                  <a:tcPr marL="0" marR="0" marT="0" marB="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명목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solidFill>
                      <a:srgbClr val="E9EBF5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265113" marR="0" lvl="0" indent="-250825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Pct val="80000"/>
                        <a:buFontTx/>
                        <a:buBlip>
                          <a:blip r:embed="rId5"/>
                        </a:buBlip>
                        <a:tabLst/>
                        <a:defRPr/>
                      </a:pPr>
                      <a:endParaRPr kumimoji="0" lang="ko-KR" altLang="en-US" sz="1050" b="0" i="0" u="none" strike="noStrike" kern="1200" cap="none" spc="0" normalizeH="0" baseline="0" dirty="0">
                        <a:ln w="25400" cap="flat">
                          <a:noFill/>
                          <a:miter lim="800000"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>
                          <a:glow>
                            <a:prstClr val="white"/>
                          </a:glow>
                        </a:effectLst>
                        <a:uLnTx/>
                        <a:uFillTx/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marL="72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2489692811"/>
                  </a:ext>
                </a:extLst>
              </a:tr>
            </a:tbl>
          </a:graphicData>
        </a:graphic>
      </p:graphicFrame>
      <p:sp>
        <p:nvSpPr>
          <p:cNvPr id="11" name="모서리가 둥근 직사각형 29">
            <a:extLst>
              <a:ext uri="{FF2B5EF4-FFF2-40B4-BE49-F238E27FC236}">
                <a16:creationId xmlns:a16="http://schemas.microsoft.com/office/drawing/2014/main" xmlns="" id="{704404F7-D80F-4C1E-ACC2-8AB5D751DC68}"/>
              </a:ext>
            </a:extLst>
          </p:cNvPr>
          <p:cNvSpPr/>
          <p:nvPr/>
        </p:nvSpPr>
        <p:spPr bwMode="auto">
          <a:xfrm>
            <a:off x="5879976" y="6090244"/>
            <a:ext cx="1221961" cy="563251"/>
          </a:xfrm>
          <a:prstGeom prst="roundRect">
            <a:avLst/>
          </a:prstGeom>
          <a:solidFill>
            <a:sysClr val="window" lastClr="FFFFFF"/>
          </a:solidFill>
          <a:ln w="28575" cap="flat" cmpd="sng" algn="ctr">
            <a:solidFill>
              <a:srgbClr val="4F81B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복합형질문</a:t>
            </a: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예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xmlns="" id="{DCBF12FE-000D-4D9A-9723-F1C134C5C2EE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7176120" y="6171654"/>
            <a:ext cx="3636404" cy="4004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265113" marR="0" lvl="0" indent="-250825" fontAlgn="base" latinLnBrk="0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Clr>
                <a:srgbClr val="004E8E"/>
              </a:buClr>
              <a:buSzPct val="80000"/>
              <a:buBlip>
                <a:blip r:embed="rId5"/>
              </a:buBlip>
              <a:tabLst/>
              <a:defRPr/>
            </a:pPr>
            <a:r>
              <a:rPr kumimoji="1" lang="ko-KR" altLang="en-US" sz="1200" spc="-7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한국여행을 오게 된 동기가 무엇인지 </a:t>
            </a:r>
            <a:r>
              <a:rPr kumimoji="1" lang="en-US" altLang="ko-KR" sz="1200" spc="-7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</a:t>
            </a:r>
            <a:r>
              <a:rPr kumimoji="1" lang="ko-KR" altLang="en-US" sz="1200" spc="-7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가지를 선택해 주세요</a:t>
            </a:r>
            <a:r>
              <a:rPr kumimoji="1" lang="en-US" altLang="ko-KR" sz="1200" spc="-7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kumimoji="1" lang="en-US" altLang="ko-KR" sz="1200" spc="-7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en-US" altLang="ko-KR" sz="1200" spc="-7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 </a:t>
            </a:r>
            <a:r>
              <a:rPr kumimoji="1" lang="ko-KR" altLang="en-US" sz="1200" spc="-7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보기항목 중에서 </a:t>
            </a:r>
            <a:r>
              <a:rPr kumimoji="1" lang="en-US" altLang="ko-KR" sz="1200" spc="-7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3</a:t>
            </a:r>
            <a:r>
              <a:rPr kumimoji="1" lang="ko-KR" altLang="en-US" sz="1200" spc="-7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개를 다중으로 선택하는 질문</a:t>
            </a:r>
            <a:endParaRPr kumimoji="1" lang="en-US" altLang="ko-KR" sz="1200" spc="-7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3" name="모서리가 둥근 직사각형 29">
            <a:extLst>
              <a:ext uri="{FF2B5EF4-FFF2-40B4-BE49-F238E27FC236}">
                <a16:creationId xmlns:a16="http://schemas.microsoft.com/office/drawing/2014/main" xmlns="" id="{DB84EF69-0B6D-4697-A8B2-F73EE51B725F}"/>
              </a:ext>
            </a:extLst>
          </p:cNvPr>
          <p:cNvSpPr/>
          <p:nvPr/>
        </p:nvSpPr>
        <p:spPr bwMode="auto">
          <a:xfrm>
            <a:off x="495852" y="6090244"/>
            <a:ext cx="1221961" cy="563251"/>
          </a:xfrm>
          <a:prstGeom prst="roundRect">
            <a:avLst/>
          </a:prstGeom>
          <a:solidFill>
            <a:sysClr val="window" lastClr="FFFFFF"/>
          </a:solidFill>
          <a:ln w="28575" cap="flat" cmpd="sng" algn="ctr">
            <a:solidFill>
              <a:srgbClr val="4F81B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일반질문 예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xmlns="" id="{49D1F399-C73D-405F-895E-95B6C7AE3CE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1791996" y="6171654"/>
            <a:ext cx="2772308" cy="4004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265113" marR="0" lvl="0" indent="-250825" fontAlgn="base" latinLnBrk="0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Clr>
                <a:srgbClr val="004E8E"/>
              </a:buClr>
              <a:buSzPct val="80000"/>
              <a:buBlip>
                <a:blip r:embed="rId5"/>
              </a:buBlip>
              <a:tabLst/>
              <a:defRPr/>
            </a:pPr>
            <a:r>
              <a:rPr kumimoji="1" lang="ko-KR" altLang="en-US" sz="1200" spc="-7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한국여행을 오게 된 동기가 무엇입니까</a:t>
            </a:r>
            <a:r>
              <a:rPr kumimoji="1" lang="en-US" altLang="ko-KR" sz="1200" spc="-7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?</a:t>
            </a:r>
            <a:br>
              <a:rPr kumimoji="1" lang="en-US" altLang="ko-KR" sz="1200" spc="-7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en-US" altLang="ko-KR" sz="1200" spc="-7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 </a:t>
            </a:r>
            <a:r>
              <a:rPr kumimoji="1" lang="ko-KR" altLang="en-US" sz="1200" spc="-7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보기항목 중에서 </a:t>
            </a:r>
            <a:r>
              <a:rPr kumimoji="1" lang="en-US" altLang="ko-KR" sz="1200" spc="-7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1</a:t>
            </a:r>
            <a:r>
              <a:rPr kumimoji="1" lang="ko-KR" altLang="en-US" sz="1200" spc="-7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개만 선택하는 질문</a:t>
            </a:r>
            <a:endParaRPr kumimoji="1" lang="en-US" altLang="ko-KR" sz="1200" spc="-7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64980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복수응답형 </a:t>
            </a:r>
            <a:r>
              <a:rPr lang="ko-KR" altLang="en-US" dirty="0" err="1"/>
              <a:t>변수컬럼</a:t>
            </a:r>
            <a:r>
              <a:rPr lang="ko-KR" altLang="en-US" dirty="0"/>
              <a:t> 데이터셋 로딩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특정변수가 여러 개의 세부적인 변수항목으로 나누어서 측정된</a:t>
            </a:r>
            <a:r>
              <a:rPr lang="en-US" altLang="ko-KR" dirty="0"/>
              <a:t> </a:t>
            </a:r>
            <a:r>
              <a:rPr lang="ko-KR" altLang="en-US" dirty="0"/>
              <a:t>경우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다중응답분석</a:t>
            </a:r>
            <a:r>
              <a:rPr lang="en-US" altLang="ko-KR" dirty="0"/>
              <a:t>(multiple response analysis)</a:t>
            </a:r>
            <a:r>
              <a:rPr lang="ko-KR" altLang="en-US" dirty="0"/>
              <a:t>을 통해서 특성을 파악할 수 있음 </a:t>
            </a:r>
            <a:endParaRPr lang="en-US" altLang="ko-KR" dirty="0"/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73CB8ADF-821B-475E-BA22-04C1A0358EC9}"/>
              </a:ext>
            </a:extLst>
          </p:cNvPr>
          <p:cNvSpPr/>
          <p:nvPr/>
        </p:nvSpPr>
        <p:spPr>
          <a:xfrm>
            <a:off x="515937" y="2176936"/>
            <a:ext cx="4377419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utils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::read.csv()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함수로 다중응답 데이터셋 로딩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mra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read.csv(file = 'tour_mra.csv',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header = TRUE,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sep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',',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stringsAsFactors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FALSE,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strip.white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TRUE,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na.strings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c('.', '?', 'NA'))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범주형 데이터셋 간단 조회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head(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mra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tail(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mra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sp>
        <p:nvSpPr>
          <p:cNvPr id="5" name="사각형: 둥근 모서리 76">
            <a:extLst>
              <a:ext uri="{FF2B5EF4-FFF2-40B4-BE49-F238E27FC236}">
                <a16:creationId xmlns:a16="http://schemas.microsoft.com/office/drawing/2014/main" xmlns="" id="{576A565C-CC34-452C-876B-3329D2A594C4}"/>
              </a:ext>
            </a:extLst>
          </p:cNvPr>
          <p:cNvSpPr/>
          <p:nvPr/>
        </p:nvSpPr>
        <p:spPr>
          <a:xfrm>
            <a:off x="5224369" y="2166027"/>
            <a:ext cx="3751951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내부구조 조회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mra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기본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기술통계량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파악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summary(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mra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64C0BAF5-2479-439B-96B9-A96276B8F1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92" y="4257092"/>
            <a:ext cx="4512500" cy="169218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xmlns="" id="{3D1861EF-E512-452C-810B-2A7D8FBEF6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0624" y="2270407"/>
            <a:ext cx="2671392" cy="215460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xmlns="" id="{114F99C8-B272-4E47-BCC3-36E45AD2A9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1247" y="4653136"/>
            <a:ext cx="7344816" cy="198255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4577094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다중응답변수 기본특성분석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pPr algn="l"/>
            <a:r>
              <a:rPr lang="ko-KR" altLang="en-US" dirty="0"/>
              <a:t>              다중응답변수 중에서 한국을 방문하게 된 여행동기</a:t>
            </a:r>
            <a:r>
              <a:rPr lang="en-US" altLang="ko-KR" dirty="0"/>
              <a:t>(mov) 3</a:t>
            </a:r>
            <a:r>
              <a:rPr lang="ko-KR" altLang="en-US" dirty="0"/>
              <a:t>가지를 명목척도로 측정한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                               </a:t>
            </a:r>
            <a:r>
              <a:rPr lang="ko-KR" altLang="en-US" dirty="0"/>
              <a:t>세부측정변수</a:t>
            </a:r>
            <a:r>
              <a:rPr lang="en-US" altLang="ko-KR" dirty="0"/>
              <a:t>(mov1, mov2, mov3)</a:t>
            </a:r>
            <a:r>
              <a:rPr lang="ko-KR" altLang="en-US" dirty="0"/>
              <a:t>들을 대상으로 특성분석을 실시함</a:t>
            </a:r>
            <a:endParaRPr lang="en-US" altLang="ko-KR" dirty="0"/>
          </a:p>
        </p:txBody>
      </p:sp>
      <p:sp>
        <p:nvSpPr>
          <p:cNvPr id="12" name="사각형: 둥근 모서리 76">
            <a:extLst>
              <a:ext uri="{FF2B5EF4-FFF2-40B4-BE49-F238E27FC236}">
                <a16:creationId xmlns:a16="http://schemas.microsoft.com/office/drawing/2014/main" xmlns="" id="{1CE053F2-C922-4817-8DF8-F6BA1C5838D6}"/>
              </a:ext>
            </a:extLst>
          </p:cNvPr>
          <p:cNvSpPr/>
          <p:nvPr/>
        </p:nvSpPr>
        <p:spPr>
          <a:xfrm>
            <a:off x="515937" y="2176936"/>
            <a:ext cx="4031891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여행동기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변수컬럼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서브데이터셋 추출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대괄호연산자 이용 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mv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mra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[c('mov1', 'mov2', 'mov3')]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base::subset()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 이용 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mov &lt;- subset(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mra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select = c(mov1, mov2, mov3))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두 가지 방식 추출객체 동일성 비교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identical(mv, mov)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str(mv); str(mov)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여행동기 세부변수별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기술통계량</a:t>
            </a:r>
            <a:endParaRPr kumimoji="1" lang="ko-KR" altLang="en-US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summary(mov)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xmlns="" id="{61006F26-B186-4852-8109-23DF995161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5965" y="3455727"/>
            <a:ext cx="1438275" cy="2857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6" name="사각형: 둥근 모서리 76">
            <a:extLst>
              <a:ext uri="{FF2B5EF4-FFF2-40B4-BE49-F238E27FC236}">
                <a16:creationId xmlns:a16="http://schemas.microsoft.com/office/drawing/2014/main" xmlns="" id="{52D6DEA1-596B-4EBD-AE8D-5B1E7C25B655}"/>
              </a:ext>
            </a:extLst>
          </p:cNvPr>
          <p:cNvSpPr/>
          <p:nvPr/>
        </p:nvSpPr>
        <p:spPr>
          <a:xfrm>
            <a:off x="4691844" y="2168525"/>
            <a:ext cx="4795511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기술통계 패키지 이용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install.packages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summarytools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summarytools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summarytools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descr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(mov)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dfSummary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(mov)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xmlns="" id="{6EB6A1B2-54A8-408B-8232-DC852CC20DF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8400"/>
          <a:stretch/>
        </p:blipFill>
        <p:spPr>
          <a:xfrm>
            <a:off x="1628377" y="3822880"/>
            <a:ext cx="2795863" cy="66251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xmlns="" id="{6188DA5E-C572-4AE8-84E1-389369C7055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8400"/>
          <a:stretch/>
        </p:blipFill>
        <p:spPr>
          <a:xfrm>
            <a:off x="1628377" y="4540503"/>
            <a:ext cx="2795863" cy="66251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xmlns="" id="{BF6A9C00-543C-48AC-91BB-E0C22EE9C3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3492" y="5461437"/>
            <a:ext cx="2900748" cy="116789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xmlns="" id="{4FB53A07-9F13-4879-9605-A39A9B10D6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8399" y="3929173"/>
            <a:ext cx="6006910" cy="277642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xmlns="" id="{A05A001D-3602-4D4F-8B2E-84DB815817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6320" y="1610253"/>
            <a:ext cx="2877389" cy="277642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1709465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다중응답변수 요약</a:t>
            </a:r>
            <a:r>
              <a:rPr lang="en-US" altLang="ko-KR" dirty="0"/>
              <a:t>·</a:t>
            </a:r>
            <a:r>
              <a:rPr lang="ko-KR" altLang="en-US" dirty="0"/>
              <a:t>집계</a:t>
            </a:r>
            <a:r>
              <a:rPr lang="en-US" altLang="ko-KR" dirty="0"/>
              <a:t>(1/3)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다중응답변수인 여행동기</a:t>
            </a:r>
            <a:r>
              <a:rPr lang="en-US" altLang="ko-KR" dirty="0"/>
              <a:t>(mov)</a:t>
            </a:r>
            <a:r>
              <a:rPr lang="ko-KR" altLang="en-US" dirty="0"/>
              <a:t>에 속한</a:t>
            </a:r>
            <a:r>
              <a:rPr lang="en-US" altLang="ko-KR" dirty="0"/>
              <a:t> 3</a:t>
            </a:r>
            <a:r>
              <a:rPr lang="ko-KR" altLang="en-US" dirty="0"/>
              <a:t>가지 세부측정변수</a:t>
            </a:r>
            <a:r>
              <a:rPr lang="en-US" altLang="ko-KR" dirty="0"/>
              <a:t>(mov1, mov2, mov3)</a:t>
            </a:r>
            <a:r>
              <a:rPr lang="ko-KR" altLang="en-US" dirty="0"/>
              <a:t>들을 대상으로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통합적인 빈도분석을 실시해 어떠한 여행동기가 발생빈도가 높은지를 파악함</a:t>
            </a:r>
            <a:endParaRPr lang="en-US" altLang="ko-KR" dirty="0"/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DC8FB368-D65A-4D44-9866-E57F89AD9A2E}"/>
              </a:ext>
            </a:extLst>
          </p:cNvPr>
          <p:cNvSpPr/>
          <p:nvPr/>
        </p:nvSpPr>
        <p:spPr>
          <a:xfrm>
            <a:off x="515937" y="2176936"/>
            <a:ext cx="5580063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여행동기 세부변수별 빈도수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카운팅</a:t>
            </a:r>
            <a:endParaRPr kumimoji="1" lang="ko-KR" altLang="en-US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table(mov)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- 2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개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변수씩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짝을지어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빈도수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카운팅이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됨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table(mov$mov1); table(mov$mov2); table(mov$mov3)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같은주제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개별변수들마다 빈도분석은 비효율적임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데이터순환함수 이용 여행동기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변수별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빈도수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카운팅</a:t>
            </a:r>
            <a:endParaRPr kumimoji="1" lang="ko-KR" altLang="en-US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sapply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(mov, table)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여행동기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통합빈도수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산정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mov_freq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table(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as.matrix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(mov))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mov_freq</a:t>
            </a:r>
            <a:endParaRPr kumimoji="1" lang="ko-KR" altLang="en-US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여행동기 세부변수들을 하나의 행렬데이터로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/>
            </a:r>
            <a:b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 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통합해서 빈도수를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카운팅해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줌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여행동기 통합 빈도수 테이블에 레이블 반영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names(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mov_freq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&lt;-  c('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자연풍경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쇼핑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역사문화유적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음식탐방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휴양시설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놀이시설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문화트렌드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사계절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적정경비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거리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안전치안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시설교통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한류체험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치료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이미용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여가시간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기타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D1C30B5C-5650-495B-ADD7-752767453D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1824" y="2281002"/>
            <a:ext cx="1419225" cy="27241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2B372BCF-7ACE-43EB-96E6-E9CCC13001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141" y="5078263"/>
            <a:ext cx="5271653" cy="5524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7" name="사각형: 둥근 모서리 76">
            <a:extLst>
              <a:ext uri="{FF2B5EF4-FFF2-40B4-BE49-F238E27FC236}">
                <a16:creationId xmlns:a16="http://schemas.microsoft.com/office/drawing/2014/main" xmlns="" id="{C34C6603-91A6-43B6-814E-E159ADC2CE59}"/>
              </a:ext>
            </a:extLst>
          </p:cNvPr>
          <p:cNvSpPr/>
          <p:nvPr/>
        </p:nvSpPr>
        <p:spPr>
          <a:xfrm>
            <a:off x="6264547" y="2176936"/>
            <a:ext cx="5580063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레이블반영된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여행동기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통합빈도수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확인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mov_freq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빈도수 기준 내림차순 정열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sort(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mov_freq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decreasing = TRUE)</a:t>
            </a:r>
            <a:endParaRPr kumimoji="1" lang="ko-KR" altLang="en-US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ko-KR" altLang="en-US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여행동기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통합빈도수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데이터프레임객체로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변환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mov_freq_df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as.data.frame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mov_freq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mov_freq_df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xmlns="" id="{19C42563-8218-4B5A-8265-A135E46B17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8738" y="3789040"/>
            <a:ext cx="1457325" cy="26955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xmlns="" id="{4C098210-3E44-4F97-9365-8EEB4B2B6B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6617" y="4903465"/>
            <a:ext cx="3505200" cy="15811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7299686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다중응답변수 요약</a:t>
            </a:r>
            <a:r>
              <a:rPr lang="en-US" altLang="ko-KR" dirty="0"/>
              <a:t>·</a:t>
            </a:r>
            <a:r>
              <a:rPr lang="ko-KR" altLang="en-US" dirty="0"/>
              <a:t>집계</a:t>
            </a:r>
            <a:r>
              <a:rPr lang="en-US" altLang="ko-KR" dirty="0"/>
              <a:t>(2/3)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다중응답변수인 여행동기</a:t>
            </a:r>
            <a:r>
              <a:rPr lang="en-US" altLang="ko-KR" dirty="0"/>
              <a:t>(mov)</a:t>
            </a:r>
            <a:r>
              <a:rPr lang="ko-KR" altLang="en-US" dirty="0"/>
              <a:t>에 속한</a:t>
            </a:r>
            <a:r>
              <a:rPr lang="en-US" altLang="ko-KR" dirty="0"/>
              <a:t> 3</a:t>
            </a:r>
            <a:r>
              <a:rPr lang="ko-KR" altLang="en-US" dirty="0"/>
              <a:t>가지 세부측정변수</a:t>
            </a:r>
            <a:r>
              <a:rPr lang="en-US" altLang="ko-KR" dirty="0"/>
              <a:t>(mov1, mov2, mov3)</a:t>
            </a:r>
            <a:r>
              <a:rPr lang="ko-KR" altLang="en-US" dirty="0"/>
              <a:t>들을 대상으로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통합적인 빈도분석내용을 비율과 백분율로 변환분석을 실시함</a:t>
            </a:r>
            <a:endParaRPr lang="en-US" altLang="ko-KR" dirty="0"/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DC8FB368-D65A-4D44-9866-E57F89AD9A2E}"/>
              </a:ext>
            </a:extLst>
          </p:cNvPr>
          <p:cNvSpPr/>
          <p:nvPr/>
        </p:nvSpPr>
        <p:spPr>
          <a:xfrm>
            <a:off x="515937" y="2176936"/>
            <a:ext cx="5580063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여행동기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통합빈도수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비율내용 확인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mov_prop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round(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prop.table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mov_freq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), 3)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mov_prop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비율 기준 내림차순 정열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sort(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mov_prop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decreasing = TRUE) 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여행동기 비율내용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데이터프레임객체로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변환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mov_prop_df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as.data.frame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mov_prop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mov_prop_df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사각형: 둥근 모서리 76">
            <a:extLst>
              <a:ext uri="{FF2B5EF4-FFF2-40B4-BE49-F238E27FC236}">
                <a16:creationId xmlns:a16="http://schemas.microsoft.com/office/drawing/2014/main" xmlns="" id="{C34C6603-91A6-43B6-814E-E159ADC2CE59}"/>
              </a:ext>
            </a:extLst>
          </p:cNvPr>
          <p:cNvSpPr/>
          <p:nvPr/>
        </p:nvSpPr>
        <p:spPr>
          <a:xfrm>
            <a:off x="6264547" y="2176936"/>
            <a:ext cx="5580063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여행동기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통합빈도수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백분율내용 확인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mov_pect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mov_prop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* 100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mov_pect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백분율 기준 내림차순 정열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sort(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mov_pect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decreasing = TRUE)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여행동기 백분율내용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데이터프레임객체로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변환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mov_pect_df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as.data.frame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mov_pect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mov_pect_df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xmlns="" id="{C9F2957E-40C3-4BE6-8B15-14BD696FBC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0359" y="3781611"/>
            <a:ext cx="1571625" cy="27146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xmlns="" id="{8AB902E4-C667-42D9-9823-3F7EBD4587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113" y="4915086"/>
            <a:ext cx="3495675" cy="15811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xmlns="" id="{49636378-C2AE-4065-824E-E4557AADC6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7788" y="3753036"/>
            <a:ext cx="1438275" cy="27432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xmlns="" id="{FFB04DA7-AE2B-4137-9E1A-0A2D3435C5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044" y="4915086"/>
            <a:ext cx="3524250" cy="15811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03486620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다중응답변수 요약</a:t>
            </a:r>
            <a:r>
              <a:rPr lang="en-US" altLang="ko-KR" dirty="0"/>
              <a:t>·</a:t>
            </a:r>
            <a:r>
              <a:rPr lang="ko-KR" altLang="en-US" dirty="0"/>
              <a:t>집계</a:t>
            </a:r>
            <a:r>
              <a:rPr lang="en-US" altLang="ko-KR" dirty="0"/>
              <a:t>(3/3)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다중응답변수인 여행동기</a:t>
            </a:r>
            <a:r>
              <a:rPr lang="en-US" altLang="ko-KR" dirty="0"/>
              <a:t>(mov)</a:t>
            </a:r>
            <a:r>
              <a:rPr lang="ko-KR" altLang="en-US" dirty="0"/>
              <a:t>에 속한</a:t>
            </a:r>
            <a:r>
              <a:rPr lang="en-US" altLang="ko-KR" dirty="0"/>
              <a:t> 3</a:t>
            </a:r>
            <a:r>
              <a:rPr lang="ko-KR" altLang="en-US" dirty="0"/>
              <a:t>가지 세부측정변수</a:t>
            </a:r>
            <a:r>
              <a:rPr lang="en-US" altLang="ko-KR" dirty="0"/>
              <a:t>(mov1, mov2, mov3)</a:t>
            </a:r>
            <a:r>
              <a:rPr lang="ko-KR" altLang="en-US" dirty="0"/>
              <a:t>들을 대상으로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통합적인 빈도분석과 비율</a:t>
            </a:r>
            <a:r>
              <a:rPr lang="en-US" altLang="ko-KR" dirty="0"/>
              <a:t>, </a:t>
            </a:r>
            <a:r>
              <a:rPr lang="ko-KR" altLang="en-US" dirty="0"/>
              <a:t>백분율 분석실시내용을 하나의 데이터프레임으로 결합함</a:t>
            </a:r>
            <a:endParaRPr lang="en-US" altLang="ko-KR" dirty="0"/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DC8FB368-D65A-4D44-9866-E57F89AD9A2E}"/>
              </a:ext>
            </a:extLst>
          </p:cNvPr>
          <p:cNvSpPr/>
          <p:nvPr/>
        </p:nvSpPr>
        <p:spPr>
          <a:xfrm>
            <a:off x="515937" y="2176936"/>
            <a:ext cx="3982189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여행동기 다중응답분석 계산내용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mov_freq_df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통합빈도수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mov_prop_df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통합비율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mov_pect_df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통합백분율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B8B2BF0E-3521-417D-A6E2-7ABE93B1AFA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7780"/>
          <a:stretch/>
        </p:blipFill>
        <p:spPr>
          <a:xfrm>
            <a:off x="624544" y="3086735"/>
            <a:ext cx="1222984" cy="220968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xmlns="" id="{49C94985-56A5-4F3B-ABAA-D0314C01DA0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3966" b="33813"/>
          <a:stretch/>
        </p:blipFill>
        <p:spPr>
          <a:xfrm>
            <a:off x="1883532" y="3086735"/>
            <a:ext cx="1222984" cy="220968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xmlns="" id="{11C4B456-E3D8-4FD1-B09F-0F24B8292DC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7779"/>
          <a:stretch/>
        </p:blipFill>
        <p:spPr>
          <a:xfrm>
            <a:off x="3143672" y="3086735"/>
            <a:ext cx="1222984" cy="220968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5" name="사각형: 둥근 모서리 76">
            <a:extLst>
              <a:ext uri="{FF2B5EF4-FFF2-40B4-BE49-F238E27FC236}">
                <a16:creationId xmlns:a16="http://schemas.microsoft.com/office/drawing/2014/main" xmlns="" id="{51855412-C692-43B7-98CD-A9A9F845BC47}"/>
              </a:ext>
            </a:extLst>
          </p:cNvPr>
          <p:cNvSpPr/>
          <p:nvPr/>
        </p:nvSpPr>
        <p:spPr>
          <a:xfrm>
            <a:off x="4606734" y="2176936"/>
            <a:ext cx="6601278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여행동기 관련 다중응답분석 결과를 하나의 데이터프레임으로 연결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mov_result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data.frame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(motivation = mov_freq_df$Var1, frequency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mov_freq_df$Freq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percentage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mov_pect_df$Freq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mov_result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여행동기 다중응답분석결과를 빈도수를 기준으로 정렬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dplyr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mov_result_sort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arrange(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mov_result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desc(frequency))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mov_result_sort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2B5CC6CA-67FF-4984-9594-A0ADA498B89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0000"/>
          <a:stretch/>
        </p:blipFill>
        <p:spPr>
          <a:xfrm>
            <a:off x="5924681" y="3861048"/>
            <a:ext cx="2524125" cy="272891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xmlns="" id="{CAF58380-FBBF-490A-927F-8A26C2D1507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9707"/>
          <a:stretch/>
        </p:blipFill>
        <p:spPr>
          <a:xfrm>
            <a:off x="8566346" y="3861048"/>
            <a:ext cx="2524125" cy="274492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3088733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다중응답변수 시각화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다중응답변수인 여행동기</a:t>
            </a:r>
            <a:r>
              <a:rPr lang="en-US" altLang="ko-KR" dirty="0"/>
              <a:t>(mov)</a:t>
            </a:r>
            <a:r>
              <a:rPr lang="ko-KR" altLang="en-US" dirty="0"/>
              <a:t>에 속한</a:t>
            </a:r>
            <a:r>
              <a:rPr lang="en-US" altLang="ko-KR" dirty="0"/>
              <a:t> 3</a:t>
            </a:r>
            <a:r>
              <a:rPr lang="ko-KR" altLang="en-US" dirty="0"/>
              <a:t>가지 세부측정변수</a:t>
            </a:r>
            <a:r>
              <a:rPr lang="en-US" altLang="ko-KR" dirty="0"/>
              <a:t>(mov1, mov2, mov3)</a:t>
            </a:r>
            <a:r>
              <a:rPr lang="ko-KR" altLang="en-US" dirty="0"/>
              <a:t>들을 대상으로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통합적인 빈도분석과 비율</a:t>
            </a:r>
            <a:r>
              <a:rPr lang="en-US" altLang="ko-KR" dirty="0"/>
              <a:t>, </a:t>
            </a:r>
            <a:r>
              <a:rPr lang="ko-KR" altLang="en-US" dirty="0"/>
              <a:t>백분율 분석실시내용을 시각적으로 표현함</a:t>
            </a:r>
            <a:endParaRPr lang="en-US" altLang="ko-KR" dirty="0"/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ADA03E13-0BBF-4FF1-A322-39BEFA579A6B}"/>
              </a:ext>
            </a:extLst>
          </p:cNvPr>
          <p:cNvSpPr/>
          <p:nvPr/>
        </p:nvSpPr>
        <p:spPr>
          <a:xfrm>
            <a:off x="515937" y="2176936"/>
            <a:ext cx="3982189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기본 막대그래프 생성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barplot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mov_freq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main = 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외래관광객 한국방문 동기요인 분포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xlab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동기요인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ylab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응답자수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색상 </a:t>
            </a:r>
            <a:r>
              <a:rPr kumimoji="1" lang="ko-KR" altLang="en-US" sz="1200" b="1" dirty="0" err="1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파레트에서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색상스펙트럼 선정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install.packages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RColorBrewer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RColorBrewer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display.brewer.all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mycol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brewer.pal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(9, "Set2")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mycol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92B48D5C-0A6B-4948-B68F-F5A799A74D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517" y="3045320"/>
            <a:ext cx="3032844" cy="147943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xmlns="" id="{8535830E-80CA-4B39-A5EB-F84C8697F6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1684" y="4664954"/>
            <a:ext cx="3066760" cy="192463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8" name="사각형: 둥근 모서리 76">
            <a:extLst>
              <a:ext uri="{FF2B5EF4-FFF2-40B4-BE49-F238E27FC236}">
                <a16:creationId xmlns:a16="http://schemas.microsoft.com/office/drawing/2014/main" xmlns="" id="{82BD7C83-8C2B-4446-B6A1-0F059BAC3EB1}"/>
              </a:ext>
            </a:extLst>
          </p:cNvPr>
          <p:cNvSpPr/>
          <p:nvPr/>
        </p:nvSpPr>
        <p:spPr>
          <a:xfrm>
            <a:off x="6456040" y="2176936"/>
            <a:ext cx="4589245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막대그래프 업그레이드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barplot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(sort(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mov_freq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decreasing = TRUE),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main = 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외래관광객 한국방문 동기요인 분포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xlab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동기요인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ylab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응답자수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col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mycol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xaxt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'n')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x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축 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눈금 레이블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텍스트 출력조정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text(pos = 1, x = p, y = -100, </a:t>
            </a:r>
            <a:b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srt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45,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cex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0.7,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xpd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TRUE,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labels = names(sort(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mov_freq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decreasing = TRUE)))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xmlns="" id="{8779E177-EC73-41C1-A8FC-72BC2D1209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0799" y="4612218"/>
            <a:ext cx="4379725" cy="197736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B795A229-7F0C-4B0C-B11A-5F93656CBE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517" y="6031442"/>
            <a:ext cx="2276475" cy="5810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5592973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JotAG__lEiMhU5YYfSLMA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tFRZPCN6kyxPfeaWGaXR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tFRZPCN6kyxPfeaWGaXRg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4800" b="1" spc="-300" dirty="0" smtClean="0">
            <a:ln w="25400" cap="flat">
              <a:solidFill>
                <a:schemeClr val="bg1"/>
              </a:solidFill>
              <a:miter lim="800000"/>
            </a:ln>
            <a:solidFill>
              <a:srgbClr val="173F95"/>
            </a:solidFill>
            <a:effectLst>
              <a:glow>
                <a:schemeClr val="bg1"/>
              </a:glow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Impact" panose="020B0806030902050204" pitchFamily="34" charset="0"/>
            <a:ea typeface="휴먼모음T" panose="02030504000101010101" pitchFamily="18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12973</TotalTime>
  <Words>3299</Words>
  <Application>Microsoft Office PowerPoint</Application>
  <PresentationFormat>와이드스크린</PresentationFormat>
  <Paragraphs>980</Paragraphs>
  <Slides>33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33</vt:i4>
      </vt:variant>
    </vt:vector>
  </HeadingPairs>
  <TitlesOfParts>
    <vt:vector size="43" baseType="lpstr">
      <vt:lpstr>나눔바른고딕</vt:lpstr>
      <vt:lpstr>휴먼모음T</vt:lpstr>
      <vt:lpstr>Impact</vt:lpstr>
      <vt:lpstr>나눔스퀘어 Bold</vt:lpstr>
      <vt:lpstr>스웨거 TTF</vt:lpstr>
      <vt:lpstr>Arial</vt:lpstr>
      <vt:lpstr>Wingdings</vt:lpstr>
      <vt:lpstr>맑은 고딕</vt:lpstr>
      <vt:lpstr>D2Coding</vt:lpstr>
      <vt:lpstr>Office 테마</vt:lpstr>
      <vt:lpstr>PowerPoint 프레젠테이션</vt:lpstr>
      <vt:lpstr>PowerPoint 프레젠테이션</vt:lpstr>
      <vt:lpstr>PowerPoint 프레젠테이션</vt:lpstr>
      <vt:lpstr>범주형 변수컬럼 서브데이터셋 추출</vt:lpstr>
      <vt:lpstr>이항형 명목척도 변수컬럼 특성파악</vt:lpstr>
      <vt:lpstr>이항형 명목척도 변수컬럼 요약집계</vt:lpstr>
      <vt:lpstr>이항형 명목척도 변수컬럼 시각화</vt:lpstr>
      <vt:lpstr>다항형 명목척도 변수컬럼 특성파악</vt:lpstr>
      <vt:lpstr>다항형 명목척도 변수컬럼 요약집계(1/2)</vt:lpstr>
      <vt:lpstr>다항형 명목척도 변수컬럼 요약집계(2/2)</vt:lpstr>
      <vt:lpstr>다항형 명목척도 변수컬럼 시각화</vt:lpstr>
      <vt:lpstr>서열형 척도 변수컬럼 특성파악</vt:lpstr>
      <vt:lpstr>서열형 척도 변수컬럼 요약집계(1/2)</vt:lpstr>
      <vt:lpstr>서열형 척도 변수컬럼 요약집계(2/2)</vt:lpstr>
      <vt:lpstr>서열형 척도 변수컬럼 시각화</vt:lpstr>
      <vt:lpstr>PowerPoint 프레젠테이션</vt:lpstr>
      <vt:lpstr>연속형 변수컬럼 서브데이터셋 추출</vt:lpstr>
      <vt:lpstr>등간형 척도 변수컬럼 특성파악</vt:lpstr>
      <vt:lpstr>등간형 척도 변수컬럼 요약집계(1/2)</vt:lpstr>
      <vt:lpstr>등간형 척도 변수컬럼 요약집계(2/2)</vt:lpstr>
      <vt:lpstr>등간형 척도 변수컬럼 시각화</vt:lpstr>
      <vt:lpstr>비율형 척도 변수컬럼 특성파악</vt:lpstr>
      <vt:lpstr>비율형 척도 변수컬럼 요약집계(1/2)</vt:lpstr>
      <vt:lpstr>비율형 척도 변수컬럼 요약집계(2/2)</vt:lpstr>
      <vt:lpstr>비율형 척도 변수컬럼 시각화</vt:lpstr>
      <vt:lpstr>PowerPoint 프레젠테이션</vt:lpstr>
      <vt:lpstr>복수응답형 변수컬럼에 대한 이해</vt:lpstr>
      <vt:lpstr>복수응답형 변수컬럼 데이터셋 로딩</vt:lpstr>
      <vt:lpstr>다중응답변수 기본특성분석</vt:lpstr>
      <vt:lpstr>다중응답변수 요약·집계(1/3)</vt:lpstr>
      <vt:lpstr>다중응답변수 요약·집계(2/3)</vt:lpstr>
      <vt:lpstr>다중응답변수 요약·집계(3/3)</vt:lpstr>
      <vt:lpstr>다중응답변수 시각화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aug559</dc:creator>
  <cp:lastModifiedBy>최 승우</cp:lastModifiedBy>
  <cp:revision>617</cp:revision>
  <dcterms:created xsi:type="dcterms:W3CDTF">2019-01-19T08:23:23Z</dcterms:created>
  <dcterms:modified xsi:type="dcterms:W3CDTF">2020-01-09T00:34:51Z</dcterms:modified>
</cp:coreProperties>
</file>