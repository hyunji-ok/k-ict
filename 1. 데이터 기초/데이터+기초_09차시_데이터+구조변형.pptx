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51" r:id="rId2"/>
    <p:sldId id="452" r:id="rId3"/>
    <p:sldId id="328" r:id="rId4"/>
    <p:sldId id="405" r:id="rId5"/>
    <p:sldId id="432" r:id="rId6"/>
    <p:sldId id="439" r:id="rId7"/>
    <p:sldId id="440" r:id="rId8"/>
    <p:sldId id="441" r:id="rId9"/>
    <p:sldId id="436" r:id="rId10"/>
    <p:sldId id="433" r:id="rId11"/>
    <p:sldId id="446" r:id="rId12"/>
    <p:sldId id="447" r:id="rId13"/>
    <p:sldId id="448" r:id="rId14"/>
    <p:sldId id="449" r:id="rId15"/>
    <p:sldId id="437" r:id="rId16"/>
    <p:sldId id="434" r:id="rId17"/>
    <p:sldId id="443" r:id="rId18"/>
    <p:sldId id="444" r:id="rId19"/>
    <p:sldId id="445" r:id="rId20"/>
    <p:sldId id="450" r:id="rId21"/>
  </p:sldIdLst>
  <p:sldSz cx="12192000" cy="6858000"/>
  <p:notesSz cx="6858000" cy="9144000"/>
  <p:embeddedFontLst>
    <p:embeddedFont>
      <p:font typeface="스웨거 TTF" panose="020B0600000101010101" pitchFamily="50" charset="-127"/>
      <p:regular r:id="rId24"/>
    </p:embeddedFont>
    <p:embeddedFont>
      <p:font typeface="나눔스퀘어 Bold" panose="020B0600000101010101" pitchFamily="50" charset="-127"/>
      <p:bold r:id="rId25"/>
    </p:embeddedFont>
    <p:embeddedFont>
      <p:font typeface="휴먼모음T" panose="02030504000101010101" pitchFamily="18" charset="-127"/>
      <p:regular r:id="rId26"/>
    </p:embeddedFont>
    <p:embeddedFont>
      <p:font typeface="맑은 고딕" panose="020B0503020000020004" pitchFamily="50" charset="-127"/>
      <p:regular r:id="rId27"/>
      <p:bold r:id="rId28"/>
    </p:embeddedFont>
    <p:embeddedFont>
      <p:font typeface="D2Coding" panose="020B0600000101010101" charset="-127"/>
      <p:regular r:id="rId29"/>
      <p:bold r:id="rId30"/>
    </p:embeddedFont>
    <p:embeddedFont>
      <p:font typeface="나눔바른고딕" panose="020B0603020101020101" pitchFamily="50" charset="-127"/>
      <p:regular r:id="rId31"/>
      <p:bold r:id="rId32"/>
    </p:embeddedFont>
    <p:embeddedFont>
      <p:font typeface="Impact" panose="020B0806030902050204" pitchFamily="34" charset="0"/>
      <p:regular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  <p15:guide id="11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466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323"/>
        <p:guide orient="horz" pos="981"/>
        <p:guide orient="horz" pos="143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6360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2-23T23:09:41.493" v="18164" actId="465"/>
      <pc:docMkLst>
        <pc:docMk/>
      </pc:docMkLst>
      <pc:sldChg chg="modSp">
        <pc:chgData name="Choi Jeomki" userId="f1912f8b0928b9f1" providerId="LiveId" clId="{D8FB46F6-7F0E-4535-B1A9-CD101ADCF625}" dt="2019-02-23T16:01:10.905" v="16133" actId="14100"/>
        <pc:sldMkLst>
          <pc:docMk/>
          <pc:sldMk cId="2342380751" sldId="328"/>
        </pc:sldMkLst>
        <pc:spChg chg="mod">
          <ac:chgData name="Choi Jeomki" userId="f1912f8b0928b9f1" providerId="LiveId" clId="{D8FB46F6-7F0E-4535-B1A9-CD101ADCF625}" dt="2019-02-23T16:01:10.905" v="16133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D8FB46F6-7F0E-4535-B1A9-CD101ADCF625}" dt="2019-02-22T15:19:36.969" v="29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D8FB46F6-7F0E-4535-B1A9-CD101ADCF625}" dt="2019-02-22T15:19:40.931" v="51"/>
          <ac:spMkLst>
            <pc:docMk/>
            <pc:sldMk cId="2342380751" sldId="328"/>
            <ac:spMk id="37" creationId="{6A062C83-2067-45C1-AF2B-F40BD29AA2AB}"/>
          </ac:spMkLst>
        </pc:spChg>
      </pc:sldChg>
      <pc:sldChg chg="addSp delSp modSp">
        <pc:chgData name="Choi Jeomki" userId="f1912f8b0928b9f1" providerId="LiveId" clId="{D8FB46F6-7F0E-4535-B1A9-CD101ADCF625}" dt="2019-02-23T15:51:02.030" v="15305"/>
        <pc:sldMkLst>
          <pc:docMk/>
          <pc:sldMk cId="425626669" sldId="405"/>
        </pc:sldMkLst>
        <pc:spChg chg="mod">
          <ac:chgData name="Choi Jeomki" userId="f1912f8b0928b9f1" providerId="LiveId" clId="{D8FB46F6-7F0E-4535-B1A9-CD101ADCF625}" dt="2019-02-22T15:39:47.502" v="218"/>
          <ac:spMkLst>
            <pc:docMk/>
            <pc:sldMk cId="425626669" sldId="405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9:47:33.904" v="5280" actId="5793"/>
          <ac:spMkLst>
            <pc:docMk/>
            <pc:sldMk cId="425626669" sldId="405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2T16:37:05.996" v="2633" actId="1036"/>
          <ac:spMkLst>
            <pc:docMk/>
            <pc:sldMk cId="425626669" sldId="405"/>
            <ac:spMk id="19" creationId="{1676B505-3A8C-4C4E-954F-0F9C9FA165FD}"/>
          </ac:spMkLst>
        </pc:spChg>
        <pc:spChg chg="mod">
          <ac:chgData name="Choi Jeomki" userId="f1912f8b0928b9f1" providerId="LiveId" clId="{D8FB46F6-7F0E-4535-B1A9-CD101ADCF625}" dt="2019-02-22T20:58:07.537" v="7911" actId="20577"/>
          <ac:spMkLst>
            <pc:docMk/>
            <pc:sldMk cId="425626669" sldId="405"/>
            <ac:spMk id="20" creationId="{1CC67DDD-A2E6-4908-A523-C5E28C2014C6}"/>
          </ac:spMkLst>
        </pc:spChg>
        <pc:spChg chg="del mod">
          <ac:chgData name="Choi Jeomki" userId="f1912f8b0928b9f1" providerId="LiveId" clId="{D8FB46F6-7F0E-4535-B1A9-CD101ADCF625}" dt="2019-02-23T15:48:52.270" v="15193" actId="478"/>
          <ac:spMkLst>
            <pc:docMk/>
            <pc:sldMk cId="425626669" sldId="405"/>
            <ac:spMk id="21" creationId="{C2373626-04D2-4B63-A2A1-4F1E88AC7F94}"/>
          </ac:spMkLst>
        </pc:spChg>
        <pc:spChg chg="mod">
          <ac:chgData name="Choi Jeomki" userId="f1912f8b0928b9f1" providerId="LiveId" clId="{D8FB46F6-7F0E-4535-B1A9-CD101ADCF625}" dt="2019-02-22T16:03:53.647" v="563" actId="20577"/>
          <ac:spMkLst>
            <pc:docMk/>
            <pc:sldMk cId="425626669" sldId="405"/>
            <ac:spMk id="22" creationId="{DD287236-34BD-4067-97EA-54E9723D152E}"/>
          </ac:spMkLst>
        </pc:spChg>
        <pc:spChg chg="mod">
          <ac:chgData name="Choi Jeomki" userId="f1912f8b0928b9f1" providerId="LiveId" clId="{D8FB46F6-7F0E-4535-B1A9-CD101ADCF625}" dt="2019-02-22T15:39:13.895" v="168" actId="20577"/>
          <ac:spMkLst>
            <pc:docMk/>
            <pc:sldMk cId="425626669" sldId="405"/>
            <ac:spMk id="25" creationId="{3D5D45AC-541E-4CF2-B2FA-F20F4ACF5FEC}"/>
          </ac:spMkLst>
        </pc:spChg>
        <pc:spChg chg="mod">
          <ac:chgData name="Choi Jeomki" userId="f1912f8b0928b9f1" providerId="LiveId" clId="{D8FB46F6-7F0E-4535-B1A9-CD101ADCF625}" dt="2019-02-22T15:39:27.978" v="186" actId="20577"/>
          <ac:spMkLst>
            <pc:docMk/>
            <pc:sldMk cId="425626669" sldId="405"/>
            <ac:spMk id="30" creationId="{AF830C43-2089-4A09-93CD-4442D4B4705C}"/>
          </ac:spMkLst>
        </pc:spChg>
        <pc:spChg chg="mod">
          <ac:chgData name="Choi Jeomki" userId="f1912f8b0928b9f1" providerId="LiveId" clId="{D8FB46F6-7F0E-4535-B1A9-CD101ADCF625}" dt="2019-02-22T15:39:21.177" v="183" actId="20577"/>
          <ac:spMkLst>
            <pc:docMk/>
            <pc:sldMk cId="425626669" sldId="405"/>
            <ac:spMk id="35" creationId="{3604002B-AF08-471C-8E4C-9D9A875670A5}"/>
          </ac:spMkLst>
        </pc:spChg>
        <pc:spChg chg="del">
          <ac:chgData name="Choi Jeomki" userId="f1912f8b0928b9f1" providerId="LiveId" clId="{D8FB46F6-7F0E-4535-B1A9-CD101ADCF625}" dt="2019-02-22T16:06:18.943" v="571" actId="478"/>
          <ac:spMkLst>
            <pc:docMk/>
            <pc:sldMk cId="425626669" sldId="405"/>
            <ac:spMk id="38" creationId="{03B684B0-55D9-41F4-9361-DC3A01385238}"/>
          </ac:spMkLst>
        </pc:spChg>
        <pc:spChg chg="mod">
          <ac:chgData name="Choi Jeomki" userId="f1912f8b0928b9f1" providerId="LiveId" clId="{D8FB46F6-7F0E-4535-B1A9-CD101ADCF625}" dt="2019-02-22T16:37:02.667" v="2627" actId="1035"/>
          <ac:spMkLst>
            <pc:docMk/>
            <pc:sldMk cId="425626669" sldId="405"/>
            <ac:spMk id="39" creationId="{1CE92A92-49EB-4CAB-A3BA-1E62BF464F71}"/>
          </ac:spMkLst>
        </pc:spChg>
        <pc:spChg chg="del">
          <ac:chgData name="Choi Jeomki" userId="f1912f8b0928b9f1" providerId="LiveId" clId="{D8FB46F6-7F0E-4535-B1A9-CD101ADCF625}" dt="2019-02-22T16:05:57.556" v="564" actId="478"/>
          <ac:spMkLst>
            <pc:docMk/>
            <pc:sldMk cId="425626669" sldId="405"/>
            <ac:spMk id="42" creationId="{4890DA7A-6799-4D3B-896B-3C7C173A2010}"/>
          </ac:spMkLst>
        </pc:spChg>
        <pc:spChg chg="mod">
          <ac:chgData name="Choi Jeomki" userId="f1912f8b0928b9f1" providerId="LiveId" clId="{D8FB46F6-7F0E-4535-B1A9-CD101ADCF625}" dt="2019-02-22T15:38:34.896" v="91"/>
          <ac:spMkLst>
            <pc:docMk/>
            <pc:sldMk cId="425626669" sldId="405"/>
            <ac:spMk id="44" creationId="{16F08C8C-1E03-4246-8752-D4A1F8D451A2}"/>
          </ac:spMkLst>
        </pc:spChg>
        <pc:spChg chg="add">
          <ac:chgData name="Choi Jeomki" userId="f1912f8b0928b9f1" providerId="LiveId" clId="{D8FB46F6-7F0E-4535-B1A9-CD101ADCF625}" dt="2019-02-22T16:05:58.041" v="565"/>
          <ac:spMkLst>
            <pc:docMk/>
            <pc:sldMk cId="425626669" sldId="405"/>
            <ac:spMk id="46" creationId="{E25CA818-829E-4D60-A241-49764B43BD03}"/>
          </ac:spMkLst>
        </pc:spChg>
        <pc:spChg chg="mod">
          <ac:chgData name="Choi Jeomki" userId="f1912f8b0928b9f1" providerId="LiveId" clId="{D8FB46F6-7F0E-4535-B1A9-CD101ADCF625}" dt="2019-02-22T16:37:14.411" v="2634" actId="14100"/>
          <ac:spMkLst>
            <pc:docMk/>
            <pc:sldMk cId="425626669" sldId="405"/>
            <ac:spMk id="47" creationId="{30EA2BE5-E3E0-4BDC-9F72-423DEAF56A0B}"/>
          </ac:spMkLst>
        </pc:spChg>
        <pc:spChg chg="mod">
          <ac:chgData name="Choi Jeomki" userId="f1912f8b0928b9f1" providerId="LiveId" clId="{D8FB46F6-7F0E-4535-B1A9-CD101ADCF625}" dt="2019-02-22T16:37:17.999" v="2635" actId="14100"/>
          <ac:spMkLst>
            <pc:docMk/>
            <pc:sldMk cId="425626669" sldId="405"/>
            <ac:spMk id="48" creationId="{613ACBD4-7434-4D19-B977-ECDD3681E992}"/>
          </ac:spMkLst>
        </pc:spChg>
        <pc:spChg chg="add mod">
          <ac:chgData name="Choi Jeomki" userId="f1912f8b0928b9f1" providerId="LiveId" clId="{D8FB46F6-7F0E-4535-B1A9-CD101ADCF625}" dt="2019-02-22T17:22:33.215" v="3096" actId="20577"/>
          <ac:spMkLst>
            <pc:docMk/>
            <pc:sldMk cId="425626669" sldId="405"/>
            <ac:spMk id="49" creationId="{E70B4071-3795-425C-922C-617DB1AF8C94}"/>
          </ac:spMkLst>
        </pc:spChg>
        <pc:spChg chg="add mod">
          <ac:chgData name="Choi Jeomki" userId="f1912f8b0928b9f1" providerId="LiveId" clId="{D8FB46F6-7F0E-4535-B1A9-CD101ADCF625}" dt="2019-02-22T19:53:27.090" v="5390" actId="20577"/>
          <ac:spMkLst>
            <pc:docMk/>
            <pc:sldMk cId="425626669" sldId="405"/>
            <ac:spMk id="50" creationId="{B99958D9-53B2-4B72-812C-4865943CDD0C}"/>
          </ac:spMkLst>
        </pc:spChg>
        <pc:spChg chg="add del mod">
          <ac:chgData name="Choi Jeomki" userId="f1912f8b0928b9f1" providerId="LiveId" clId="{D8FB46F6-7F0E-4535-B1A9-CD101ADCF625}" dt="2019-02-23T15:51:01.584" v="15304" actId="478"/>
          <ac:spMkLst>
            <pc:docMk/>
            <pc:sldMk cId="425626669" sldId="405"/>
            <ac:spMk id="51" creationId="{6628CE5E-BCA6-47DE-A54B-6EC5F8269231}"/>
          </ac:spMkLst>
        </pc:spChg>
        <pc:spChg chg="add">
          <ac:chgData name="Choi Jeomki" userId="f1912f8b0928b9f1" providerId="LiveId" clId="{D8FB46F6-7F0E-4535-B1A9-CD101ADCF625}" dt="2019-02-23T15:51:02.030" v="15305"/>
          <ac:spMkLst>
            <pc:docMk/>
            <pc:sldMk cId="425626669" sldId="405"/>
            <ac:spMk id="57" creationId="{AC85BFB9-6410-4FEB-89A4-F8FCED496BB0}"/>
          </ac:spMkLst>
        </pc:spChg>
        <pc:grpChg chg="del mod">
          <ac:chgData name="Choi Jeomki" userId="f1912f8b0928b9f1" providerId="LiveId" clId="{D8FB46F6-7F0E-4535-B1A9-CD101ADCF625}" dt="2019-02-23T15:51:01.584" v="15304" actId="478"/>
          <ac:grpSpMkLst>
            <pc:docMk/>
            <pc:sldMk cId="425626669" sldId="405"/>
            <ac:grpSpMk id="11" creationId="{33E9CC24-682A-47E7-9C2A-6D7F6668D6B2}"/>
          </ac:grpSpMkLst>
        </pc:grpChg>
        <pc:grpChg chg="add">
          <ac:chgData name="Choi Jeomki" userId="f1912f8b0928b9f1" providerId="LiveId" clId="{D8FB46F6-7F0E-4535-B1A9-CD101ADCF625}" dt="2019-02-23T15:51:02.030" v="15305"/>
          <ac:grpSpMkLst>
            <pc:docMk/>
            <pc:sldMk cId="425626669" sldId="405"/>
            <ac:grpSpMk id="52" creationId="{AFE9A39E-95DD-47E8-A2CA-A5F0EE325E83}"/>
          </ac:grpSpMkLst>
        </pc:grpChg>
        <pc:cxnChg chg="del">
          <ac:chgData name="Choi Jeomki" userId="f1912f8b0928b9f1" providerId="LiveId" clId="{D8FB46F6-7F0E-4535-B1A9-CD101ADCF625}" dt="2019-02-22T16:05:57.556" v="564" actId="478"/>
          <ac:cxnSpMkLst>
            <pc:docMk/>
            <pc:sldMk cId="425626669" sldId="405"/>
            <ac:cxnSpMk id="33" creationId="{5498E9F7-F5A9-4E32-8BE1-EA09A47B301A}"/>
          </ac:cxnSpMkLst>
        </pc:cxnChg>
        <pc:cxnChg chg="add">
          <ac:chgData name="Choi Jeomki" userId="f1912f8b0928b9f1" providerId="LiveId" clId="{D8FB46F6-7F0E-4535-B1A9-CD101ADCF625}" dt="2019-02-22T16:05:58.041" v="565"/>
          <ac:cxnSpMkLst>
            <pc:docMk/>
            <pc:sldMk cId="425626669" sldId="405"/>
            <ac:cxnSpMk id="40" creationId="{681A1A18-D7A4-4621-B25D-B5E747A0986F}"/>
          </ac:cxnSpMkLst>
        </pc:cxnChg>
        <pc:cxnChg chg="del">
          <ac:chgData name="Choi Jeomki" userId="f1912f8b0928b9f1" providerId="LiveId" clId="{D8FB46F6-7F0E-4535-B1A9-CD101ADCF625}" dt="2019-02-22T16:05:57.556" v="564" actId="478"/>
          <ac:cxnSpMkLst>
            <pc:docMk/>
            <pc:sldMk cId="425626669" sldId="405"/>
            <ac:cxnSpMk id="41" creationId="{32C8B8BF-F6BC-4A57-9FEC-83D8C7EA4CB5}"/>
          </ac:cxnSpMkLst>
        </pc:cxnChg>
        <pc:cxnChg chg="add">
          <ac:chgData name="Choi Jeomki" userId="f1912f8b0928b9f1" providerId="LiveId" clId="{D8FB46F6-7F0E-4535-B1A9-CD101ADCF625}" dt="2019-02-22T16:05:58.041" v="565"/>
          <ac:cxnSpMkLst>
            <pc:docMk/>
            <pc:sldMk cId="425626669" sldId="405"/>
            <ac:cxnSpMk id="43" creationId="{E3A54D34-E042-4E8A-BA86-218A0D1C4077}"/>
          </ac:cxnSpMkLst>
        </pc:cxnChg>
      </pc:sldChg>
      <pc:sldChg chg="addSp delSp modSp add">
        <pc:chgData name="Choi Jeomki" userId="f1912f8b0928b9f1" providerId="LiveId" clId="{D8FB46F6-7F0E-4535-B1A9-CD101ADCF625}" dt="2019-02-23T23:09:41.493" v="18164" actId="465"/>
        <pc:sldMkLst>
          <pc:docMk/>
          <pc:sldMk cId="3212709627" sldId="432"/>
        </pc:sldMkLst>
        <pc:spChg chg="mod">
          <ac:chgData name="Choi Jeomki" userId="f1912f8b0928b9f1" providerId="LiveId" clId="{D8FB46F6-7F0E-4535-B1A9-CD101ADCF625}" dt="2019-02-23T23:04:15.064" v="17983"/>
          <ac:spMkLst>
            <pc:docMk/>
            <pc:sldMk cId="3212709627" sldId="432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3:04:38.992" v="18095" actId="20577"/>
          <ac:spMkLst>
            <pc:docMk/>
            <pc:sldMk cId="3212709627" sldId="432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23:09:29.981" v="18156" actId="14100"/>
          <ac:spMkLst>
            <pc:docMk/>
            <pc:sldMk cId="3212709627" sldId="432"/>
            <ac:spMk id="4" creationId="{C79D062B-1463-45B2-A25C-0E3B98914C04}"/>
          </ac:spMkLst>
        </pc:spChg>
        <pc:picChg chg="add del">
          <ac:chgData name="Choi Jeomki" userId="f1912f8b0928b9f1" providerId="LiveId" clId="{D8FB46F6-7F0E-4535-B1A9-CD101ADCF625}" dt="2019-02-23T23:05:59.437" v="18109" actId="478"/>
          <ac:picMkLst>
            <pc:docMk/>
            <pc:sldMk cId="3212709627" sldId="432"/>
            <ac:picMk id="5" creationId="{1A54C1A3-DDAC-4DCB-A6BE-E83E334EB6EE}"/>
          </ac:picMkLst>
        </pc:picChg>
        <pc:picChg chg="add del mod modCrop">
          <ac:chgData name="Choi Jeomki" userId="f1912f8b0928b9f1" providerId="LiveId" clId="{D8FB46F6-7F0E-4535-B1A9-CD101ADCF625}" dt="2019-02-23T23:06:37.610" v="18120" actId="478"/>
          <ac:picMkLst>
            <pc:docMk/>
            <pc:sldMk cId="3212709627" sldId="432"/>
            <ac:picMk id="6" creationId="{A6A7EF7B-AC0D-4AF8-A055-4C078EFCB269}"/>
          </ac:picMkLst>
        </pc:picChg>
        <pc:picChg chg="del">
          <ac:chgData name="Choi Jeomki" userId="f1912f8b0928b9f1" providerId="LiveId" clId="{D8FB46F6-7F0E-4535-B1A9-CD101ADCF625}" dt="2019-02-23T23:06:37.610" v="18120" actId="478"/>
          <ac:picMkLst>
            <pc:docMk/>
            <pc:sldMk cId="3212709627" sldId="432"/>
            <ac:picMk id="7" creationId="{CA52E838-F898-4A94-9166-A657ACB0B768}"/>
          </ac:picMkLst>
        </pc:picChg>
        <pc:picChg chg="add del mod modCrop">
          <ac:chgData name="Choi Jeomki" userId="f1912f8b0928b9f1" providerId="LiveId" clId="{D8FB46F6-7F0E-4535-B1A9-CD101ADCF625}" dt="2019-02-23T23:07:55.066" v="18137" actId="478"/>
          <ac:picMkLst>
            <pc:docMk/>
            <pc:sldMk cId="3212709627" sldId="432"/>
            <ac:picMk id="8" creationId="{9C413FDC-4C2A-46A5-94D7-8C521A1F4D94}"/>
          </ac:picMkLst>
        </pc:picChg>
        <pc:picChg chg="add mod modCrop">
          <ac:chgData name="Choi Jeomki" userId="f1912f8b0928b9f1" providerId="LiveId" clId="{D8FB46F6-7F0E-4535-B1A9-CD101ADCF625}" dt="2019-02-23T23:09:41.493" v="18164" actId="465"/>
          <ac:picMkLst>
            <pc:docMk/>
            <pc:sldMk cId="3212709627" sldId="432"/>
            <ac:picMk id="9" creationId="{3B02352D-B5E8-4A19-BF7E-2ACB9652103B}"/>
          </ac:picMkLst>
        </pc:picChg>
        <pc:picChg chg="add mod modCrop">
          <ac:chgData name="Choi Jeomki" userId="f1912f8b0928b9f1" providerId="LiveId" clId="{D8FB46F6-7F0E-4535-B1A9-CD101ADCF625}" dt="2019-02-23T23:09:41.493" v="18164" actId="465"/>
          <ac:picMkLst>
            <pc:docMk/>
            <pc:sldMk cId="3212709627" sldId="432"/>
            <ac:picMk id="10" creationId="{62FDD883-93DF-4B9D-AD15-44C1CEE73C8F}"/>
          </ac:picMkLst>
        </pc:picChg>
        <pc:picChg chg="add mod">
          <ac:chgData name="Choi Jeomki" userId="f1912f8b0928b9f1" providerId="LiveId" clId="{D8FB46F6-7F0E-4535-B1A9-CD101ADCF625}" dt="2019-02-23T23:09:41.493" v="18164" actId="465"/>
          <ac:picMkLst>
            <pc:docMk/>
            <pc:sldMk cId="3212709627" sldId="432"/>
            <ac:picMk id="11" creationId="{79D92F9D-7ACF-43CF-88EC-3A2814D7D01F}"/>
          </ac:picMkLst>
        </pc:picChg>
      </pc:sldChg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  <pc:sldChg chg="modSp">
        <pc:chgData name="Choi Jeomki" userId="f1912f8b0928b9f1" providerId="LiveId" clId="{87A2D2B5-65FF-4A81-BB2F-74A5A8C11D8B}" dt="2019-02-21T01:01:30.890" v="109" actId="14100"/>
        <pc:sldMkLst>
          <pc:docMk/>
          <pc:sldMk cId="2342380751" sldId="328"/>
        </pc:sldMkLst>
        <pc:spChg chg="mod">
          <ac:chgData name="Choi Jeomki" userId="f1912f8b0928b9f1" providerId="LiveId" clId="{87A2D2B5-65FF-4A81-BB2F-74A5A8C11D8B}" dt="2019-02-21T01:01:25.611" v="108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87A2D2B5-65FF-4A81-BB2F-74A5A8C11D8B}" dt="2019-02-21T01:01:08.478" v="61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87A2D2B5-65FF-4A81-BB2F-74A5A8C11D8B}" dt="2019-02-21T01:01:14.828" v="84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1:30.890" v="109" actId="14100"/>
          <ac:spMkLst>
            <pc:docMk/>
            <pc:sldMk cId="2342380751" sldId="328"/>
            <ac:spMk id="39" creationId="{00000000-0000-0000-0000-000000000000}"/>
          </ac:spMkLst>
        </pc:spChg>
      </pc:sldChg>
      <pc:sldChg chg="add">
        <pc:chgData name="Choi Jeomki" userId="f1912f8b0928b9f1" providerId="LiveId" clId="{87A2D2B5-65FF-4A81-BB2F-74A5A8C11D8B}" dt="2019-02-22T13:29:39.077" v="20399"/>
        <pc:sldMkLst>
          <pc:docMk/>
          <pc:sldMk cId="425626669" sldId="405"/>
        </pc:sldMkLst>
      </pc:sldChg>
    </pc:docChg>
  </pc:docChgLst>
  <pc:docChgLst>
    <pc:chgData name="Choi Jeomki" userId="f1912f8b0928b9f1" providerId="LiveId" clId="{A5D8EF6E-B5B7-4946-90FE-4183DE11540E}"/>
    <pc:docChg chg="undo custSel addSld delSld modSld sldOrd">
      <pc:chgData name="Choi Jeomki" userId="f1912f8b0928b9f1" providerId="LiveId" clId="{A5D8EF6E-B5B7-4946-90FE-4183DE11540E}" dt="2019-03-08T09:04:51.616" v="5548" actId="20577"/>
      <pc:docMkLst>
        <pc:docMk/>
      </pc:docMkLst>
      <pc:sldChg chg="addSp delSp modSp">
        <pc:chgData name="Choi Jeomki" userId="f1912f8b0928b9f1" providerId="LiveId" clId="{A5D8EF6E-B5B7-4946-90FE-4183DE11540E}" dt="2019-02-24T05:49:07.954" v="116" actId="14100"/>
        <pc:sldMkLst>
          <pc:docMk/>
          <pc:sldMk cId="2342380751" sldId="328"/>
        </pc:sldMkLst>
        <pc:spChg chg="mod">
          <ac:chgData name="Choi Jeomki" userId="f1912f8b0928b9f1" providerId="LiveId" clId="{A5D8EF6E-B5B7-4946-90FE-4183DE11540E}" dt="2019-02-24T05:49:07.954" v="116" actId="14100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A5D8EF6E-B5B7-4946-90FE-4183DE11540E}" dt="2019-02-24T05:48:38.557" v="28"/>
          <ac:spMkLst>
            <pc:docMk/>
            <pc:sldMk cId="2342380751" sldId="328"/>
            <ac:spMk id="22" creationId="{1A322131-E279-448F-9C8D-3FD113363A3D}"/>
          </ac:spMkLst>
        </pc:spChg>
        <pc:spChg chg="add">
          <ac:chgData name="Choi Jeomki" userId="f1912f8b0928b9f1" providerId="LiveId" clId="{A5D8EF6E-B5B7-4946-90FE-4183DE11540E}" dt="2019-02-24T05:48:40.625" v="30"/>
          <ac:spMkLst>
            <pc:docMk/>
            <pc:sldMk cId="2342380751" sldId="328"/>
            <ac:spMk id="28" creationId="{2D0E10EC-2209-4818-94C7-ADE541045ABC}"/>
          </ac:spMkLst>
        </pc:spChg>
        <pc:spChg chg="mod">
          <ac:chgData name="Choi Jeomki" userId="f1912f8b0928b9f1" providerId="LiveId" clId="{A5D8EF6E-B5B7-4946-90FE-4183DE11540E}" dt="2019-02-24T05:48:47.412" v="60" actId="2057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A5D8EF6E-B5B7-4946-90FE-4183DE11540E}" dt="2019-02-24T05:48:40.265" v="29" actId="14100"/>
          <ac:spMkLst>
            <pc:docMk/>
            <pc:sldMk cId="2342380751" sldId="328"/>
            <ac:spMk id="39" creationId="{00000000-0000-0000-0000-000000000000}"/>
          </ac:spMkLst>
        </pc:spChg>
      </pc:sldChg>
      <pc:sldChg chg="addSp delSp modSp ord">
        <pc:chgData name="Choi Jeomki" userId="f1912f8b0928b9f1" providerId="LiveId" clId="{A5D8EF6E-B5B7-4946-90FE-4183DE11540E}" dt="2019-03-08T09:04:51.616" v="5548" actId="20577"/>
        <pc:sldMkLst>
          <pc:docMk/>
          <pc:sldMk cId="425626669" sldId="405"/>
        </pc:sldMkLst>
        <pc:spChg chg="mod">
          <ac:chgData name="Choi Jeomki" userId="f1912f8b0928b9f1" providerId="LiveId" clId="{A5D8EF6E-B5B7-4946-90FE-4183DE11540E}" dt="2019-02-24T05:50:34.865" v="313"/>
          <ac:spMkLst>
            <pc:docMk/>
            <pc:sldMk cId="425626669" sldId="405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3-08T08:57:51.069" v="5547"/>
          <ac:spMkLst>
            <pc:docMk/>
            <pc:sldMk cId="425626669" sldId="405"/>
            <ac:spMk id="3" creationId="{00000000-0000-0000-0000-000000000000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19" creationId="{1676B505-3A8C-4C4E-954F-0F9C9FA165FD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20" creationId="{1CC67DDD-A2E6-4908-A523-C5E28C2014C6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22" creationId="{DD287236-34BD-4067-97EA-54E9723D152E}"/>
          </ac:spMkLst>
        </pc:spChg>
        <pc:spChg chg="del">
          <ac:chgData name="Choi Jeomki" userId="f1912f8b0928b9f1" providerId="LiveId" clId="{A5D8EF6E-B5B7-4946-90FE-4183DE11540E}" dt="2019-02-24T05:50:36.713" v="314" actId="478"/>
          <ac:spMkLst>
            <pc:docMk/>
            <pc:sldMk cId="425626669" sldId="405"/>
            <ac:spMk id="28" creationId="{8704CB08-960C-46C9-83BF-464F05547EFE}"/>
          </ac:spMkLst>
        </pc:spChg>
        <pc:spChg chg="add del">
          <ac:chgData name="Choi Jeomki" userId="f1912f8b0928b9f1" providerId="LiveId" clId="{A5D8EF6E-B5B7-4946-90FE-4183DE11540E}" dt="2019-02-24T05:50:12.932" v="251"/>
          <ac:spMkLst>
            <pc:docMk/>
            <pc:sldMk cId="425626669" sldId="405"/>
            <ac:spMk id="38" creationId="{FE5BAC9E-B4D2-4215-B238-B6A553904A95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39" creationId="{1CE92A92-49EB-4CAB-A3BA-1E62BF464F71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4" creationId="{16F08C8C-1E03-4246-8752-D4A1F8D451A2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5" creationId="{2B5F1D4E-ECD6-4B18-9A87-21588EE78D6C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6" creationId="{E25CA818-829E-4D60-A241-49764B43BD03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7" creationId="{30EA2BE5-E3E0-4BDC-9F72-423DEAF56A0B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8" creationId="{613ACBD4-7434-4D19-B977-ECDD3681E992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49" creationId="{E70B4071-3795-425C-922C-617DB1AF8C94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50" creationId="{B99958D9-53B2-4B72-812C-4865943CDD0C}"/>
          </ac:spMkLst>
        </pc:spChg>
        <pc:spChg chg="del">
          <ac:chgData name="Choi Jeomki" userId="f1912f8b0928b9f1" providerId="LiveId" clId="{A5D8EF6E-B5B7-4946-90FE-4183DE11540E}" dt="2019-02-24T05:50:26.864" v="292" actId="478"/>
          <ac:spMkLst>
            <pc:docMk/>
            <pc:sldMk cId="425626669" sldId="405"/>
            <ac:spMk id="57" creationId="{AC85BFB9-6410-4FEB-89A4-F8FCED496BB0}"/>
          </ac:spMkLst>
        </pc:spChg>
        <pc:spChg chg="mod">
          <ac:chgData name="Choi Jeomki" userId="f1912f8b0928b9f1" providerId="LiveId" clId="{A5D8EF6E-B5B7-4946-90FE-4183DE11540E}" dt="2019-02-24T05:59:21.681" v="1019"/>
          <ac:spMkLst>
            <pc:docMk/>
            <pc:sldMk cId="425626669" sldId="405"/>
            <ac:spMk id="59" creationId="{08D980B0-6055-4A4D-8117-DEF4A70344F3}"/>
          </ac:spMkLst>
        </pc:spChg>
        <pc:spChg chg="mod">
          <ac:chgData name="Choi Jeomki" userId="f1912f8b0928b9f1" providerId="LiveId" clId="{A5D8EF6E-B5B7-4946-90FE-4183DE11540E}" dt="2019-02-24T05:53:22.065" v="791"/>
          <ac:spMkLst>
            <pc:docMk/>
            <pc:sldMk cId="425626669" sldId="405"/>
            <ac:spMk id="64" creationId="{A6C3542D-3800-4A33-A9ED-583478FB967C}"/>
          </ac:spMkLst>
        </pc:spChg>
        <pc:spChg chg="add mod">
          <ac:chgData name="Choi Jeomki" userId="f1912f8b0928b9f1" providerId="LiveId" clId="{A5D8EF6E-B5B7-4946-90FE-4183DE11540E}" dt="2019-02-24T06:02:40.524" v="1628"/>
          <ac:spMkLst>
            <pc:docMk/>
            <pc:sldMk cId="425626669" sldId="405"/>
            <ac:spMk id="67" creationId="{744EB131-5899-48C7-AB9E-177EAD5334FB}"/>
          </ac:spMkLst>
        </pc:spChg>
        <pc:spChg chg="add mod">
          <ac:chgData name="Choi Jeomki" userId="f1912f8b0928b9f1" providerId="LiveId" clId="{A5D8EF6E-B5B7-4946-90FE-4183DE11540E}" dt="2019-02-24T06:00:45.239" v="1148" actId="14100"/>
          <ac:spMkLst>
            <pc:docMk/>
            <pc:sldMk cId="425626669" sldId="405"/>
            <ac:spMk id="68" creationId="{16A91945-A183-43A6-957F-5CD4E9C0C3EA}"/>
          </ac:spMkLst>
        </pc:spChg>
        <pc:spChg chg="add mod">
          <ac:chgData name="Choi Jeomki" userId="f1912f8b0928b9f1" providerId="LiveId" clId="{A5D8EF6E-B5B7-4946-90FE-4183DE11540E}" dt="2019-03-08T09:04:51.616" v="5548" actId="20577"/>
          <ac:spMkLst>
            <pc:docMk/>
            <pc:sldMk cId="425626669" sldId="405"/>
            <ac:spMk id="69" creationId="{5AE43DCE-A04A-413E-84E6-B2F8C28F1BB1}"/>
          </ac:spMkLst>
        </pc:spChg>
        <pc:spChg chg="mod">
          <ac:chgData name="Choi Jeomki" userId="f1912f8b0928b9f1" providerId="LiveId" clId="{A5D8EF6E-B5B7-4946-90FE-4183DE11540E}" dt="2019-02-24T05:57:35.497" v="954"/>
          <ac:spMkLst>
            <pc:docMk/>
            <pc:sldMk cId="425626669" sldId="405"/>
            <ac:spMk id="72" creationId="{9D7AD8F8-EB88-4171-B073-79E9455E1C8E}"/>
          </ac:spMkLst>
        </pc:spChg>
        <pc:spChg chg="add mod">
          <ac:chgData name="Choi Jeomki" userId="f1912f8b0928b9f1" providerId="LiveId" clId="{A5D8EF6E-B5B7-4946-90FE-4183DE11540E}" dt="2019-02-24T06:01:07.160" v="1166" actId="1036"/>
          <ac:spMkLst>
            <pc:docMk/>
            <pc:sldMk cId="425626669" sldId="405"/>
            <ac:spMk id="77" creationId="{2DCB6AC5-B6C2-463D-9B44-FE396DA65019}"/>
          </ac:spMkLst>
        </pc:spChg>
        <pc:spChg chg="add mod">
          <ac:chgData name="Choi Jeomki" userId="f1912f8b0928b9f1" providerId="LiveId" clId="{A5D8EF6E-B5B7-4946-90FE-4183DE11540E}" dt="2019-02-24T06:01:29.081" v="1220" actId="554"/>
          <ac:spMkLst>
            <pc:docMk/>
            <pc:sldMk cId="425626669" sldId="405"/>
            <ac:spMk id="78" creationId="{D1F85057-240A-4765-89A1-298C248464FA}"/>
          </ac:spMkLst>
        </pc:spChg>
        <pc:spChg chg="add mod">
          <ac:chgData name="Choi Jeomki" userId="f1912f8b0928b9f1" providerId="LiveId" clId="{A5D8EF6E-B5B7-4946-90FE-4183DE11540E}" dt="2019-02-24T06:01:52.241" v="1286" actId="12788"/>
          <ac:spMkLst>
            <pc:docMk/>
            <pc:sldMk cId="425626669" sldId="405"/>
            <ac:spMk id="79" creationId="{A4250D73-CA23-4A56-B312-78A5924C7327}"/>
          </ac:spMkLst>
        </pc:spChg>
        <pc:spChg chg="add mod">
          <ac:chgData name="Choi Jeomki" userId="f1912f8b0928b9f1" providerId="LiveId" clId="{A5D8EF6E-B5B7-4946-90FE-4183DE11540E}" dt="2019-02-24T06:01:52.241" v="1286" actId="12788"/>
          <ac:spMkLst>
            <pc:docMk/>
            <pc:sldMk cId="425626669" sldId="405"/>
            <ac:spMk id="80" creationId="{A4224098-20CA-4AFC-B467-7B99501107B9}"/>
          </ac:spMkLst>
        </pc:spChg>
        <pc:grpChg chg="del">
          <ac:chgData name="Choi Jeomki" userId="f1912f8b0928b9f1" providerId="LiveId" clId="{A5D8EF6E-B5B7-4946-90FE-4183DE11540E}" dt="2019-02-24T05:50:26.864" v="292" actId="478"/>
          <ac:grpSpMkLst>
            <pc:docMk/>
            <pc:sldMk cId="425626669" sldId="405"/>
            <ac:grpSpMk id="9" creationId="{E2562F81-6836-454B-9EFD-1D9F4ABF1239}"/>
          </ac:grpSpMkLst>
        </pc:grpChg>
        <pc:grpChg chg="del">
          <ac:chgData name="Choi Jeomki" userId="f1912f8b0928b9f1" providerId="LiveId" clId="{A5D8EF6E-B5B7-4946-90FE-4183DE11540E}" dt="2019-02-24T05:50:26.864" v="292" actId="478"/>
          <ac:grpSpMkLst>
            <pc:docMk/>
            <pc:sldMk cId="425626669" sldId="405"/>
            <ac:grpSpMk id="10" creationId="{C5396FD4-2ABC-4952-9DDA-488F061E1989}"/>
          </ac:grpSpMkLst>
        </pc:grpChg>
        <pc:grpChg chg="add mod">
          <ac:chgData name="Choi Jeomki" userId="f1912f8b0928b9f1" providerId="LiveId" clId="{A5D8EF6E-B5B7-4946-90FE-4183DE11540E}" dt="2019-02-24T05:59:14.732" v="991" actId="14100"/>
          <ac:grpSpMkLst>
            <pc:docMk/>
            <pc:sldMk cId="425626669" sldId="405"/>
            <ac:grpSpMk id="51" creationId="{755FDE5E-40F9-4840-8A1D-4F7A4D8BD4D0}"/>
          </ac:grpSpMkLst>
        </pc:grpChg>
        <pc:grpChg chg="del">
          <ac:chgData name="Choi Jeomki" userId="f1912f8b0928b9f1" providerId="LiveId" clId="{A5D8EF6E-B5B7-4946-90FE-4183DE11540E}" dt="2019-02-24T05:50:26.864" v="292" actId="478"/>
          <ac:grpSpMkLst>
            <pc:docMk/>
            <pc:sldMk cId="425626669" sldId="405"/>
            <ac:grpSpMk id="52" creationId="{AFE9A39E-95DD-47E8-A2CA-A5F0EE325E83}"/>
          </ac:grpSpMkLst>
        </pc:grpChg>
        <pc:grpChg chg="mod">
          <ac:chgData name="Choi Jeomki" userId="f1912f8b0928b9f1" providerId="LiveId" clId="{A5D8EF6E-B5B7-4946-90FE-4183DE11540E}" dt="2019-02-24T05:53:35.914" v="796" actId="12788"/>
          <ac:grpSpMkLst>
            <pc:docMk/>
            <pc:sldMk cId="425626669" sldId="405"/>
            <ac:grpSpMk id="58" creationId="{164758E0-5F3E-49C2-A650-CBE7B72DA6C6}"/>
          </ac:grpSpMkLst>
        </pc:grpChg>
        <pc:grpChg chg="add del mod">
          <ac:chgData name="Choi Jeomki" userId="f1912f8b0928b9f1" providerId="LiveId" clId="{A5D8EF6E-B5B7-4946-90FE-4183DE11540E}" dt="2019-02-24T05:59:11.482" v="990" actId="478"/>
          <ac:grpSpMkLst>
            <pc:docMk/>
            <pc:sldMk cId="425626669" sldId="405"/>
            <ac:grpSpMk id="62" creationId="{F5442CAE-608F-485E-9ED0-847E775B880D}"/>
          </ac:grpSpMkLst>
        </pc:grpChg>
        <pc:grpChg chg="mod">
          <ac:chgData name="Choi Jeomki" userId="f1912f8b0928b9f1" providerId="LiveId" clId="{A5D8EF6E-B5B7-4946-90FE-4183DE11540E}" dt="2019-02-24T05:56:53.726" v="903" actId="554"/>
          <ac:grpSpMkLst>
            <pc:docMk/>
            <pc:sldMk cId="425626669" sldId="405"/>
            <ac:grpSpMk id="63" creationId="{63D07859-B42B-4C1D-A8EB-9377BDD695D3}"/>
          </ac:grpSpMkLst>
        </pc:grpChg>
        <pc:grpChg chg="add mod">
          <ac:chgData name="Choi Jeomki" userId="f1912f8b0928b9f1" providerId="LiveId" clId="{A5D8EF6E-B5B7-4946-90FE-4183DE11540E}" dt="2019-02-24T06:01:52.241" v="1286" actId="12788"/>
          <ac:grpSpMkLst>
            <pc:docMk/>
            <pc:sldMk cId="425626669" sldId="405"/>
            <ac:grpSpMk id="70" creationId="{682CB813-BA70-4132-A882-7F77B1CB859E}"/>
          </ac:grpSpMkLst>
        </pc:grpChg>
        <pc:grpChg chg="mod">
          <ac:chgData name="Choi Jeomki" userId="f1912f8b0928b9f1" providerId="LiveId" clId="{A5D8EF6E-B5B7-4946-90FE-4183DE11540E}" dt="2019-02-24T05:56:57.658" v="904" actId="555"/>
          <ac:grpSpMkLst>
            <pc:docMk/>
            <pc:sldMk cId="425626669" sldId="405"/>
            <ac:grpSpMk id="71" creationId="{DB397E4F-CBB4-4371-BA51-AC466E2DA9C4}"/>
          </ac:grpSpMkLst>
        </pc:grpChg>
        <pc:picChg chg="add mod modCrop">
          <ac:chgData name="Choi Jeomki" userId="f1912f8b0928b9f1" providerId="LiveId" clId="{A5D8EF6E-B5B7-4946-90FE-4183DE11540E}" dt="2019-02-24T06:00:54.134" v="1156" actId="1036"/>
          <ac:picMkLst>
            <pc:docMk/>
            <pc:sldMk cId="425626669" sldId="405"/>
            <ac:picMk id="4" creationId="{A36F6732-D475-43C4-8EEB-00A7B2981261}"/>
          </ac:picMkLst>
        </pc:picChg>
        <pc:picChg chg="add del mod modCrop">
          <ac:chgData name="Choi Jeomki" userId="f1912f8b0928b9f1" providerId="LiveId" clId="{A5D8EF6E-B5B7-4946-90FE-4183DE11540E}" dt="2019-02-24T05:57:51.269" v="959"/>
          <ac:picMkLst>
            <pc:docMk/>
            <pc:sldMk cId="425626669" sldId="405"/>
            <ac:picMk id="41" creationId="{558B1327-096F-40DB-B31B-A36F846630D2}"/>
          </ac:picMkLst>
        </pc:picChg>
        <pc:picChg chg="add mod modCrop">
          <ac:chgData name="Choi Jeomki" userId="f1912f8b0928b9f1" providerId="LiveId" clId="{A5D8EF6E-B5B7-4946-90FE-4183DE11540E}" dt="2019-02-24T06:01:31.761" v="1221" actId="554"/>
          <ac:picMkLst>
            <pc:docMk/>
            <pc:sldMk cId="425626669" sldId="405"/>
            <ac:picMk id="42" creationId="{E80E8100-BADE-4411-9B83-DACB596874D8}"/>
          </ac:picMkLst>
        </pc:picChg>
        <pc:picChg chg="add mod modCrop">
          <ac:chgData name="Choi Jeomki" userId="f1912f8b0928b9f1" providerId="LiveId" clId="{A5D8EF6E-B5B7-4946-90FE-4183DE11540E}" dt="2019-02-24T06:01:52.241" v="1286" actId="12788"/>
          <ac:picMkLst>
            <pc:docMk/>
            <pc:sldMk cId="425626669" sldId="405"/>
            <ac:picMk id="75" creationId="{AA456990-1B08-41E0-98A8-26D162B198ED}"/>
          </ac:picMkLst>
        </pc:picChg>
        <pc:picChg chg="add mod modCrop">
          <ac:chgData name="Choi Jeomki" userId="f1912f8b0928b9f1" providerId="LiveId" clId="{A5D8EF6E-B5B7-4946-90FE-4183DE11540E}" dt="2019-02-24T06:01:52.241" v="1286" actId="12788"/>
          <ac:picMkLst>
            <pc:docMk/>
            <pc:sldMk cId="425626669" sldId="405"/>
            <ac:picMk id="76" creationId="{D52BB873-7CE8-489C-99EC-F985AEEF154D}"/>
          </ac:picMkLst>
        </pc:picChg>
        <pc:cxnChg chg="del">
          <ac:chgData name="Choi Jeomki" userId="f1912f8b0928b9f1" providerId="LiveId" clId="{A5D8EF6E-B5B7-4946-90FE-4183DE11540E}" dt="2019-02-24T05:50:26.864" v="292" actId="478"/>
          <ac:cxnSpMkLst>
            <pc:docMk/>
            <pc:sldMk cId="425626669" sldId="405"/>
            <ac:cxnSpMk id="43" creationId="{E3A54D34-E042-4E8A-BA86-218A0D1C4077}"/>
          </ac:cxnSpMkLst>
        </pc:cxnChg>
      </pc:sldChg>
      <pc:sldChg chg="addSp delSp modSp ord">
        <pc:chgData name="Choi Jeomki" userId="f1912f8b0928b9f1" providerId="LiveId" clId="{A5D8EF6E-B5B7-4946-90FE-4183DE11540E}" dt="2019-03-07T08:20:36.449" v="5306" actId="14100"/>
        <pc:sldMkLst>
          <pc:docMk/>
          <pc:sldMk cId="3212709627" sldId="432"/>
        </pc:sldMkLst>
        <pc:spChg chg="mod">
          <ac:chgData name="Choi Jeomki" userId="f1912f8b0928b9f1" providerId="LiveId" clId="{A5D8EF6E-B5B7-4946-90FE-4183DE11540E}" dt="2019-02-24T06:07:31.337" v="2071"/>
          <ac:spMkLst>
            <pc:docMk/>
            <pc:sldMk cId="3212709627" sldId="432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34:08.188" v="2726" actId="20577"/>
          <ac:spMkLst>
            <pc:docMk/>
            <pc:sldMk cId="3212709627" sldId="432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20:36.449" v="5306" actId="14100"/>
          <ac:spMkLst>
            <pc:docMk/>
            <pc:sldMk cId="3212709627" sldId="432"/>
            <ac:spMk id="4" creationId="{C79D062B-1463-45B2-A25C-0E3B98914C04}"/>
          </ac:spMkLst>
        </pc:spChg>
        <pc:picChg chg="add del mod">
          <ac:chgData name="Choi Jeomki" userId="f1912f8b0928b9f1" providerId="LiveId" clId="{A5D8EF6E-B5B7-4946-90FE-4183DE11540E}" dt="2019-02-24T06:09:11.306" v="2191" actId="478"/>
          <ac:picMkLst>
            <pc:docMk/>
            <pc:sldMk cId="3212709627" sldId="432"/>
            <ac:picMk id="5" creationId="{DA5CAB07-E1E6-4995-9D14-926D98CA77A2}"/>
          </ac:picMkLst>
        </pc:picChg>
        <pc:picChg chg="add del mod modCrop">
          <ac:chgData name="Choi Jeomki" userId="f1912f8b0928b9f1" providerId="LiveId" clId="{A5D8EF6E-B5B7-4946-90FE-4183DE11540E}" dt="2019-02-24T06:09:11.306" v="2191" actId="478"/>
          <ac:picMkLst>
            <pc:docMk/>
            <pc:sldMk cId="3212709627" sldId="432"/>
            <ac:picMk id="6" creationId="{5E80B8C8-584D-4F2C-BAC9-D5687284C480}"/>
          </ac:picMkLst>
        </pc:picChg>
        <pc:picChg chg="add mod">
          <ac:chgData name="Choi Jeomki" userId="f1912f8b0928b9f1" providerId="LiveId" clId="{A5D8EF6E-B5B7-4946-90FE-4183DE11540E}" dt="2019-02-24T06:10:23.286" v="2213" actId="1076"/>
          <ac:picMkLst>
            <pc:docMk/>
            <pc:sldMk cId="3212709627" sldId="432"/>
            <ac:picMk id="7" creationId="{3A654CD2-44F3-4CE6-90B7-7DD43579A618}"/>
          </ac:picMkLst>
        </pc:picChg>
        <pc:picChg chg="add del">
          <ac:chgData name="Choi Jeomki" userId="f1912f8b0928b9f1" providerId="LiveId" clId="{A5D8EF6E-B5B7-4946-90FE-4183DE11540E}" dt="2019-02-24T06:09:31.418" v="2195" actId="478"/>
          <ac:picMkLst>
            <pc:docMk/>
            <pc:sldMk cId="3212709627" sldId="432"/>
            <ac:picMk id="8" creationId="{704E72E3-7A14-45A4-AE74-A65668BDBCA8}"/>
          </ac:picMkLst>
        </pc:picChg>
        <pc:picChg chg="del">
          <ac:chgData name="Choi Jeomki" userId="f1912f8b0928b9f1" providerId="LiveId" clId="{A5D8EF6E-B5B7-4946-90FE-4183DE11540E}" dt="2019-02-24T05:49:20.228" v="141" actId="478"/>
          <ac:picMkLst>
            <pc:docMk/>
            <pc:sldMk cId="3212709627" sldId="432"/>
            <ac:picMk id="9" creationId="{3B02352D-B5E8-4A19-BF7E-2ACB9652103B}"/>
          </ac:picMkLst>
        </pc:picChg>
        <pc:picChg chg="del">
          <ac:chgData name="Choi Jeomki" userId="f1912f8b0928b9f1" providerId="LiveId" clId="{A5D8EF6E-B5B7-4946-90FE-4183DE11540E}" dt="2019-02-24T05:49:20.228" v="141" actId="478"/>
          <ac:picMkLst>
            <pc:docMk/>
            <pc:sldMk cId="3212709627" sldId="432"/>
            <ac:picMk id="10" creationId="{62FDD883-93DF-4B9D-AD15-44C1CEE73C8F}"/>
          </ac:picMkLst>
        </pc:picChg>
        <pc:picChg chg="del">
          <ac:chgData name="Choi Jeomki" userId="f1912f8b0928b9f1" providerId="LiveId" clId="{A5D8EF6E-B5B7-4946-90FE-4183DE11540E}" dt="2019-02-24T05:49:20.228" v="141" actId="478"/>
          <ac:picMkLst>
            <pc:docMk/>
            <pc:sldMk cId="3212709627" sldId="432"/>
            <ac:picMk id="11" creationId="{79D92F9D-7ACF-43CF-88EC-3A2814D7D01F}"/>
          </ac:picMkLst>
        </pc:picChg>
        <pc:picChg chg="add del mod modCrop">
          <ac:chgData name="Choi Jeomki" userId="f1912f8b0928b9f1" providerId="LiveId" clId="{A5D8EF6E-B5B7-4946-90FE-4183DE11540E}" dt="2019-02-24T06:09:11.306" v="2191" actId="478"/>
          <ac:picMkLst>
            <pc:docMk/>
            <pc:sldMk cId="3212709627" sldId="432"/>
            <ac:picMk id="12" creationId="{E84CE1DB-9701-4DDA-9E7E-FC95E7DD3175}"/>
          </ac:picMkLst>
        </pc:picChg>
        <pc:picChg chg="add mod">
          <ac:chgData name="Choi Jeomki" userId="f1912f8b0928b9f1" providerId="LiveId" clId="{A5D8EF6E-B5B7-4946-90FE-4183DE11540E}" dt="2019-03-07T08:20:28.859" v="5303" actId="1037"/>
          <ac:picMkLst>
            <pc:docMk/>
            <pc:sldMk cId="3212709627" sldId="432"/>
            <ac:picMk id="13" creationId="{CDFAEB5D-333D-4958-A66E-2E0F8AF3F94A}"/>
          </ac:picMkLst>
        </pc:picChg>
        <pc:picChg chg="add mod">
          <ac:chgData name="Choi Jeomki" userId="f1912f8b0928b9f1" providerId="LiveId" clId="{A5D8EF6E-B5B7-4946-90FE-4183DE11540E}" dt="2019-02-24T06:10:22.006" v="2212" actId="1076"/>
          <ac:picMkLst>
            <pc:docMk/>
            <pc:sldMk cId="3212709627" sldId="432"/>
            <ac:picMk id="14" creationId="{D8A2BE03-4981-4DD5-A8B5-F110564FBFA8}"/>
          </ac:picMkLst>
        </pc:picChg>
      </pc:sldChg>
      <pc:sldChg chg="addSp modSp add ord">
        <pc:chgData name="Choi Jeomki" userId="f1912f8b0928b9f1" providerId="LiveId" clId="{A5D8EF6E-B5B7-4946-90FE-4183DE11540E}" dt="2019-03-07T08:37:35.854" v="5489" actId="1037"/>
        <pc:sldMkLst>
          <pc:docMk/>
          <pc:sldMk cId="3637668924" sldId="433"/>
        </pc:sldMkLst>
        <pc:spChg chg="mod">
          <ac:chgData name="Choi Jeomki" userId="f1912f8b0928b9f1" providerId="LiveId" clId="{A5D8EF6E-B5B7-4946-90FE-4183DE11540E}" dt="2019-02-24T06:33:34.898" v="2650"/>
          <ac:spMkLst>
            <pc:docMk/>
            <pc:sldMk cId="3637668924" sldId="433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36:00.919" v="2771" actId="20577"/>
          <ac:spMkLst>
            <pc:docMk/>
            <pc:sldMk cId="3637668924" sldId="433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37:33.786" v="5488" actId="14100"/>
          <ac:spMkLst>
            <pc:docMk/>
            <pc:sldMk cId="3637668924" sldId="433"/>
            <ac:spMk id="4" creationId="{C79D062B-1463-45B2-A25C-0E3B98914C04}"/>
          </ac:spMkLst>
        </pc:spChg>
        <pc:picChg chg="add mod modCrop">
          <ac:chgData name="Choi Jeomki" userId="f1912f8b0928b9f1" providerId="LiveId" clId="{A5D8EF6E-B5B7-4946-90FE-4183DE11540E}" dt="2019-03-07T08:37:35.854" v="5489" actId="1037"/>
          <ac:picMkLst>
            <pc:docMk/>
            <pc:sldMk cId="3637668924" sldId="433"/>
            <ac:picMk id="5" creationId="{364545E2-75D6-4329-ABA0-0D25A57B291A}"/>
          </ac:picMkLst>
        </pc:picChg>
        <pc:picChg chg="add mod modCrop">
          <ac:chgData name="Choi Jeomki" userId="f1912f8b0928b9f1" providerId="LiveId" clId="{A5D8EF6E-B5B7-4946-90FE-4183DE11540E}" dt="2019-03-07T08:37:35.854" v="5489" actId="1037"/>
          <ac:picMkLst>
            <pc:docMk/>
            <pc:sldMk cId="3637668924" sldId="433"/>
            <ac:picMk id="6" creationId="{1D394359-CD45-4828-A35F-9B49C60543A5}"/>
          </ac:picMkLst>
        </pc:picChg>
        <pc:picChg chg="add mod modCrop">
          <ac:chgData name="Choi Jeomki" userId="f1912f8b0928b9f1" providerId="LiveId" clId="{A5D8EF6E-B5B7-4946-90FE-4183DE11540E}" dt="2019-03-07T08:37:35.854" v="5489" actId="1037"/>
          <ac:picMkLst>
            <pc:docMk/>
            <pc:sldMk cId="3637668924" sldId="433"/>
            <ac:picMk id="7" creationId="{E20DD41A-E9AB-4AE7-B5F5-BD339F7D8E20}"/>
          </ac:picMkLst>
        </pc:picChg>
      </pc:sldChg>
      <pc:sldChg chg="addSp modSp add">
        <pc:chgData name="Choi Jeomki" userId="f1912f8b0928b9f1" providerId="LiveId" clId="{A5D8EF6E-B5B7-4946-90FE-4183DE11540E}" dt="2019-02-24T08:16:39.375" v="3550" actId="1037"/>
        <pc:sldMkLst>
          <pc:docMk/>
          <pc:sldMk cId="3027424062" sldId="434"/>
        </pc:sldMkLst>
        <pc:spChg chg="mod">
          <ac:chgData name="Choi Jeomki" userId="f1912f8b0928b9f1" providerId="LiveId" clId="{A5D8EF6E-B5B7-4946-90FE-4183DE11540E}" dt="2019-02-24T08:15:00.961" v="3290"/>
          <ac:spMkLst>
            <pc:docMk/>
            <pc:sldMk cId="3027424062" sldId="434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15:43.513" v="3534"/>
          <ac:spMkLst>
            <pc:docMk/>
            <pc:sldMk cId="3027424062" sldId="434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14:42.920" v="3228" actId="20577"/>
          <ac:spMkLst>
            <pc:docMk/>
            <pc:sldMk cId="3027424062" sldId="434"/>
            <ac:spMk id="4" creationId="{C79D062B-1463-45B2-A25C-0E3B98914C04}"/>
          </ac:spMkLst>
        </pc:spChg>
        <pc:picChg chg="add mod modCrop">
          <ac:chgData name="Choi Jeomki" userId="f1912f8b0928b9f1" providerId="LiveId" clId="{A5D8EF6E-B5B7-4946-90FE-4183DE11540E}" dt="2019-02-24T08:16:39.375" v="3550" actId="1037"/>
          <ac:picMkLst>
            <pc:docMk/>
            <pc:sldMk cId="3027424062" sldId="434"/>
            <ac:picMk id="5" creationId="{8E80C540-99E6-4F5A-8C5D-F5A928A022E1}"/>
          </ac:picMkLst>
        </pc:picChg>
        <pc:picChg chg="add mod modCrop">
          <ac:chgData name="Choi Jeomki" userId="f1912f8b0928b9f1" providerId="LiveId" clId="{A5D8EF6E-B5B7-4946-90FE-4183DE11540E}" dt="2019-02-24T08:16:39.375" v="3550" actId="1037"/>
          <ac:picMkLst>
            <pc:docMk/>
            <pc:sldMk cId="3027424062" sldId="434"/>
            <ac:picMk id="6" creationId="{2B981751-E1B2-4DB4-8382-AAAFEA202832}"/>
          </ac:picMkLst>
        </pc:picChg>
      </pc:sldChg>
      <pc:sldChg chg="addSp delSp modSp add">
        <pc:chgData name="Choi Jeomki" userId="f1912f8b0928b9f1" providerId="LiveId" clId="{A5D8EF6E-B5B7-4946-90FE-4183DE11540E}" dt="2019-02-24T05:49:39.582" v="198"/>
        <pc:sldMkLst>
          <pc:docMk/>
          <pc:sldMk cId="1142541326" sldId="436"/>
        </pc:sldMkLst>
        <pc:spChg chg="add">
          <ac:chgData name="Choi Jeomki" userId="f1912f8b0928b9f1" providerId="LiveId" clId="{A5D8EF6E-B5B7-4946-90FE-4183DE11540E}" dt="2019-02-24T05:49:39.582" v="198"/>
          <ac:spMkLst>
            <pc:docMk/>
            <pc:sldMk cId="1142541326" sldId="436"/>
            <ac:spMk id="22" creationId="{7C039F20-51C4-4C13-B368-E5F5DEA2374C}"/>
          </ac:spMkLst>
        </pc:spChg>
        <pc:spChg chg="del">
          <ac:chgData name="Choi Jeomki" userId="f1912f8b0928b9f1" providerId="LiveId" clId="{A5D8EF6E-B5B7-4946-90FE-4183DE11540E}" dt="2019-02-24T05:49:34.823" v="161"/>
          <ac:spMkLst>
            <pc:docMk/>
            <pc:sldMk cId="1142541326" sldId="436"/>
            <ac:spMk id="28" creationId="{2D0E10EC-2209-4818-94C7-ADE541045ABC}"/>
          </ac:spMkLst>
        </pc:spChg>
        <pc:spChg chg="mod">
          <ac:chgData name="Choi Jeomki" userId="f1912f8b0928b9f1" providerId="LiveId" clId="{A5D8EF6E-B5B7-4946-90FE-4183DE11540E}" dt="2019-02-24T05:49:39.141" v="197" actId="1036"/>
          <ac:spMkLst>
            <pc:docMk/>
            <pc:sldMk cId="1142541326" sldId="436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A5D8EF6E-B5B7-4946-90FE-4183DE11540E}" dt="2019-02-24T05:50:01.392" v="245" actId="14100"/>
        <pc:sldMkLst>
          <pc:docMk/>
          <pc:sldMk cId="502117701" sldId="437"/>
        </pc:sldMkLst>
        <pc:spChg chg="del">
          <ac:chgData name="Choi Jeomki" userId="f1912f8b0928b9f1" providerId="LiveId" clId="{A5D8EF6E-B5B7-4946-90FE-4183DE11540E}" dt="2019-02-24T05:49:56.950" v="242"/>
          <ac:spMkLst>
            <pc:docMk/>
            <pc:sldMk cId="502117701" sldId="437"/>
            <ac:spMk id="21" creationId="{9F771F1A-289E-4A2A-9DA2-873F091B5C83}"/>
          </ac:spMkLst>
        </pc:spChg>
        <pc:spChg chg="add">
          <ac:chgData name="Choi Jeomki" userId="f1912f8b0928b9f1" providerId="LiveId" clId="{A5D8EF6E-B5B7-4946-90FE-4183DE11540E}" dt="2019-02-24T05:49:54.245" v="241"/>
          <ac:spMkLst>
            <pc:docMk/>
            <pc:sldMk cId="502117701" sldId="437"/>
            <ac:spMk id="28" creationId="{D0023C60-74CF-4C54-9D50-23A765C712E2}"/>
          </ac:spMkLst>
        </pc:spChg>
        <pc:spChg chg="add">
          <ac:chgData name="Choi Jeomki" userId="f1912f8b0928b9f1" providerId="LiveId" clId="{A5D8EF6E-B5B7-4946-90FE-4183DE11540E}" dt="2019-02-24T05:49:58.829" v="244"/>
          <ac:spMkLst>
            <pc:docMk/>
            <pc:sldMk cId="502117701" sldId="437"/>
            <ac:spMk id="29" creationId="{2AC0A0F2-5E61-4FC0-BD2B-ECDE4C9562B6}"/>
          </ac:spMkLst>
        </pc:spChg>
        <pc:spChg chg="add del">
          <ac:chgData name="Choi Jeomki" userId="f1912f8b0928b9f1" providerId="LiveId" clId="{A5D8EF6E-B5B7-4946-90FE-4183DE11540E}" dt="2019-02-24T05:49:48.674" v="202"/>
          <ac:spMkLst>
            <pc:docMk/>
            <pc:sldMk cId="502117701" sldId="437"/>
            <ac:spMk id="37" creationId="{6A062C83-2067-45C1-AF2B-F40BD29AA2AB}"/>
          </ac:spMkLst>
        </pc:spChg>
        <pc:spChg chg="mod">
          <ac:chgData name="Choi Jeomki" userId="f1912f8b0928b9f1" providerId="LiveId" clId="{A5D8EF6E-B5B7-4946-90FE-4183DE11540E}" dt="2019-02-24T05:50:01.392" v="245" actId="14100"/>
          <ac:spMkLst>
            <pc:docMk/>
            <pc:sldMk cId="502117701" sldId="437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A5D8EF6E-B5B7-4946-90FE-4183DE11540E}" dt="2019-02-24T06:40:16.262" v="2882" actId="20577"/>
        <pc:sldMkLst>
          <pc:docMk/>
          <pc:sldMk cId="1985304776" sldId="439"/>
        </pc:sldMkLst>
        <pc:spChg chg="mod">
          <ac:chgData name="Choi Jeomki" userId="f1912f8b0928b9f1" providerId="LiveId" clId="{A5D8EF6E-B5B7-4946-90FE-4183DE11540E}" dt="2019-02-24T06:11:22.176" v="2259"/>
          <ac:spMkLst>
            <pc:docMk/>
            <pc:sldMk cId="1985304776" sldId="439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40:16.262" v="2882" actId="20577"/>
          <ac:spMkLst>
            <pc:docMk/>
            <pc:sldMk cId="1985304776" sldId="439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15:04.913" v="2344" actId="20577"/>
          <ac:spMkLst>
            <pc:docMk/>
            <pc:sldMk cId="1985304776" sldId="439"/>
            <ac:spMk id="4" creationId="{C79D062B-1463-45B2-A25C-0E3B98914C04}"/>
          </ac:spMkLst>
        </pc:spChg>
        <pc:grpChg chg="add mod">
          <ac:chgData name="Choi Jeomki" userId="f1912f8b0928b9f1" providerId="LiveId" clId="{A5D8EF6E-B5B7-4946-90FE-4183DE11540E}" dt="2019-02-24T06:25:25.557" v="2553" actId="1076"/>
          <ac:grpSpMkLst>
            <pc:docMk/>
            <pc:sldMk cId="1985304776" sldId="439"/>
            <ac:grpSpMk id="14" creationId="{6FC051E0-B2D9-42D7-910B-1291F80AF8F9}"/>
          </ac:grpSpMkLst>
        </pc:grpChg>
        <pc:picChg chg="add del mod modCrop">
          <ac:chgData name="Choi Jeomki" userId="f1912f8b0928b9f1" providerId="LiveId" clId="{A5D8EF6E-B5B7-4946-90FE-4183DE11540E}" dt="2019-02-24T06:25:05.499" v="2541"/>
          <ac:picMkLst>
            <pc:docMk/>
            <pc:sldMk cId="1985304776" sldId="439"/>
            <ac:picMk id="5" creationId="{DBCB243B-3526-4851-A364-431C7DFF239A}"/>
          </ac:picMkLst>
        </pc:picChg>
        <pc:picChg chg="add mod modCrop">
          <ac:chgData name="Choi Jeomki" userId="f1912f8b0928b9f1" providerId="LiveId" clId="{A5D8EF6E-B5B7-4946-90FE-4183DE11540E}" dt="2019-02-24T06:25:22.097" v="2551" actId="164"/>
          <ac:picMkLst>
            <pc:docMk/>
            <pc:sldMk cId="1985304776" sldId="439"/>
            <ac:picMk id="6" creationId="{24EFF387-13AB-4708-95CE-0542E679DCF4}"/>
          </ac:picMkLst>
        </pc:picChg>
        <pc:picChg chg="add del mod">
          <ac:chgData name="Choi Jeomki" userId="f1912f8b0928b9f1" providerId="LiveId" clId="{A5D8EF6E-B5B7-4946-90FE-4183DE11540E}" dt="2019-02-24T06:25:05.499" v="2541"/>
          <ac:picMkLst>
            <pc:docMk/>
            <pc:sldMk cId="1985304776" sldId="439"/>
            <ac:picMk id="7" creationId="{BCA23FD1-467E-4E49-A763-84B071B3608D}"/>
          </ac:picMkLst>
        </pc:picChg>
        <pc:picChg chg="add del mod">
          <ac:chgData name="Choi Jeomki" userId="f1912f8b0928b9f1" providerId="LiveId" clId="{A5D8EF6E-B5B7-4946-90FE-4183DE11540E}" dt="2019-02-24T06:25:05.499" v="2541"/>
          <ac:picMkLst>
            <pc:docMk/>
            <pc:sldMk cId="1985304776" sldId="439"/>
            <ac:picMk id="8" creationId="{F14701C2-1D6C-4706-ADD6-049306209EBB}"/>
          </ac:picMkLst>
        </pc:picChg>
        <pc:picChg chg="add del mod">
          <ac:chgData name="Choi Jeomki" userId="f1912f8b0928b9f1" providerId="LiveId" clId="{A5D8EF6E-B5B7-4946-90FE-4183DE11540E}" dt="2019-02-24T06:23:57.794" v="2540" actId="478"/>
          <ac:picMkLst>
            <pc:docMk/>
            <pc:sldMk cId="1985304776" sldId="439"/>
            <ac:picMk id="9" creationId="{DFDE3609-F3FD-4281-B2C6-FB697D576119}"/>
          </ac:picMkLst>
        </pc:picChg>
        <pc:picChg chg="add mod">
          <ac:chgData name="Choi Jeomki" userId="f1912f8b0928b9f1" providerId="LiveId" clId="{A5D8EF6E-B5B7-4946-90FE-4183DE11540E}" dt="2019-02-24T06:25:22.097" v="2551" actId="164"/>
          <ac:picMkLst>
            <pc:docMk/>
            <pc:sldMk cId="1985304776" sldId="439"/>
            <ac:picMk id="10" creationId="{D4901E06-50D0-4F14-BCE3-BEDE91EDE5EB}"/>
          </ac:picMkLst>
        </pc:picChg>
        <pc:picChg chg="add mod">
          <ac:chgData name="Choi Jeomki" userId="f1912f8b0928b9f1" providerId="LiveId" clId="{A5D8EF6E-B5B7-4946-90FE-4183DE11540E}" dt="2019-02-24T06:25:22.097" v="2551" actId="164"/>
          <ac:picMkLst>
            <pc:docMk/>
            <pc:sldMk cId="1985304776" sldId="439"/>
            <ac:picMk id="11" creationId="{B53CFAFF-29EE-45F4-AB5C-5CF2C948FB14}"/>
          </ac:picMkLst>
        </pc:picChg>
        <pc:picChg chg="add mod">
          <ac:chgData name="Choi Jeomki" userId="f1912f8b0928b9f1" providerId="LiveId" clId="{A5D8EF6E-B5B7-4946-90FE-4183DE11540E}" dt="2019-02-24T06:25:22.097" v="2551" actId="164"/>
          <ac:picMkLst>
            <pc:docMk/>
            <pc:sldMk cId="1985304776" sldId="439"/>
            <ac:picMk id="12" creationId="{E7E48408-6C93-488A-8056-FF9AC90084A5}"/>
          </ac:picMkLst>
        </pc:picChg>
        <pc:picChg chg="add mod">
          <ac:chgData name="Choi Jeomki" userId="f1912f8b0928b9f1" providerId="LiveId" clId="{A5D8EF6E-B5B7-4946-90FE-4183DE11540E}" dt="2019-02-24T06:25:22.097" v="2551" actId="164"/>
          <ac:picMkLst>
            <pc:docMk/>
            <pc:sldMk cId="1985304776" sldId="439"/>
            <ac:picMk id="13" creationId="{A6FA98AB-B942-4560-9F2E-BD26F1061AEA}"/>
          </ac:picMkLst>
        </pc:picChg>
      </pc:sldChg>
      <pc:sldChg chg="addSp delSp modSp add">
        <pc:chgData name="Choi Jeomki" userId="f1912f8b0928b9f1" providerId="LiveId" clId="{A5D8EF6E-B5B7-4946-90FE-4183DE11540E}" dt="2019-03-07T08:33:27.262" v="5365" actId="1037"/>
        <pc:sldMkLst>
          <pc:docMk/>
          <pc:sldMk cId="2742693856" sldId="440"/>
        </pc:sldMkLst>
        <pc:spChg chg="mod">
          <ac:chgData name="Choi Jeomki" userId="f1912f8b0928b9f1" providerId="LiveId" clId="{A5D8EF6E-B5B7-4946-90FE-4183DE11540E}" dt="2019-02-24T06:17:13.195" v="2412"/>
          <ac:spMkLst>
            <pc:docMk/>
            <pc:sldMk cId="2742693856" sldId="440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40:33.154" v="2896" actId="20577"/>
          <ac:spMkLst>
            <pc:docMk/>
            <pc:sldMk cId="2742693856" sldId="440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33:25.082" v="5361" actId="14100"/>
          <ac:spMkLst>
            <pc:docMk/>
            <pc:sldMk cId="2742693856" sldId="440"/>
            <ac:spMk id="4" creationId="{C79D062B-1463-45B2-A25C-0E3B98914C04}"/>
          </ac:spMkLst>
        </pc:spChg>
        <pc:grpChg chg="add mod">
          <ac:chgData name="Choi Jeomki" userId="f1912f8b0928b9f1" providerId="LiveId" clId="{A5D8EF6E-B5B7-4946-90FE-4183DE11540E}" dt="2019-03-07T08:33:27.262" v="5365" actId="1037"/>
          <ac:grpSpMkLst>
            <pc:docMk/>
            <pc:sldMk cId="2742693856" sldId="440"/>
            <ac:grpSpMk id="8" creationId="{DDD1615D-0878-41C1-916D-4711F6ABF5FA}"/>
          </ac:grpSpMkLst>
        </pc:grpChg>
        <pc:picChg chg="add del mod">
          <ac:chgData name="Choi Jeomki" userId="f1912f8b0928b9f1" providerId="LiveId" clId="{A5D8EF6E-B5B7-4946-90FE-4183DE11540E}" dt="2019-03-07T08:32:09.544" v="5307" actId="478"/>
          <ac:picMkLst>
            <pc:docMk/>
            <pc:sldMk cId="2742693856" sldId="440"/>
            <ac:picMk id="5" creationId="{DCD0916E-463D-4DC1-AF7A-C288DB079E15}"/>
          </ac:picMkLst>
        </pc:picChg>
        <pc:picChg chg="add mod">
          <ac:chgData name="Choi Jeomki" userId="f1912f8b0928b9f1" providerId="LiveId" clId="{A5D8EF6E-B5B7-4946-90FE-4183DE11540E}" dt="2019-03-07T08:33:02.723" v="5360" actId="465"/>
          <ac:picMkLst>
            <pc:docMk/>
            <pc:sldMk cId="2742693856" sldId="440"/>
            <ac:picMk id="6" creationId="{1E0BD5D8-17F3-4F9D-9AB2-26CDD5E42AA7}"/>
          </ac:picMkLst>
        </pc:picChg>
        <pc:picChg chg="add del mod">
          <ac:chgData name="Choi Jeomki" userId="f1912f8b0928b9f1" providerId="LiveId" clId="{A5D8EF6E-B5B7-4946-90FE-4183DE11540E}" dt="2019-02-24T06:21:45.864" v="2487" actId="478"/>
          <ac:picMkLst>
            <pc:docMk/>
            <pc:sldMk cId="2742693856" sldId="440"/>
            <ac:picMk id="6" creationId="{E21CA17D-5DD0-4BDB-943C-545C49C2EE04}"/>
          </ac:picMkLst>
        </pc:picChg>
        <pc:picChg chg="add mod modCrop">
          <ac:chgData name="Choi Jeomki" userId="f1912f8b0928b9f1" providerId="LiveId" clId="{A5D8EF6E-B5B7-4946-90FE-4183DE11540E}" dt="2019-03-07T08:33:02.723" v="5360" actId="465"/>
          <ac:picMkLst>
            <pc:docMk/>
            <pc:sldMk cId="2742693856" sldId="440"/>
            <ac:picMk id="7" creationId="{33841B3F-F616-4D92-A3D5-F8EC071DB215}"/>
          </ac:picMkLst>
        </pc:picChg>
        <pc:picChg chg="add del mod modCrop">
          <ac:chgData name="Choi Jeomki" userId="f1912f8b0928b9f1" providerId="LiveId" clId="{A5D8EF6E-B5B7-4946-90FE-4183DE11540E}" dt="2019-02-24T06:22:43.798" v="2502" actId="478"/>
          <ac:picMkLst>
            <pc:docMk/>
            <pc:sldMk cId="2742693856" sldId="440"/>
            <ac:picMk id="8" creationId="{B47D4DB8-5FBA-49FB-A90B-1F3A6B4F83C0}"/>
          </ac:picMkLst>
        </pc:picChg>
        <pc:picChg chg="add mod modCrop">
          <ac:chgData name="Choi Jeomki" userId="f1912f8b0928b9f1" providerId="LiveId" clId="{A5D8EF6E-B5B7-4946-90FE-4183DE11540E}" dt="2019-03-07T08:33:02.723" v="5360" actId="465"/>
          <ac:picMkLst>
            <pc:docMk/>
            <pc:sldMk cId="2742693856" sldId="440"/>
            <ac:picMk id="9" creationId="{CC780BFB-3E84-40A2-90F4-FCB0A4758EF9}"/>
          </ac:picMkLst>
        </pc:picChg>
        <pc:picChg chg="add mod modCrop">
          <ac:chgData name="Choi Jeomki" userId="f1912f8b0928b9f1" providerId="LiveId" clId="{A5D8EF6E-B5B7-4946-90FE-4183DE11540E}" dt="2019-03-07T08:33:02.723" v="5360" actId="465"/>
          <ac:picMkLst>
            <pc:docMk/>
            <pc:sldMk cId="2742693856" sldId="440"/>
            <ac:picMk id="10" creationId="{B907EBBD-34AC-4A9D-B060-EC0185FEA095}"/>
          </ac:picMkLst>
        </pc:picChg>
        <pc:picChg chg="add del">
          <ac:chgData name="Choi Jeomki" userId="f1912f8b0928b9f1" providerId="LiveId" clId="{A5D8EF6E-B5B7-4946-90FE-4183DE11540E}" dt="2019-02-24T06:23:26.855" v="2534" actId="478"/>
          <ac:picMkLst>
            <pc:docMk/>
            <pc:sldMk cId="2742693856" sldId="440"/>
            <ac:picMk id="11" creationId="{5FC0B071-997E-47F2-86D2-7D10B13904E1}"/>
          </ac:picMkLst>
        </pc:picChg>
      </pc:sldChg>
      <pc:sldChg chg="addSp delSp modSp add">
        <pc:chgData name="Choi Jeomki" userId="f1912f8b0928b9f1" providerId="LiveId" clId="{A5D8EF6E-B5B7-4946-90FE-4183DE11540E}" dt="2019-03-07T08:36:27.690" v="5487" actId="14100"/>
        <pc:sldMkLst>
          <pc:docMk/>
          <pc:sldMk cId="279576048" sldId="441"/>
        </pc:sldMkLst>
        <pc:spChg chg="mod">
          <ac:chgData name="Choi Jeomki" userId="f1912f8b0928b9f1" providerId="LiveId" clId="{A5D8EF6E-B5B7-4946-90FE-4183DE11540E}" dt="2019-02-24T06:26:39.993" v="2568" actId="20577"/>
          <ac:spMkLst>
            <pc:docMk/>
            <pc:sldMk cId="279576048" sldId="441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36:15.943" v="5486" actId="122"/>
          <ac:spMkLst>
            <pc:docMk/>
            <pc:sldMk cId="279576048" sldId="441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36:27.690" v="5487" actId="14100"/>
          <ac:spMkLst>
            <pc:docMk/>
            <pc:sldMk cId="279576048" sldId="441"/>
            <ac:spMk id="4" creationId="{C79D062B-1463-45B2-A25C-0E3B98914C04}"/>
          </ac:spMkLst>
        </pc:spChg>
        <pc:picChg chg="add mod">
          <ac:chgData name="Choi Jeomki" userId="f1912f8b0928b9f1" providerId="LiveId" clId="{A5D8EF6E-B5B7-4946-90FE-4183DE11540E}" dt="2019-03-07T08:35:49.252" v="5473" actId="555"/>
          <ac:picMkLst>
            <pc:docMk/>
            <pc:sldMk cId="279576048" sldId="441"/>
            <ac:picMk id="5" creationId="{74F2D896-9502-4D82-8564-09CAC73A9DB1}"/>
          </ac:picMkLst>
        </pc:picChg>
        <pc:picChg chg="add del mod modCrop">
          <ac:chgData name="Choi Jeomki" userId="f1912f8b0928b9f1" providerId="LiveId" clId="{A5D8EF6E-B5B7-4946-90FE-4183DE11540E}" dt="2019-03-07T08:35:43.539" v="5469" actId="478"/>
          <ac:picMkLst>
            <pc:docMk/>
            <pc:sldMk cId="279576048" sldId="441"/>
            <ac:picMk id="6" creationId="{C01BE7CF-914C-4215-95FB-A2D456717386}"/>
          </ac:picMkLst>
        </pc:picChg>
        <pc:picChg chg="add mod modCrop">
          <ac:chgData name="Choi Jeomki" userId="f1912f8b0928b9f1" providerId="LiveId" clId="{A5D8EF6E-B5B7-4946-90FE-4183DE11540E}" dt="2019-02-24T06:31:43.269" v="2640" actId="465"/>
          <ac:picMkLst>
            <pc:docMk/>
            <pc:sldMk cId="279576048" sldId="441"/>
            <ac:picMk id="7" creationId="{257E4CCF-BD37-4CDD-AE51-0FBEFF6C1FA3}"/>
          </ac:picMkLst>
        </pc:picChg>
        <pc:picChg chg="add mod">
          <ac:chgData name="Choi Jeomki" userId="f1912f8b0928b9f1" providerId="LiveId" clId="{A5D8EF6E-B5B7-4946-90FE-4183DE11540E}" dt="2019-03-07T08:35:49.252" v="5473" actId="555"/>
          <ac:picMkLst>
            <pc:docMk/>
            <pc:sldMk cId="279576048" sldId="441"/>
            <ac:picMk id="8" creationId="{47EB1F59-FD05-4DB5-B263-CBD503EC626E}"/>
          </ac:picMkLst>
        </pc:picChg>
        <pc:picChg chg="add del mod modCrop">
          <ac:chgData name="Choi Jeomki" userId="f1912f8b0928b9f1" providerId="LiveId" clId="{A5D8EF6E-B5B7-4946-90FE-4183DE11540E}" dt="2019-02-24T06:30:05.165" v="2621" actId="478"/>
          <ac:picMkLst>
            <pc:docMk/>
            <pc:sldMk cId="279576048" sldId="441"/>
            <ac:picMk id="8" creationId="{7800B8FE-924E-45F0-9467-AF3FA04DFF63}"/>
          </ac:picMkLst>
        </pc:picChg>
        <pc:picChg chg="add mod">
          <ac:chgData name="Choi Jeomki" userId="f1912f8b0928b9f1" providerId="LiveId" clId="{A5D8EF6E-B5B7-4946-90FE-4183DE11540E}" dt="2019-02-24T06:31:43.269" v="2640" actId="465"/>
          <ac:picMkLst>
            <pc:docMk/>
            <pc:sldMk cId="279576048" sldId="441"/>
            <ac:picMk id="9" creationId="{B9D6B50D-C8D4-46E2-9879-D8801C376C4A}"/>
          </ac:picMkLst>
        </pc:picChg>
      </pc:sldChg>
      <pc:sldChg chg="addSp delSp modSp add">
        <pc:chgData name="Choi Jeomki" userId="f1912f8b0928b9f1" providerId="LiveId" clId="{A5D8EF6E-B5B7-4946-90FE-4183DE11540E}" dt="2019-02-24T08:29:19.774" v="4089" actId="478"/>
        <pc:sldMkLst>
          <pc:docMk/>
          <pc:sldMk cId="1194568288" sldId="443"/>
        </pc:sldMkLst>
        <pc:spChg chg="mod">
          <ac:chgData name="Choi Jeomki" userId="f1912f8b0928b9f1" providerId="LiveId" clId="{A5D8EF6E-B5B7-4946-90FE-4183DE11540E}" dt="2019-02-24T08:26:10.156" v="4069" actId="20577"/>
          <ac:spMkLst>
            <pc:docMk/>
            <pc:sldMk cId="1194568288" sldId="443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23:29.459" v="4006" actId="20577"/>
          <ac:spMkLst>
            <pc:docMk/>
            <pc:sldMk cId="1194568288" sldId="443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26:39.343" v="4076" actId="14100"/>
          <ac:spMkLst>
            <pc:docMk/>
            <pc:sldMk cId="1194568288" sldId="443"/>
            <ac:spMk id="4" creationId="{C79D062B-1463-45B2-A25C-0E3B98914C04}"/>
          </ac:spMkLst>
        </pc:spChg>
        <pc:picChg chg="add mod">
          <ac:chgData name="Choi Jeomki" userId="f1912f8b0928b9f1" providerId="LiveId" clId="{A5D8EF6E-B5B7-4946-90FE-4183DE11540E}" dt="2019-02-24T08:21:48.317" v="3698" actId="1035"/>
          <ac:picMkLst>
            <pc:docMk/>
            <pc:sldMk cId="1194568288" sldId="443"/>
            <ac:picMk id="5" creationId="{D8E15851-8026-49D4-A334-D0A04EF76E73}"/>
          </ac:picMkLst>
        </pc:picChg>
        <pc:picChg chg="add mod">
          <ac:chgData name="Choi Jeomki" userId="f1912f8b0928b9f1" providerId="LiveId" clId="{A5D8EF6E-B5B7-4946-90FE-4183DE11540E}" dt="2019-02-24T08:22:26.473" v="3704" actId="554"/>
          <ac:picMkLst>
            <pc:docMk/>
            <pc:sldMk cId="1194568288" sldId="443"/>
            <ac:picMk id="6" creationId="{B6079662-B134-496D-A489-829A5A6CCE74}"/>
          </ac:picMkLst>
        </pc:picChg>
        <pc:picChg chg="add mod">
          <ac:chgData name="Choi Jeomki" userId="f1912f8b0928b9f1" providerId="LiveId" clId="{A5D8EF6E-B5B7-4946-90FE-4183DE11540E}" dt="2019-02-24T08:22:26.473" v="3704" actId="554"/>
          <ac:picMkLst>
            <pc:docMk/>
            <pc:sldMk cId="1194568288" sldId="443"/>
            <ac:picMk id="7" creationId="{EBB673DF-9D8B-4352-A3A2-76F7E8555E7A}"/>
          </ac:picMkLst>
        </pc:picChg>
        <pc:picChg chg="add mod">
          <ac:chgData name="Choi Jeomki" userId="f1912f8b0928b9f1" providerId="LiveId" clId="{A5D8EF6E-B5B7-4946-90FE-4183DE11540E}" dt="2019-02-24T08:22:26.473" v="3704" actId="554"/>
          <ac:picMkLst>
            <pc:docMk/>
            <pc:sldMk cId="1194568288" sldId="443"/>
            <ac:picMk id="8" creationId="{47C1F579-1BD4-48B1-80C8-08211231ED6C}"/>
          </ac:picMkLst>
        </pc:picChg>
        <pc:picChg chg="add del mod">
          <ac:chgData name="Choi Jeomki" userId="f1912f8b0928b9f1" providerId="LiveId" clId="{A5D8EF6E-B5B7-4946-90FE-4183DE11540E}" dt="2019-02-24T08:29:19.774" v="4089" actId="478"/>
          <ac:picMkLst>
            <pc:docMk/>
            <pc:sldMk cId="1194568288" sldId="443"/>
            <ac:picMk id="9" creationId="{F09ACBFD-EFA9-4BD7-A1C0-B2B4C5CA6490}"/>
          </ac:picMkLst>
        </pc:picChg>
      </pc:sldChg>
      <pc:sldChg chg="addSp modSp add">
        <pc:chgData name="Choi Jeomki" userId="f1912f8b0928b9f1" providerId="LiveId" clId="{A5D8EF6E-B5B7-4946-90FE-4183DE11540E}" dt="2019-02-24T08:26:31.630" v="4075" actId="1076"/>
        <pc:sldMkLst>
          <pc:docMk/>
          <pc:sldMk cId="1888083" sldId="444"/>
        </pc:sldMkLst>
        <pc:spChg chg="mod">
          <ac:chgData name="Choi Jeomki" userId="f1912f8b0928b9f1" providerId="LiveId" clId="{A5D8EF6E-B5B7-4946-90FE-4183DE11540E}" dt="2019-02-24T08:26:23.696" v="4073" actId="20577"/>
          <ac:spMkLst>
            <pc:docMk/>
            <pc:sldMk cId="1888083" sldId="444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26:16.217" v="4070"/>
          <ac:spMkLst>
            <pc:docMk/>
            <pc:sldMk cId="1888083" sldId="444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26:29.198" v="4074" actId="14100"/>
          <ac:spMkLst>
            <pc:docMk/>
            <pc:sldMk cId="1888083" sldId="444"/>
            <ac:spMk id="4" creationId="{C79D062B-1463-45B2-A25C-0E3B98914C04}"/>
          </ac:spMkLst>
        </pc:spChg>
        <pc:picChg chg="add mod">
          <ac:chgData name="Choi Jeomki" userId="f1912f8b0928b9f1" providerId="LiveId" clId="{A5D8EF6E-B5B7-4946-90FE-4183DE11540E}" dt="2019-02-24T08:26:31.630" v="4075" actId="1076"/>
          <ac:picMkLst>
            <pc:docMk/>
            <pc:sldMk cId="1888083" sldId="444"/>
            <ac:picMk id="5" creationId="{1BABC4DA-67F2-4F49-B6CB-55A24E6E92A9}"/>
          </ac:picMkLst>
        </pc:picChg>
        <pc:picChg chg="add mod">
          <ac:chgData name="Choi Jeomki" userId="f1912f8b0928b9f1" providerId="LiveId" clId="{A5D8EF6E-B5B7-4946-90FE-4183DE11540E}" dt="2019-02-24T08:26:31.630" v="4075" actId="1076"/>
          <ac:picMkLst>
            <pc:docMk/>
            <pc:sldMk cId="1888083" sldId="444"/>
            <ac:picMk id="6" creationId="{AB28024A-3674-49F4-A138-F080CD051CD7}"/>
          </ac:picMkLst>
        </pc:picChg>
      </pc:sldChg>
      <pc:sldChg chg="addSp delSp modSp add">
        <pc:chgData name="Choi Jeomki" userId="f1912f8b0928b9f1" providerId="LiveId" clId="{A5D8EF6E-B5B7-4946-90FE-4183DE11540E}" dt="2019-02-24T08:38:04.612" v="4762" actId="1076"/>
        <pc:sldMkLst>
          <pc:docMk/>
          <pc:sldMk cId="2180584335" sldId="445"/>
        </pc:sldMkLst>
        <pc:spChg chg="mod">
          <ac:chgData name="Choi Jeomki" userId="f1912f8b0928b9f1" providerId="LiveId" clId="{A5D8EF6E-B5B7-4946-90FE-4183DE11540E}" dt="2019-02-24T08:31:10.312" v="4202"/>
          <ac:spMkLst>
            <pc:docMk/>
            <pc:sldMk cId="2180584335" sldId="445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33:33.064" v="4634"/>
          <ac:spMkLst>
            <pc:docMk/>
            <pc:sldMk cId="2180584335" sldId="445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30:47.378" v="4119" actId="207"/>
          <ac:spMkLst>
            <pc:docMk/>
            <pc:sldMk cId="2180584335" sldId="445"/>
            <ac:spMk id="4" creationId="{C79D062B-1463-45B2-A25C-0E3B98914C04}"/>
          </ac:spMkLst>
        </pc:spChg>
        <pc:grpChg chg="add del mod">
          <ac:chgData name="Choi Jeomki" userId="f1912f8b0928b9f1" providerId="LiveId" clId="{A5D8EF6E-B5B7-4946-90FE-4183DE11540E}" dt="2019-02-24T08:37:03.834" v="4745" actId="165"/>
          <ac:grpSpMkLst>
            <pc:docMk/>
            <pc:sldMk cId="2180584335" sldId="445"/>
            <ac:grpSpMk id="14" creationId="{9E5F0209-9084-4DD2-AA52-AD41EC672EB4}"/>
          </ac:grpSpMkLst>
        </pc:grpChg>
        <pc:grpChg chg="add mod">
          <ac:chgData name="Choi Jeomki" userId="f1912f8b0928b9f1" providerId="LiveId" clId="{A5D8EF6E-B5B7-4946-90FE-4183DE11540E}" dt="2019-02-24T08:38:02.141" v="4761" actId="1076"/>
          <ac:grpSpMkLst>
            <pc:docMk/>
            <pc:sldMk cId="2180584335" sldId="445"/>
            <ac:grpSpMk id="15" creationId="{9D74FC0E-C02D-4A94-80FE-58733AE72E79}"/>
          </ac:grpSpMkLst>
        </pc:grpChg>
        <pc:grpChg chg="add mod">
          <ac:chgData name="Choi Jeomki" userId="f1912f8b0928b9f1" providerId="LiveId" clId="{A5D8EF6E-B5B7-4946-90FE-4183DE11540E}" dt="2019-02-24T08:38:04.612" v="4762" actId="1076"/>
          <ac:grpSpMkLst>
            <pc:docMk/>
            <pc:sldMk cId="2180584335" sldId="445"/>
            <ac:grpSpMk id="16" creationId="{6F5AC48C-0F65-4BF9-B775-69C66AB88A62}"/>
          </ac:grpSpMkLst>
        </pc:grpChg>
        <pc:picChg chg="add mod modCrop">
          <ac:chgData name="Choi Jeomki" userId="f1912f8b0928b9f1" providerId="LiveId" clId="{A5D8EF6E-B5B7-4946-90FE-4183DE11540E}" dt="2019-02-24T08:36:50.880" v="4740" actId="164"/>
          <ac:picMkLst>
            <pc:docMk/>
            <pc:sldMk cId="2180584335" sldId="445"/>
            <ac:picMk id="5" creationId="{49508765-7BB6-4122-93B6-5697AC77821E}"/>
          </ac:picMkLst>
        </pc:picChg>
        <pc:picChg chg="add mod topLvl modCrop">
          <ac:chgData name="Choi Jeomki" userId="f1912f8b0928b9f1" providerId="LiveId" clId="{A5D8EF6E-B5B7-4946-90FE-4183DE11540E}" dt="2019-02-24T08:37:44.373" v="4751" actId="164"/>
          <ac:picMkLst>
            <pc:docMk/>
            <pc:sldMk cId="2180584335" sldId="445"/>
            <ac:picMk id="6" creationId="{5C43E931-AFDF-4D2D-9482-7D9C18870A6A}"/>
          </ac:picMkLst>
        </pc:picChg>
        <pc:picChg chg="add mod modCrop">
          <ac:chgData name="Choi Jeomki" userId="f1912f8b0928b9f1" providerId="LiveId" clId="{A5D8EF6E-B5B7-4946-90FE-4183DE11540E}" dt="2019-02-24T08:37:58.477" v="4758" actId="1076"/>
          <ac:picMkLst>
            <pc:docMk/>
            <pc:sldMk cId="2180584335" sldId="445"/>
            <ac:picMk id="7" creationId="{1C206A14-2688-409F-AF09-93E35E118B91}"/>
          </ac:picMkLst>
        </pc:picChg>
        <pc:picChg chg="add mod modCrop">
          <ac:chgData name="Choi Jeomki" userId="f1912f8b0928b9f1" providerId="LiveId" clId="{A5D8EF6E-B5B7-4946-90FE-4183DE11540E}" dt="2019-02-24T08:36:50.880" v="4740" actId="164"/>
          <ac:picMkLst>
            <pc:docMk/>
            <pc:sldMk cId="2180584335" sldId="445"/>
            <ac:picMk id="8" creationId="{7B363FCD-766E-4DCD-B264-B87CB2F9767D}"/>
          </ac:picMkLst>
        </pc:picChg>
        <pc:picChg chg="add mod modCrop">
          <ac:chgData name="Choi Jeomki" userId="f1912f8b0928b9f1" providerId="LiveId" clId="{A5D8EF6E-B5B7-4946-90FE-4183DE11540E}" dt="2019-02-24T08:36:50.880" v="4740" actId="164"/>
          <ac:picMkLst>
            <pc:docMk/>
            <pc:sldMk cId="2180584335" sldId="445"/>
            <ac:picMk id="9" creationId="{3A26A5A0-2E71-4143-9B9C-0D56CF680243}"/>
          </ac:picMkLst>
        </pc:picChg>
        <pc:picChg chg="add mod topLvl modCrop">
          <ac:chgData name="Choi Jeomki" userId="f1912f8b0928b9f1" providerId="LiveId" clId="{A5D8EF6E-B5B7-4946-90FE-4183DE11540E}" dt="2019-02-24T08:37:44.373" v="4751" actId="164"/>
          <ac:picMkLst>
            <pc:docMk/>
            <pc:sldMk cId="2180584335" sldId="445"/>
            <ac:picMk id="10" creationId="{8CCBB7FD-F350-45FE-AD2C-70D231B514CE}"/>
          </ac:picMkLst>
        </pc:picChg>
        <pc:picChg chg="add mod topLvl modCrop">
          <ac:chgData name="Choi Jeomki" userId="f1912f8b0928b9f1" providerId="LiveId" clId="{A5D8EF6E-B5B7-4946-90FE-4183DE11540E}" dt="2019-02-24T08:37:44.373" v="4751" actId="164"/>
          <ac:picMkLst>
            <pc:docMk/>
            <pc:sldMk cId="2180584335" sldId="445"/>
            <ac:picMk id="11" creationId="{10D6BCFF-8A87-4140-B60E-57C5AF85F6B6}"/>
          </ac:picMkLst>
        </pc:picChg>
        <pc:picChg chg="add mod topLvl modCrop">
          <ac:chgData name="Choi Jeomki" userId="f1912f8b0928b9f1" providerId="LiveId" clId="{A5D8EF6E-B5B7-4946-90FE-4183DE11540E}" dt="2019-02-24T08:37:44.373" v="4751" actId="164"/>
          <ac:picMkLst>
            <pc:docMk/>
            <pc:sldMk cId="2180584335" sldId="445"/>
            <ac:picMk id="12" creationId="{B2BFAC22-D511-4FB0-A113-17CCEBCE227F}"/>
          </ac:picMkLst>
        </pc:picChg>
        <pc:picChg chg="add mod modCrop">
          <ac:chgData name="Choi Jeomki" userId="f1912f8b0928b9f1" providerId="LiveId" clId="{A5D8EF6E-B5B7-4946-90FE-4183DE11540E}" dt="2019-02-24T08:37:56.453" v="4757" actId="1076"/>
          <ac:picMkLst>
            <pc:docMk/>
            <pc:sldMk cId="2180584335" sldId="445"/>
            <ac:picMk id="13" creationId="{BE838246-FE96-47A5-AD6E-9A45ADA5BBE8}"/>
          </ac:picMkLst>
        </pc:picChg>
      </pc:sldChg>
      <pc:sldChg chg="addSp delSp modSp add">
        <pc:chgData name="Choi Jeomki" userId="f1912f8b0928b9f1" providerId="LiveId" clId="{A5D8EF6E-B5B7-4946-90FE-4183DE11540E}" dt="2019-03-07T08:41:58.914" v="5510" actId="208"/>
        <pc:sldMkLst>
          <pc:docMk/>
          <pc:sldMk cId="59971958" sldId="446"/>
        </pc:sldMkLst>
        <pc:spChg chg="mod">
          <ac:chgData name="Choi Jeomki" userId="f1912f8b0928b9f1" providerId="LiveId" clId="{A5D8EF6E-B5B7-4946-90FE-4183DE11540E}" dt="2019-02-24T06:43:21.132" v="3015" actId="20577"/>
          <ac:spMkLst>
            <pc:docMk/>
            <pc:sldMk cId="59971958" sldId="446"/>
            <ac:spMk id="4" creationId="{C79D062B-1463-45B2-A25C-0E3B98914C04}"/>
          </ac:spMkLst>
        </pc:spChg>
        <pc:grpChg chg="del">
          <ac:chgData name="Choi Jeomki" userId="f1912f8b0928b9f1" providerId="LiveId" clId="{A5D8EF6E-B5B7-4946-90FE-4183DE11540E}" dt="2019-02-24T06:37:05.079" v="2777" actId="478"/>
          <ac:grpSpMkLst>
            <pc:docMk/>
            <pc:sldMk cId="59971958" sldId="446"/>
            <ac:grpSpMk id="14" creationId="{6FC051E0-B2D9-42D7-910B-1291F80AF8F9}"/>
          </ac:grpSpMkLst>
        </pc:grpChg>
        <pc:picChg chg="add mod">
          <ac:chgData name="Choi Jeomki" userId="f1912f8b0928b9f1" providerId="LiveId" clId="{A5D8EF6E-B5B7-4946-90FE-4183DE11540E}" dt="2019-03-07T08:41:58.914" v="5510" actId="208"/>
          <ac:picMkLst>
            <pc:docMk/>
            <pc:sldMk cId="59971958" sldId="446"/>
            <ac:picMk id="5" creationId="{463C8B8C-0421-40A0-92D8-77010102867D}"/>
          </ac:picMkLst>
        </pc:picChg>
        <pc:picChg chg="del">
          <ac:chgData name="Choi Jeomki" userId="f1912f8b0928b9f1" providerId="LiveId" clId="{A5D8EF6E-B5B7-4946-90FE-4183DE11540E}" dt="2019-02-24T06:37:04.409" v="2776" actId="478"/>
          <ac:picMkLst>
            <pc:docMk/>
            <pc:sldMk cId="59971958" sldId="446"/>
            <ac:picMk id="6" creationId="{24EFF387-13AB-4708-95CE-0542E679DCF4}"/>
          </ac:picMkLst>
        </pc:picChg>
        <pc:picChg chg="add mod">
          <ac:chgData name="Choi Jeomki" userId="f1912f8b0928b9f1" providerId="LiveId" clId="{A5D8EF6E-B5B7-4946-90FE-4183DE11540E}" dt="2019-03-07T08:41:58.914" v="5510" actId="208"/>
          <ac:picMkLst>
            <pc:docMk/>
            <pc:sldMk cId="59971958" sldId="446"/>
            <ac:picMk id="6" creationId="{4976FDB0-E30D-4C6F-86D3-79AEDD00D8D3}"/>
          </ac:picMkLst>
        </pc:picChg>
        <pc:picChg chg="add mod modCrop">
          <ac:chgData name="Choi Jeomki" userId="f1912f8b0928b9f1" providerId="LiveId" clId="{A5D8EF6E-B5B7-4946-90FE-4183DE11540E}" dt="2019-03-07T08:41:58.914" v="5510" actId="208"/>
          <ac:picMkLst>
            <pc:docMk/>
            <pc:sldMk cId="59971958" sldId="446"/>
            <ac:picMk id="7" creationId="{E39DE981-9BD8-4AC5-A3DB-C0BEE2A12949}"/>
          </ac:picMkLst>
        </pc:picChg>
        <pc:picChg chg="add del mod">
          <ac:chgData name="Choi Jeomki" userId="f1912f8b0928b9f1" providerId="LiveId" clId="{A5D8EF6E-B5B7-4946-90FE-4183DE11540E}" dt="2019-03-07T08:40:26.009" v="5498" actId="478"/>
          <ac:picMkLst>
            <pc:docMk/>
            <pc:sldMk cId="59971958" sldId="446"/>
            <ac:picMk id="8" creationId="{277CA328-28F9-4B49-9EDE-856207FC1A51}"/>
          </ac:picMkLst>
        </pc:picChg>
        <pc:picChg chg="add del mod">
          <ac:chgData name="Choi Jeomki" userId="f1912f8b0928b9f1" providerId="LiveId" clId="{A5D8EF6E-B5B7-4946-90FE-4183DE11540E}" dt="2019-03-07T08:39:07.929" v="5491" actId="478"/>
          <ac:picMkLst>
            <pc:docMk/>
            <pc:sldMk cId="59971958" sldId="446"/>
            <ac:picMk id="9" creationId="{0C00B861-1CD9-48B2-8B27-2C44D93BF642}"/>
          </ac:picMkLst>
        </pc:picChg>
        <pc:picChg chg="add mod">
          <ac:chgData name="Choi Jeomki" userId="f1912f8b0928b9f1" providerId="LiveId" clId="{A5D8EF6E-B5B7-4946-90FE-4183DE11540E}" dt="2019-03-07T08:41:58.914" v="5510" actId="208"/>
          <ac:picMkLst>
            <pc:docMk/>
            <pc:sldMk cId="59971958" sldId="446"/>
            <ac:picMk id="10" creationId="{CAD36D93-3068-4BCD-BF99-465CBC872222}"/>
          </ac:picMkLst>
        </pc:picChg>
        <pc:picChg chg="add del mod modCrop">
          <ac:chgData name="Choi Jeomki" userId="f1912f8b0928b9f1" providerId="LiveId" clId="{A5D8EF6E-B5B7-4946-90FE-4183DE11540E}" dt="2019-02-24T06:43:36.677" v="3024" actId="478"/>
          <ac:picMkLst>
            <pc:docMk/>
            <pc:sldMk cId="59971958" sldId="446"/>
            <ac:picMk id="15" creationId="{B37B48C1-34A9-43A8-BE22-F4357447DD48}"/>
          </ac:picMkLst>
        </pc:picChg>
      </pc:sldChg>
      <pc:sldChg chg="addSp delSp modSp add">
        <pc:chgData name="Choi Jeomki" userId="f1912f8b0928b9f1" providerId="LiveId" clId="{A5D8EF6E-B5B7-4946-90FE-4183DE11540E}" dt="2019-03-07T08:42:31.090" v="5527" actId="14100"/>
        <pc:sldMkLst>
          <pc:docMk/>
          <pc:sldMk cId="470461312" sldId="447"/>
        </pc:sldMkLst>
        <pc:spChg chg="mod">
          <ac:chgData name="Choi Jeomki" userId="f1912f8b0928b9f1" providerId="LiveId" clId="{A5D8EF6E-B5B7-4946-90FE-4183DE11540E}" dt="2019-03-07T08:42:31.090" v="5527" actId="14100"/>
          <ac:spMkLst>
            <pc:docMk/>
            <pc:sldMk cId="470461312" sldId="447"/>
            <ac:spMk id="4" creationId="{C79D062B-1463-45B2-A25C-0E3B98914C04}"/>
          </ac:spMkLst>
        </pc:spChg>
        <pc:picChg chg="del">
          <ac:chgData name="Choi Jeomki" userId="f1912f8b0928b9f1" providerId="LiveId" clId="{A5D8EF6E-B5B7-4946-90FE-4183DE11540E}" dt="2019-02-24T06:43:50.301" v="3026" actId="478"/>
          <ac:picMkLst>
            <pc:docMk/>
            <pc:sldMk cId="470461312" sldId="447"/>
            <ac:picMk id="5" creationId="{DCD0916E-463D-4DC1-AF7A-C288DB079E15}"/>
          </ac:picMkLst>
        </pc:picChg>
        <pc:picChg chg="add mod">
          <ac:chgData name="Choi Jeomki" userId="f1912f8b0928b9f1" providerId="LiveId" clId="{A5D8EF6E-B5B7-4946-90FE-4183DE11540E}" dt="2019-03-07T08:42:27.838" v="5526" actId="1037"/>
          <ac:picMkLst>
            <pc:docMk/>
            <pc:sldMk cId="470461312" sldId="447"/>
            <ac:picMk id="6" creationId="{B578E864-6C98-45F6-90C1-9B1200AD6D0B}"/>
          </ac:picMkLst>
        </pc:picChg>
        <pc:picChg chg="del">
          <ac:chgData name="Choi Jeomki" userId="f1912f8b0928b9f1" providerId="LiveId" clId="{A5D8EF6E-B5B7-4946-90FE-4183DE11540E}" dt="2019-02-24T06:43:50.713" v="3027" actId="478"/>
          <ac:picMkLst>
            <pc:docMk/>
            <pc:sldMk cId="470461312" sldId="447"/>
            <ac:picMk id="7" creationId="{33841B3F-F616-4D92-A3D5-F8EC071DB215}"/>
          </ac:picMkLst>
        </pc:picChg>
        <pc:picChg chg="add mod modCrop">
          <ac:chgData name="Choi Jeomki" userId="f1912f8b0928b9f1" providerId="LiveId" clId="{A5D8EF6E-B5B7-4946-90FE-4183DE11540E}" dt="2019-03-07T08:42:27.838" v="5526" actId="1037"/>
          <ac:picMkLst>
            <pc:docMk/>
            <pc:sldMk cId="470461312" sldId="447"/>
            <ac:picMk id="8" creationId="{EAEEDC71-2C69-4076-AE8E-EE820922C7B2}"/>
          </ac:picMkLst>
        </pc:picChg>
        <pc:picChg chg="del">
          <ac:chgData name="Choi Jeomki" userId="f1912f8b0928b9f1" providerId="LiveId" clId="{A5D8EF6E-B5B7-4946-90FE-4183DE11540E}" dt="2019-02-24T06:43:51.095" v="3028" actId="478"/>
          <ac:picMkLst>
            <pc:docMk/>
            <pc:sldMk cId="470461312" sldId="447"/>
            <ac:picMk id="9" creationId="{CC780BFB-3E84-40A2-90F4-FCB0A4758EF9}"/>
          </ac:picMkLst>
        </pc:picChg>
        <pc:picChg chg="del">
          <ac:chgData name="Choi Jeomki" userId="f1912f8b0928b9f1" providerId="LiveId" clId="{A5D8EF6E-B5B7-4946-90FE-4183DE11540E}" dt="2019-02-24T06:43:51.845" v="3029" actId="478"/>
          <ac:picMkLst>
            <pc:docMk/>
            <pc:sldMk cId="470461312" sldId="447"/>
            <ac:picMk id="10" creationId="{B907EBBD-34AC-4A9D-B060-EC0185FEA095}"/>
          </ac:picMkLst>
        </pc:picChg>
        <pc:picChg chg="add mod modCrop">
          <ac:chgData name="Choi Jeomki" userId="f1912f8b0928b9f1" providerId="LiveId" clId="{A5D8EF6E-B5B7-4946-90FE-4183DE11540E}" dt="2019-03-07T08:42:27.838" v="5526" actId="1037"/>
          <ac:picMkLst>
            <pc:docMk/>
            <pc:sldMk cId="470461312" sldId="447"/>
            <ac:picMk id="11" creationId="{ABBA487B-DA22-42D2-B9CF-9337F028FC60}"/>
          </ac:picMkLst>
        </pc:picChg>
      </pc:sldChg>
      <pc:sldChg chg="addSp delSp modSp add">
        <pc:chgData name="Choi Jeomki" userId="f1912f8b0928b9f1" providerId="LiveId" clId="{A5D8EF6E-B5B7-4946-90FE-4183DE11540E}" dt="2019-03-07T08:43:10.789" v="5529" actId="14100"/>
        <pc:sldMkLst>
          <pc:docMk/>
          <pc:sldMk cId="1940886886" sldId="448"/>
        </pc:sldMkLst>
        <pc:spChg chg="mod">
          <ac:chgData name="Choi Jeomki" userId="f1912f8b0928b9f1" providerId="LiveId" clId="{A5D8EF6E-B5B7-4946-90FE-4183DE11540E}" dt="2019-02-24T06:49:28.920" v="3176" actId="20577"/>
          <ac:spMkLst>
            <pc:docMk/>
            <pc:sldMk cId="1940886886" sldId="448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47:28.223" v="3145" actId="20577"/>
          <ac:spMkLst>
            <pc:docMk/>
            <pc:sldMk cId="1940886886" sldId="448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43:10.789" v="5529" actId="14100"/>
          <ac:spMkLst>
            <pc:docMk/>
            <pc:sldMk cId="1940886886" sldId="448"/>
            <ac:spMk id="4" creationId="{C79D062B-1463-45B2-A25C-0E3B98914C04}"/>
          </ac:spMkLst>
        </pc:spChg>
        <pc:picChg chg="del">
          <ac:chgData name="Choi Jeomki" userId="f1912f8b0928b9f1" providerId="LiveId" clId="{A5D8EF6E-B5B7-4946-90FE-4183DE11540E}" dt="2019-02-24T06:48:01.001" v="3151" actId="478"/>
          <ac:picMkLst>
            <pc:docMk/>
            <pc:sldMk cId="1940886886" sldId="448"/>
            <ac:picMk id="5" creationId="{74F2D896-9502-4D82-8564-09CAC73A9DB1}"/>
          </ac:picMkLst>
        </pc:picChg>
        <pc:picChg chg="del">
          <ac:chgData name="Choi Jeomki" userId="f1912f8b0928b9f1" providerId="LiveId" clId="{A5D8EF6E-B5B7-4946-90FE-4183DE11540E}" dt="2019-02-24T06:48:01.001" v="3151" actId="478"/>
          <ac:picMkLst>
            <pc:docMk/>
            <pc:sldMk cId="1940886886" sldId="448"/>
            <ac:picMk id="6" creationId="{C01BE7CF-914C-4215-95FB-A2D456717386}"/>
          </ac:picMkLst>
        </pc:picChg>
        <pc:picChg chg="del">
          <ac:chgData name="Choi Jeomki" userId="f1912f8b0928b9f1" providerId="LiveId" clId="{A5D8EF6E-B5B7-4946-90FE-4183DE11540E}" dt="2019-02-24T06:48:01.001" v="3151" actId="478"/>
          <ac:picMkLst>
            <pc:docMk/>
            <pc:sldMk cId="1940886886" sldId="448"/>
            <ac:picMk id="7" creationId="{257E4CCF-BD37-4CDD-AE51-0FBEFF6C1FA3}"/>
          </ac:picMkLst>
        </pc:picChg>
        <pc:picChg chg="add mod">
          <ac:chgData name="Choi Jeomki" userId="f1912f8b0928b9f1" providerId="LiveId" clId="{A5D8EF6E-B5B7-4946-90FE-4183DE11540E}" dt="2019-02-24T06:49:11.115" v="3165" actId="552"/>
          <ac:picMkLst>
            <pc:docMk/>
            <pc:sldMk cId="1940886886" sldId="448"/>
            <ac:picMk id="8" creationId="{C6594254-59E5-42B4-947F-8DE12CE826F4}"/>
          </ac:picMkLst>
        </pc:picChg>
        <pc:picChg chg="del">
          <ac:chgData name="Choi Jeomki" userId="f1912f8b0928b9f1" providerId="LiveId" clId="{A5D8EF6E-B5B7-4946-90FE-4183DE11540E}" dt="2019-02-24T06:48:01.001" v="3151" actId="478"/>
          <ac:picMkLst>
            <pc:docMk/>
            <pc:sldMk cId="1940886886" sldId="448"/>
            <ac:picMk id="9" creationId="{B9D6B50D-C8D4-46E2-9879-D8801C376C4A}"/>
          </ac:picMkLst>
        </pc:picChg>
        <pc:picChg chg="add mod">
          <ac:chgData name="Choi Jeomki" userId="f1912f8b0928b9f1" providerId="LiveId" clId="{A5D8EF6E-B5B7-4946-90FE-4183DE11540E}" dt="2019-02-24T06:49:11.115" v="3165" actId="552"/>
          <ac:picMkLst>
            <pc:docMk/>
            <pc:sldMk cId="1940886886" sldId="448"/>
            <ac:picMk id="10" creationId="{0767AB76-4AF1-4355-8273-D8261540FD2A}"/>
          </ac:picMkLst>
        </pc:picChg>
      </pc:sldChg>
      <pc:sldChg chg="addSp delSp modSp add">
        <pc:chgData name="Choi Jeomki" userId="f1912f8b0928b9f1" providerId="LiveId" clId="{A5D8EF6E-B5B7-4946-90FE-4183DE11540E}" dt="2019-03-07T08:45:35.197" v="5543" actId="20577"/>
        <pc:sldMkLst>
          <pc:docMk/>
          <pc:sldMk cId="2045727180" sldId="449"/>
        </pc:sldMkLst>
        <pc:spChg chg="mod">
          <ac:chgData name="Choi Jeomki" userId="f1912f8b0928b9f1" providerId="LiveId" clId="{A5D8EF6E-B5B7-4946-90FE-4183DE11540E}" dt="2019-02-24T06:49:24.584" v="3171" actId="20577"/>
          <ac:spMkLst>
            <pc:docMk/>
            <pc:sldMk cId="2045727180" sldId="449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6:49:37.588" v="3190" actId="20577"/>
          <ac:spMkLst>
            <pc:docMk/>
            <pc:sldMk cId="2045727180" sldId="449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3-07T08:45:35.197" v="5543" actId="20577"/>
          <ac:spMkLst>
            <pc:docMk/>
            <pc:sldMk cId="2045727180" sldId="449"/>
            <ac:spMk id="4" creationId="{C79D062B-1463-45B2-A25C-0E3B98914C04}"/>
          </ac:spMkLst>
        </pc:spChg>
        <pc:picChg chg="add del mod modCrop">
          <ac:chgData name="Choi Jeomki" userId="f1912f8b0928b9f1" providerId="LiveId" clId="{A5D8EF6E-B5B7-4946-90FE-4183DE11540E}" dt="2019-03-07T08:45:08.597" v="5537" actId="1037"/>
          <ac:picMkLst>
            <pc:docMk/>
            <pc:sldMk cId="2045727180" sldId="449"/>
            <ac:picMk id="5" creationId="{FC6DE544-259E-4FEF-B328-7BF11E1C21DE}"/>
          </ac:picMkLst>
        </pc:picChg>
        <pc:picChg chg="add mod">
          <ac:chgData name="Choi Jeomki" userId="f1912f8b0928b9f1" providerId="LiveId" clId="{A5D8EF6E-B5B7-4946-90FE-4183DE11540E}" dt="2019-03-07T08:45:08.597" v="5537" actId="1037"/>
          <ac:picMkLst>
            <pc:docMk/>
            <pc:sldMk cId="2045727180" sldId="449"/>
            <ac:picMk id="6" creationId="{FBE942D4-B536-485A-99A6-746213CC6522}"/>
          </ac:picMkLst>
        </pc:picChg>
        <pc:picChg chg="del">
          <ac:chgData name="Choi Jeomki" userId="f1912f8b0928b9f1" providerId="LiveId" clId="{A5D8EF6E-B5B7-4946-90FE-4183DE11540E}" dt="2019-02-24T06:49:39.999" v="3191" actId="478"/>
          <ac:picMkLst>
            <pc:docMk/>
            <pc:sldMk cId="2045727180" sldId="449"/>
            <ac:picMk id="8" creationId="{C6594254-59E5-42B4-947F-8DE12CE826F4}"/>
          </ac:picMkLst>
        </pc:picChg>
        <pc:picChg chg="del">
          <ac:chgData name="Choi Jeomki" userId="f1912f8b0928b9f1" providerId="LiveId" clId="{A5D8EF6E-B5B7-4946-90FE-4183DE11540E}" dt="2019-02-24T06:49:39.999" v="3191" actId="478"/>
          <ac:picMkLst>
            <pc:docMk/>
            <pc:sldMk cId="2045727180" sldId="449"/>
            <ac:picMk id="10" creationId="{0767AB76-4AF1-4355-8273-D8261540FD2A}"/>
          </ac:picMkLst>
        </pc:picChg>
      </pc:sldChg>
      <pc:sldChg chg="addSp delSp modSp add">
        <pc:chgData name="Choi Jeomki" userId="f1912f8b0928b9f1" providerId="LiveId" clId="{A5D8EF6E-B5B7-4946-90FE-4183DE11540E}" dt="2019-02-24T08:50:35.972" v="5275" actId="1076"/>
        <pc:sldMkLst>
          <pc:docMk/>
          <pc:sldMk cId="347914390" sldId="450"/>
        </pc:sldMkLst>
        <pc:spChg chg="mod">
          <ac:chgData name="Choi Jeomki" userId="f1912f8b0928b9f1" providerId="LiveId" clId="{A5D8EF6E-B5B7-4946-90FE-4183DE11540E}" dt="2019-02-24T08:38:31.678" v="4852"/>
          <ac:spMkLst>
            <pc:docMk/>
            <pc:sldMk cId="347914390" sldId="450"/>
            <ac:spMk id="2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39:10.365" v="5111"/>
          <ac:spMkLst>
            <pc:docMk/>
            <pc:sldMk cId="347914390" sldId="450"/>
            <ac:spMk id="3" creationId="{00000000-0000-0000-0000-000000000000}"/>
          </ac:spMkLst>
        </pc:spChg>
        <pc:spChg chg="mod">
          <ac:chgData name="Choi Jeomki" userId="f1912f8b0928b9f1" providerId="LiveId" clId="{A5D8EF6E-B5B7-4946-90FE-4183DE11540E}" dt="2019-02-24T08:50:32.876" v="5273" actId="14100"/>
          <ac:spMkLst>
            <pc:docMk/>
            <pc:sldMk cId="347914390" sldId="450"/>
            <ac:spMk id="4" creationId="{C79D062B-1463-45B2-A25C-0E3B98914C04}"/>
          </ac:spMkLst>
        </pc:spChg>
        <pc:picChg chg="add del">
          <ac:chgData name="Choi Jeomki" userId="f1912f8b0928b9f1" providerId="LiveId" clId="{A5D8EF6E-B5B7-4946-90FE-4183DE11540E}" dt="2019-02-24T08:29:21.823" v="4090" actId="478"/>
          <ac:picMkLst>
            <pc:docMk/>
            <pc:sldMk cId="347914390" sldId="450"/>
            <ac:picMk id="5" creationId="{7F910484-76D8-495D-B8FB-CD3A06AE13AC}"/>
          </ac:picMkLst>
        </pc:picChg>
        <pc:picChg chg="add del mod">
          <ac:chgData name="Choi Jeomki" userId="f1912f8b0928b9f1" providerId="LiveId" clId="{A5D8EF6E-B5B7-4946-90FE-4183DE11540E}" dt="2019-02-24T08:29:34.645" v="4092"/>
          <ac:picMkLst>
            <pc:docMk/>
            <pc:sldMk cId="347914390" sldId="450"/>
            <ac:picMk id="6" creationId="{2C8CA90E-69CE-4D4E-AFD9-A25B55F4E307}"/>
          </ac:picMkLst>
        </pc:picChg>
        <pc:picChg chg="add mod modCrop">
          <ac:chgData name="Choi Jeomki" userId="f1912f8b0928b9f1" providerId="LiveId" clId="{A5D8EF6E-B5B7-4946-90FE-4183DE11540E}" dt="2019-02-24T08:50:33.908" v="5274" actId="1076"/>
          <ac:picMkLst>
            <pc:docMk/>
            <pc:sldMk cId="347914390" sldId="450"/>
            <ac:picMk id="7" creationId="{BCF5798F-E376-4A8B-8EA4-4FDE68A0B122}"/>
          </ac:picMkLst>
        </pc:picChg>
        <pc:picChg chg="add mod modCrop">
          <ac:chgData name="Choi Jeomki" userId="f1912f8b0928b9f1" providerId="LiveId" clId="{A5D8EF6E-B5B7-4946-90FE-4183DE11540E}" dt="2019-02-24T08:50:35.972" v="5275" actId="1076"/>
          <ac:picMkLst>
            <pc:docMk/>
            <pc:sldMk cId="347914390" sldId="450"/>
            <ac:picMk id="8" creationId="{54C836AE-87C7-4BAC-92CF-1EE43D26B720}"/>
          </ac:picMkLst>
        </pc:picChg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9.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구조변형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99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구조변경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구조변경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06001" y="3169652"/>
            <a:ext cx="336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9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변수컬럼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분리와 결합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15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98902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2144146"/>
            <a:ext cx="3187583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351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변수컬럼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분리와 결합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D0E10EC-2209-4818-94C7-ADE541045ABC}"/>
              </a:ext>
            </a:extLst>
          </p:cNvPr>
          <p:cNvSpPr txBox="1"/>
          <p:nvPr/>
        </p:nvSpPr>
        <p:spPr>
          <a:xfrm>
            <a:off x="4672614" y="2148345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 구조변경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행과 열 구조를 갖는 데이터프레임을 분석목적에 따라 </a:t>
            </a:r>
            <a:r>
              <a:rPr lang="ko-KR" altLang="en-US" dirty="0" err="1" smtClean="0"/>
              <a:t>와이드</a:t>
            </a:r>
            <a:r>
              <a:rPr lang="ko-KR" altLang="en-US" dirty="0" smtClean="0"/>
              <a:t> 포맷과 롱 포맷 </a:t>
            </a:r>
            <a:r>
              <a:rPr lang="ko-KR" altLang="en-US" dirty="0"/>
              <a:t>간에 자유롭게 구조변경이 필요하며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 smtClean="0"/>
              <a:t>특정변수 </a:t>
            </a:r>
            <a:r>
              <a:rPr lang="ko-KR" altLang="en-US" dirty="0" err="1" smtClean="0"/>
              <a:t>컬럼의</a:t>
            </a:r>
            <a:r>
              <a:rPr lang="ko-KR" altLang="en-US" dirty="0" smtClean="0"/>
              <a:t> </a:t>
            </a:r>
            <a:r>
              <a:rPr lang="ko-KR" altLang="en-US" dirty="0"/>
              <a:t>내용도 세분화</a:t>
            </a:r>
            <a:r>
              <a:rPr lang="en-US" altLang="ko-KR" dirty="0"/>
              <a:t>, </a:t>
            </a:r>
            <a:r>
              <a:rPr lang="ko-KR" altLang="en-US" dirty="0"/>
              <a:t>결합화를 통해서 데이터셋 구조에 변경이 이루어짐</a:t>
            </a:r>
            <a:endParaRPr lang="en-US" altLang="ko-KR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xmlns="" id="{681A1A18-D7A4-4621-B25D-B5E747A0986F}"/>
              </a:ext>
            </a:extLst>
          </p:cNvPr>
          <p:cNvCxnSpPr>
            <a:cxnSpLocks/>
          </p:cNvCxnSpPr>
          <p:nvPr/>
        </p:nvCxnSpPr>
        <p:spPr>
          <a:xfrm>
            <a:off x="4740971" y="2271642"/>
            <a:ext cx="634949" cy="2729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A36F6732-D475-43C4-8EEB-00A7B29812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28" r="61111" b="62724"/>
          <a:stretch/>
        </p:blipFill>
        <p:spPr>
          <a:xfrm>
            <a:off x="839416" y="2966404"/>
            <a:ext cx="2844316" cy="118267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xmlns="" id="{E80E8100-BADE-4411-9B83-DACB596874D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7265" r="8974" b="62724"/>
          <a:stretch/>
        </p:blipFill>
        <p:spPr>
          <a:xfrm>
            <a:off x="4367808" y="2966404"/>
            <a:ext cx="2844316" cy="1182676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xmlns="" id="{755FDE5E-40F9-4840-8A1D-4F7A4D8BD4D0}"/>
              </a:ext>
            </a:extLst>
          </p:cNvPr>
          <p:cNvGrpSpPr/>
          <p:nvPr/>
        </p:nvGrpSpPr>
        <p:grpSpPr>
          <a:xfrm>
            <a:off x="703122" y="2168860"/>
            <a:ext cx="6575473" cy="396044"/>
            <a:chOff x="1790966" y="2184693"/>
            <a:chExt cx="3116902" cy="396044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xmlns="" id="{164758E0-5F3E-49C2-A650-CBE7B72DA6C6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60" name="오른쪽 대괄호 8">
                <a:extLst>
                  <a:ext uri="{FF2B5EF4-FFF2-40B4-BE49-F238E27FC236}">
                    <a16:creationId xmlns:a16="http://schemas.microsoft.com/office/drawing/2014/main" xmlns="" id="{9ABC8408-41A2-41DA-B8E4-4B9897333C46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61" name="오른쪽 대괄호 8">
                <a:extLst>
                  <a:ext uri="{FF2B5EF4-FFF2-40B4-BE49-F238E27FC236}">
                    <a16:creationId xmlns:a16="http://schemas.microsoft.com/office/drawing/2014/main" xmlns="" id="{C07BA098-BF7F-4559-BEAC-36DFC376D959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08D980B0-6055-4A4D-8117-DEF4A70344F3}"/>
                </a:ext>
              </a:extLst>
            </p:cNvPr>
            <p:cNvSpPr txBox="1"/>
            <p:nvPr/>
          </p:nvSpPr>
          <p:spPr>
            <a:xfrm>
              <a:off x="2991913" y="2287720"/>
              <a:ext cx="71502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데이터셋 구조변형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744EB131-5899-48C7-AB9E-177EAD5334F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20236" y="4914041"/>
            <a:ext cx="3116902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데이터셋의 특정한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컬럼의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자료의 양이 너무 많이 결합이 되어 있을 때 세부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컬럼으로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분리해줌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특정한 주제의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컬럼이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지나치게 세분화 되어 있을 때 하나의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컬럼으로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결합해 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16A91945-A183-43A6-957F-5CD4E9C0C3E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67408" y="4189484"/>
            <a:ext cx="3312368" cy="2326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가로형 포맷 데이터셋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숏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(short)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포맷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언스택형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(unstacked),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와이즈형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(column-wise),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와이드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(wide)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포맷이라고 부름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데이터셋을 구성하는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컬럼들을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보다 상위레벨로 보았을 때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동일한 주제로 묶을 수 있는 구조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쌍대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짝을 이루는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(paired sample),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반복측정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(repeated measured)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데이터셋을 지칭함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주로 인간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이해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처리하기 좋은 구조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xmlns="" id="{5AE43DCE-A04A-413E-84E6-B2F8C28F1BB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338195" y="4189484"/>
            <a:ext cx="3116903" cy="221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6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세로형 포맷 데이터셋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(long)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포맷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스택형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(stacked),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-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와이즈형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(row-wise),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집합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(gather)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포맷이라고 부름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데이터셋을 구성하는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컬럼들이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동일한 주제가 아닌 독립적인 주제로 구성됨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독립적 주제를 가지는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컬럼별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데이터가 세로방향으로 길게 쌓여있는 구조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주로 컴퓨터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알고리즘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 연산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처리하기 좋은 구조</a:t>
            </a: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xmlns="" id="{682CB813-BA70-4132-A882-7F77B1CB859E}"/>
              </a:ext>
            </a:extLst>
          </p:cNvPr>
          <p:cNvGrpSpPr/>
          <p:nvPr/>
        </p:nvGrpSpPr>
        <p:grpSpPr>
          <a:xfrm>
            <a:off x="7968208" y="2168860"/>
            <a:ext cx="3116902" cy="396044"/>
            <a:chOff x="1790966" y="2184693"/>
            <a:chExt cx="3116902" cy="396044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xmlns="" id="{DB397E4F-CBB4-4371-BA51-AC466E2DA9C4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73" name="오른쪽 대괄호 8">
                <a:extLst>
                  <a:ext uri="{FF2B5EF4-FFF2-40B4-BE49-F238E27FC236}">
                    <a16:creationId xmlns:a16="http://schemas.microsoft.com/office/drawing/2014/main" xmlns="" id="{1E1B9EF2-82F4-4E7F-ACC8-03151B08C83B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4" name="오른쪽 대괄호 8">
                <a:extLst>
                  <a:ext uri="{FF2B5EF4-FFF2-40B4-BE49-F238E27FC236}">
                    <a16:creationId xmlns:a16="http://schemas.microsoft.com/office/drawing/2014/main" xmlns="" id="{4F8592AE-D481-49B4-B6DD-85515394C233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xmlns="" id="{9D7AD8F8-EB88-4171-B073-79E9455E1C8E}"/>
                </a:ext>
              </a:extLst>
            </p:cNvPr>
            <p:cNvSpPr txBox="1"/>
            <p:nvPr/>
          </p:nvSpPr>
          <p:spPr>
            <a:xfrm>
              <a:off x="2457357" y="2287720"/>
              <a:ext cx="1784143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 </a:t>
              </a:r>
              <a:r>
                <a:rPr lang="ko-KR" altLang="en-US" sz="1600" b="1" dirty="0" err="1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컬럼</a:t>
              </a:r>
              <a:r>
                <a:rPr lang="ko-KR" altLang="en-US" sz="1600" b="1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분할과 결합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75" name="그림 74">
            <a:extLst>
              <a:ext uri="{FF2B5EF4-FFF2-40B4-BE49-F238E27FC236}">
                <a16:creationId xmlns:a16="http://schemas.microsoft.com/office/drawing/2014/main" xmlns="" id="{AA456990-1B08-41E0-98A8-26D162B198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122" t="60603" r="60818" b="18331"/>
          <a:stretch/>
        </p:blipFill>
        <p:spPr>
          <a:xfrm>
            <a:off x="8302523" y="2966404"/>
            <a:ext cx="2448272" cy="668364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xmlns="" id="{D52BB873-7CE8-489C-99EC-F985AEEF15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829" t="60603" r="11111" b="18331"/>
          <a:stretch/>
        </p:blipFill>
        <p:spPr>
          <a:xfrm>
            <a:off x="8302523" y="4077072"/>
            <a:ext cx="2448272" cy="668364"/>
          </a:xfrm>
          <a:prstGeom prst="rect">
            <a:avLst/>
          </a:prstGeom>
        </p:spPr>
      </p:pic>
      <p:sp>
        <p:nvSpPr>
          <p:cNvPr id="77" name="모서리가 둥근 직사각형 29">
            <a:extLst>
              <a:ext uri="{FF2B5EF4-FFF2-40B4-BE49-F238E27FC236}">
                <a16:creationId xmlns:a16="http://schemas.microsoft.com/office/drawing/2014/main" xmlns="" id="{2DCB6AC5-B6C2-463D-9B44-FE396DA65019}"/>
              </a:ext>
            </a:extLst>
          </p:cNvPr>
          <p:cNvSpPr/>
          <p:nvPr/>
        </p:nvSpPr>
        <p:spPr bwMode="auto">
          <a:xfrm>
            <a:off x="875420" y="2627795"/>
            <a:ext cx="2772308" cy="25885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와이드형에서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롱형으로 변형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8" name="모서리가 둥근 직사각형 29">
            <a:extLst>
              <a:ext uri="{FF2B5EF4-FFF2-40B4-BE49-F238E27FC236}">
                <a16:creationId xmlns:a16="http://schemas.microsoft.com/office/drawing/2014/main" xmlns="" id="{D1F85057-240A-4765-89A1-298C248464FA}"/>
              </a:ext>
            </a:extLst>
          </p:cNvPr>
          <p:cNvSpPr/>
          <p:nvPr/>
        </p:nvSpPr>
        <p:spPr bwMode="auto">
          <a:xfrm>
            <a:off x="4403812" y="2627795"/>
            <a:ext cx="2772308" cy="25885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롱형에서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와이드형으로 변형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9" name="모서리가 둥근 직사각형 29">
            <a:extLst>
              <a:ext uri="{FF2B5EF4-FFF2-40B4-BE49-F238E27FC236}">
                <a16:creationId xmlns:a16="http://schemas.microsoft.com/office/drawing/2014/main" xmlns="" id="{A4250D73-CA23-4A56-B312-78A5924C7327}"/>
              </a:ext>
            </a:extLst>
          </p:cNvPr>
          <p:cNvSpPr/>
          <p:nvPr/>
        </p:nvSpPr>
        <p:spPr bwMode="auto">
          <a:xfrm>
            <a:off x="8140505" y="3782215"/>
            <a:ext cx="2772308" cy="25885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복수변수컬럼을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단일컬럼으로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결합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0" name="모서리가 둥근 직사각형 29">
            <a:extLst>
              <a:ext uri="{FF2B5EF4-FFF2-40B4-BE49-F238E27FC236}">
                <a16:creationId xmlns:a16="http://schemas.microsoft.com/office/drawing/2014/main" xmlns="" id="{A4224098-20CA-4AFC-B467-7B99501107B9}"/>
              </a:ext>
            </a:extLst>
          </p:cNvPr>
          <p:cNvSpPr/>
          <p:nvPr/>
        </p:nvSpPr>
        <p:spPr bwMode="auto">
          <a:xfrm>
            <a:off x="8140505" y="2627795"/>
            <a:ext cx="2772308" cy="258853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단일변수컬럼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복수컬럼으로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분리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626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구조변경용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간단한 주차</a:t>
            </a:r>
            <a:r>
              <a:rPr lang="en-US" altLang="ko-KR" dirty="0"/>
              <a:t>(week)</a:t>
            </a:r>
            <a:r>
              <a:rPr lang="ko-KR" altLang="en-US" dirty="0"/>
              <a:t>별 이용실적 데이터셋을 </a:t>
            </a:r>
            <a:r>
              <a:rPr lang="ko-KR" altLang="en-US" dirty="0" err="1"/>
              <a:t>티블</a:t>
            </a:r>
            <a:r>
              <a:rPr lang="ko-KR" altLang="en-US" dirty="0"/>
              <a:t> 자료형식으로 준비해서 </a:t>
            </a:r>
            <a:r>
              <a:rPr lang="ko-KR" altLang="en-US" dirty="0" smtClean="0"/>
              <a:t>구조 변경용으로 </a:t>
            </a:r>
            <a:r>
              <a:rPr lang="ko-KR" altLang="en-US" dirty="0"/>
              <a:t>마련함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71966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raw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c("c01", "c02", "c03", "c04", "c05"),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gender = c(2, 1, 1, 2, 1),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wk1 = c(4, NA, 15, 3, 6),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wk2 = c(NA, NA, 8, 15, 22),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wk3 = c(11, 2, 14, 23, NA),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wk4 = c(19, 25, 28, 13, 6),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wk5 = c(22, 18, NA, 19, 14),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wk6 = c(5, 13, NA, 7, NA),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wk7 = c(12, 8, NA, 10, 30))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전반적인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스캐닝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str(raw)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summary(raw)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A654CD2-44F3-4CE6-90B7-7DD43579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212" y="3734323"/>
            <a:ext cx="4876800" cy="1562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DFAEB5D-333D-4958-A66E-2E0F8AF3F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00" y="5358074"/>
            <a:ext cx="9505950" cy="12858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D8A2BE03-4981-4DD5-A8B5-F110564F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948" y="2294208"/>
            <a:ext cx="3829050" cy="1295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2709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와이드형에서</a:t>
            </a:r>
            <a:r>
              <a:rPr lang="ko-KR" altLang="en-US" dirty="0"/>
              <a:t> </a:t>
            </a:r>
            <a:r>
              <a:rPr lang="ko-KR" altLang="en-US" dirty="0" smtClean="0"/>
              <a:t>롱 포맷으로 </a:t>
            </a:r>
            <a:r>
              <a:rPr lang="ko-KR" altLang="en-US" dirty="0"/>
              <a:t>변경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wide(unstack) to long(stack): </a:t>
            </a:r>
            <a:r>
              <a:rPr lang="ko-KR" altLang="en-US" dirty="0"/>
              <a:t>와이드형으로 되어 있는 데이터셋을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err="1"/>
              <a:t>tidyr</a:t>
            </a:r>
            <a:r>
              <a:rPr lang="en-US" altLang="ko-KR" dirty="0"/>
              <a:t>::gather()</a:t>
            </a:r>
            <a:r>
              <a:rPr lang="ko-KR" altLang="en-US" dirty="0"/>
              <a:t> 함수를 이용해 롱형으로 변환함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67232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::gather()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롱형으로 데이터구조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gather(data = raw,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key = week, value = result,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wk1, wk2, wk3, wk4, wk5, wk6, wk7)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재구조화된 데이터셋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%&lt;&gt;%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와이드포맷에서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변환된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레이블 변경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raw_long$week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%&lt;&gt;%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c("wk1", "wk2", "wk3", "wk4",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       "wk5", "wk6", "wk7"),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c(1, 2, 3, 4, 5, 6, 7))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6FC051E0-B2D9-42D7-910B-1291F80AF8F9}"/>
              </a:ext>
            </a:extLst>
          </p:cNvPr>
          <p:cNvGrpSpPr/>
          <p:nvPr/>
        </p:nvGrpSpPr>
        <p:grpSpPr>
          <a:xfrm>
            <a:off x="5562655" y="2286769"/>
            <a:ext cx="6104440" cy="4324988"/>
            <a:chOff x="5562655" y="2240868"/>
            <a:chExt cx="6301680" cy="446473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24EFF387-13AB-4708-95CE-0542E679DC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1298"/>
            <a:stretch/>
          </p:blipFill>
          <p:spPr>
            <a:xfrm>
              <a:off x="5562655" y="3609020"/>
              <a:ext cx="4857750" cy="86937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D4901E06-50D0-4F14-BCE3-BEDE91EDE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2655" y="2240868"/>
              <a:ext cx="3838575" cy="12858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B53CFAFF-29EE-45F4-AB5C-5CF2C948FB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7808" b="28680"/>
            <a:stretch/>
          </p:blipFill>
          <p:spPr>
            <a:xfrm>
              <a:off x="5562655" y="4543425"/>
              <a:ext cx="2049561" cy="216024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xmlns="" id="{E7E48408-6C93-488A-8056-FF9AC900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7076" y="4543425"/>
              <a:ext cx="1981200" cy="21621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xmlns="" id="{A6FA98AB-B942-4560-9F2E-BD26F1061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83135" y="4543425"/>
              <a:ext cx="1981200" cy="21621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85304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롱형에서</a:t>
            </a:r>
            <a:r>
              <a:rPr lang="ko-KR" altLang="en-US" dirty="0"/>
              <a:t> 와이드형으로 변경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long(stack) to wide(unstack): </a:t>
            </a:r>
            <a:r>
              <a:rPr lang="ko-KR" altLang="en-US" dirty="0" smtClean="0"/>
              <a:t>롱 포맷으로 </a:t>
            </a:r>
            <a:r>
              <a:rPr lang="ko-KR" altLang="en-US" dirty="0"/>
              <a:t>되어 있는 데이터셋을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err="1"/>
              <a:t>tidyr</a:t>
            </a:r>
            <a:r>
              <a:rPr lang="en-US" altLang="ko-KR" dirty="0"/>
              <a:t>::spread()</a:t>
            </a:r>
            <a:r>
              <a:rPr lang="ko-KR" altLang="en-US" dirty="0"/>
              <a:t> 함수를 이용해 와이드형으로 변환함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현재의 롱형 데이터셋 재확인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::spread()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와이드형으로 데이터구조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spread(data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key = week, value = result)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포맷에서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와이드형으로 재구조화된 데이터셋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와이드형으로 변환된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컬럼명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%&lt;&gt;%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::rename(wk1 = "1", wk2 = "2", wk3 = "3", wk4 = "4",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wk5 = "5", wk6 = "6", wk7 = "7")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일치성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점검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identical(raw,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raw_wide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xmlns="" id="{DDD1615D-0878-41C1-916D-4711F6ABF5FA}"/>
              </a:ext>
            </a:extLst>
          </p:cNvPr>
          <p:cNvGrpSpPr/>
          <p:nvPr/>
        </p:nvGrpSpPr>
        <p:grpSpPr>
          <a:xfrm>
            <a:off x="6096000" y="2276872"/>
            <a:ext cx="4636088" cy="4381348"/>
            <a:chOff x="6223823" y="2139401"/>
            <a:chExt cx="4781550" cy="451881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xmlns="" id="{33841B3F-F616-4D92-A3D5-F8EC071DB2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5298"/>
            <a:stretch/>
          </p:blipFill>
          <p:spPr>
            <a:xfrm>
              <a:off x="6223823" y="2139401"/>
              <a:ext cx="4772025" cy="12858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CC780BFB-3E84-40A2-90F4-FCB0A4758E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62707"/>
            <a:stretch/>
          </p:blipFill>
          <p:spPr>
            <a:xfrm>
              <a:off x="6223823" y="3461524"/>
              <a:ext cx="4781550" cy="12858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B907EBBD-34AC-4A9D-B060-EC0185FEA0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91989"/>
            <a:stretch/>
          </p:blipFill>
          <p:spPr>
            <a:xfrm>
              <a:off x="6223823" y="6381998"/>
              <a:ext cx="4781550" cy="276222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1E0BD5D8-17F3-4F9D-9AB2-26CDD5E42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3823" y="4783648"/>
              <a:ext cx="4781550" cy="15621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426938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롱 포맷 </a:t>
            </a:r>
            <a:r>
              <a:rPr lang="ko-KR" altLang="en-US" dirty="0"/>
              <a:t>데이터셋을 활용한 요약집계실시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9951474" cy="334963"/>
          </a:xfrm>
        </p:spPr>
        <p:txBody>
          <a:bodyPr/>
          <a:lstStyle/>
          <a:p>
            <a:r>
              <a:rPr lang="ko-KR" altLang="en-US" dirty="0"/>
              <a:t>와이드형과 롱형 데이터셋에 대해서 </a:t>
            </a:r>
            <a:r>
              <a:rPr lang="en-US" altLang="ko-KR" dirty="0" err="1"/>
              <a:t>dplyr</a:t>
            </a:r>
            <a:r>
              <a:rPr lang="en-US" altLang="ko-KR" dirty="0"/>
              <a:t> </a:t>
            </a:r>
            <a:r>
              <a:rPr lang="ko-KR" altLang="en-US" dirty="0"/>
              <a:t>패키지 기증을 이용해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집계기준변수</a:t>
            </a:r>
            <a:r>
              <a:rPr lang="en-US" altLang="ko-KR" dirty="0"/>
              <a:t>, </a:t>
            </a:r>
            <a:r>
              <a:rPr lang="ko-KR" altLang="en-US" dirty="0"/>
              <a:t>집계결과변수</a:t>
            </a:r>
            <a:r>
              <a:rPr lang="en-US" altLang="ko-KR" dirty="0"/>
              <a:t>, </a:t>
            </a:r>
            <a:r>
              <a:rPr lang="ko-KR" altLang="en-US" dirty="0"/>
              <a:t>집계통계함수를 적용해 요약집계</a:t>
            </a:r>
            <a:r>
              <a:rPr lang="en-US" altLang="ko-KR" dirty="0"/>
              <a:t>(</a:t>
            </a:r>
            <a:r>
              <a:rPr lang="en-US" altLang="ko-KR" dirty="0" err="1"/>
              <a:t>aggreagation</a:t>
            </a:r>
            <a:r>
              <a:rPr lang="en-US" altLang="ko-KR" dirty="0"/>
              <a:t>) </a:t>
            </a:r>
            <a:r>
              <a:rPr lang="ko-KR" altLang="en-US" dirty="0"/>
              <a:t>작업을 진행함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50364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포맷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내용조회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내용조회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데이터셋을 이용한 요약집계 실시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sum(!is.na(result)),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result_sum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sum(result,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mean(result,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result_median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median(result,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(result,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result_min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min(result,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max(result, na.rm = TRUE))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요약집계 내용 정렬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raw_final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raw_final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arrange(desc(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result_sum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주간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실적 총합을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순위로 내림차순 정렬 </a:t>
            </a:r>
          </a:p>
          <a:p>
            <a:pPr>
              <a:lnSpc>
                <a:spcPct val="110000"/>
              </a:lnSpc>
            </a:pP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desc(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주당 거래실적 평균값을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순위로 내림차순 정렬 </a:t>
            </a:r>
          </a:p>
          <a:p>
            <a:pPr>
              <a:lnSpc>
                <a:spcPct val="110000"/>
              </a:lnSpc>
            </a:pP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result_sd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주당 거래실적 표준편차를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순위로 오름차순 정렬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74F2D896-9502-4D82-8564-09CAC73A9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028" y="2381323"/>
            <a:ext cx="3675509" cy="13049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257E4CCF-BD37-4CDD-AE51-0FBEFF6C1F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645"/>
          <a:stretch/>
        </p:blipFill>
        <p:spPr>
          <a:xfrm>
            <a:off x="6357553" y="3779407"/>
            <a:ext cx="5695950" cy="13049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B9D6B50D-C8D4-46E2-9879-D8801C376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028" y="5145591"/>
            <a:ext cx="5705475" cy="1419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7EB1F59-FD05-4DB5-B263-CBD503EC6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781" y="1562173"/>
            <a:ext cx="1943100" cy="2124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95760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3257218"/>
            <a:ext cx="3187583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351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변수컬럼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분리와 결합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C039F20-51C4-4C13-B368-E5F5DEA2374C}"/>
              </a:ext>
            </a:extLst>
          </p:cNvPr>
          <p:cNvSpPr txBox="1"/>
          <p:nvPr/>
        </p:nvSpPr>
        <p:spPr>
          <a:xfrm>
            <a:off x="4672614" y="2148345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541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구조변경용 데이터셋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간단한 거래처리 데이터셋을 </a:t>
            </a:r>
            <a:r>
              <a:rPr lang="ko-KR" altLang="en-US" dirty="0" err="1"/>
              <a:t>티블</a:t>
            </a:r>
            <a:r>
              <a:rPr lang="en-US" altLang="ko-KR" dirty="0"/>
              <a:t>(</a:t>
            </a:r>
            <a:r>
              <a:rPr lang="en-US" altLang="ko-KR" dirty="0" err="1"/>
              <a:t>tibble</a:t>
            </a:r>
            <a:r>
              <a:rPr lang="en-US" altLang="ko-KR" dirty="0"/>
              <a:t>)</a:t>
            </a:r>
            <a:r>
              <a:rPr lang="ko-KR" altLang="en-US" dirty="0"/>
              <a:t> 자료형식으로 준비해서 </a:t>
            </a:r>
            <a:r>
              <a:rPr lang="ko-KR" altLang="en-US" dirty="0" smtClean="0"/>
              <a:t>구조 변형용으로 </a:t>
            </a:r>
            <a:r>
              <a:rPr lang="ko-KR" altLang="en-US" dirty="0"/>
              <a:t>마련함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1796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trans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가상 데이터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고객번호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구매일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pruduct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구매갯수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pruduct2: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상품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구매갯수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c("KD257", "KD257", "KD257",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  "CT303", "CT303", "AQ115", "AQ115"),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c(170720, 170815, 170720,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170815, 170720, 170720, 170815),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product1 = c(15, 23, 9, 42, 12, 31, 51),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product2 = c(16, 7, 21, 34, 9, 65, 27))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trans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데이터셋에서 요약집계분석의 기준변수로 사용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str(trans)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summary(trans)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364545E2-75D6-4329-ABA0-0D25A57B29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760"/>
          <a:stretch/>
        </p:blipFill>
        <p:spPr>
          <a:xfrm>
            <a:off x="5807968" y="5296423"/>
            <a:ext cx="4743450" cy="1115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D394359-CD45-4828-A35F-9B49C60543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444" b="31365"/>
          <a:stretch/>
        </p:blipFill>
        <p:spPr>
          <a:xfrm>
            <a:off x="5807968" y="4231660"/>
            <a:ext cx="4743450" cy="8640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20DD41A-E9AB-4AE7-B5F5-BD339F7D8E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57"/>
          <a:stretch/>
        </p:blipFill>
        <p:spPr>
          <a:xfrm>
            <a:off x="5807968" y="2461419"/>
            <a:ext cx="4743450" cy="1569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37668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와이드형에서</a:t>
            </a:r>
            <a:r>
              <a:rPr lang="ko-KR" altLang="en-US" dirty="0"/>
              <a:t> </a:t>
            </a:r>
            <a:r>
              <a:rPr lang="ko-KR" altLang="en-US" dirty="0" smtClean="0"/>
              <a:t>롱 포맷으로 </a:t>
            </a:r>
            <a:r>
              <a:rPr lang="ko-KR" altLang="en-US" dirty="0"/>
              <a:t>변경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wide(unstack) to long(stack): </a:t>
            </a:r>
            <a:r>
              <a:rPr lang="ko-KR" altLang="en-US" dirty="0"/>
              <a:t>와이드형으로 되어 있는 데이터셋을 롱형으로 변환함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67232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reshape::melt()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롱형으로 데이터구조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("reshape2")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library(reshape2)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melt(data = trans,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id.vars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measure.vars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c("product1", "product2"),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variable.name = "pd", value.name = "output")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포맷으로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재구조화된 데이터셋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reshape::melt()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사용시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id.vars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설정이 중요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melt(trans,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id.vars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melt(trans,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id.vars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cusid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소팅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%&lt;&gt;% arrange(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63C8B8C-0421-40A0-92D8-77010102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020" y="2420888"/>
            <a:ext cx="2514600" cy="1571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39DE981-9BD8-4AC5-A3DB-C0BEE2A129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005" b="27250"/>
          <a:stretch/>
        </p:blipFill>
        <p:spPr>
          <a:xfrm>
            <a:off x="3750352" y="4171328"/>
            <a:ext cx="2590800" cy="230749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4976FDB0-E30D-4C6F-86D3-79AEDD00D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655" y="4164205"/>
            <a:ext cx="2390775" cy="2419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AD36D93-3068-4BCD-BF99-465CBC872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0316" y="2420888"/>
            <a:ext cx="2581275" cy="3562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971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롱형에서</a:t>
            </a:r>
            <a:r>
              <a:rPr lang="ko-KR" altLang="en-US" dirty="0"/>
              <a:t> 와이드형으로 변경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long(stack) to wide(unstack): </a:t>
            </a:r>
            <a:r>
              <a:rPr lang="ko-KR" altLang="en-US" dirty="0" smtClean="0"/>
              <a:t>롱 포맷으로 </a:t>
            </a:r>
            <a:r>
              <a:rPr lang="ko-KR" altLang="en-US" dirty="0"/>
              <a:t>되어 있는 데이터셋을 와이드형으로 변환함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현재의 롱형 데이터셋 재확인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reshape2::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롱형에서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와이드형으로 데이터구조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("reshape2")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library(reshape2)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포맷에서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와이드로 재구조화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집계함수가 없는 방식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formula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value.var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"output")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롱 포맷에서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와이드로 재구조화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집계함수가 설정방식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formula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value.var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"output",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fun.aggregate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mean)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집계함수를 설정하면 데이터 재구조화와 그에 따른 집계가 동시에 작동함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틸드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(~)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기호를 중심으로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왼쪽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집계기준변수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행방향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~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오른쪽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집계결과변수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열방향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그리고 집계함수 사용으로 구체적인 집계기준에 따른 집계결과가 나옴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578E864-6C98-45F6-90C1-9B1200AD6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52" y="3176972"/>
            <a:ext cx="2409825" cy="2295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EAEEDC71-2C69-4076-AE8E-EE820922C7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42" b="56675"/>
          <a:stretch/>
        </p:blipFill>
        <p:spPr>
          <a:xfrm>
            <a:off x="7284132" y="3176972"/>
            <a:ext cx="3523734" cy="1126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ABBA487B-DA22-42D2-B9CF-9337F028F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485" r="41626"/>
          <a:stretch/>
        </p:blipFill>
        <p:spPr>
          <a:xfrm>
            <a:off x="7284132" y="4396261"/>
            <a:ext cx="2196244" cy="11835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0461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 데이터셋을 활용한 요약집계실시</a:t>
            </a:r>
            <a:r>
              <a:rPr lang="en-US" altLang="ko-KR" dirty="0"/>
              <a:t>(1/2)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와이드형과 롱형 데이터셋에 대해서 집계기준변수</a:t>
            </a:r>
            <a:r>
              <a:rPr lang="en-US" altLang="ko-KR" dirty="0"/>
              <a:t>, </a:t>
            </a:r>
            <a:r>
              <a:rPr lang="ko-KR" altLang="en-US" dirty="0"/>
              <a:t>집계결과변수</a:t>
            </a:r>
            <a:r>
              <a:rPr lang="en-US" altLang="ko-KR" dirty="0"/>
              <a:t>, </a:t>
            </a:r>
            <a:r>
              <a:rPr lang="ko-KR" altLang="en-US" dirty="0"/>
              <a:t>집계통계함수를 적용해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reshape </a:t>
            </a:r>
            <a:r>
              <a:rPr lang="ko-KR" altLang="en-US" dirty="0"/>
              <a:t>패키지를 이용해 요약집계</a:t>
            </a:r>
            <a:r>
              <a:rPr lang="en-US" altLang="ko-KR" dirty="0"/>
              <a:t>(</a:t>
            </a:r>
            <a:r>
              <a:rPr lang="en-US" altLang="ko-KR" dirty="0" smtClean="0"/>
              <a:t>aggregation</a:t>
            </a:r>
            <a:r>
              <a:rPr lang="en-US" altLang="ko-KR" dirty="0"/>
              <a:t>) </a:t>
            </a:r>
            <a:r>
              <a:rPr lang="ko-KR" altLang="en-US" dirty="0"/>
              <a:t>작업을 진행할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981956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다양한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포뮬러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관계식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설정을 통한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재구조화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집계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reshape::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data =,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formaula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value.var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fun.aggregate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옵션 생략가능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mean)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pd, mean)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dcast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~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pd, mean)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C6594254-59E5-42B4-947F-8DE12CE8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954" y="2630986"/>
            <a:ext cx="3810000" cy="1876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0767AB76-4AF1-4355-8273-D8261540F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954" y="4653136"/>
            <a:ext cx="3781425" cy="1885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0886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 데이터셋을 활용한 요약집계실시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와이드형과 롱형 데이터셋에 대해서 집계기준변수</a:t>
            </a:r>
            <a:r>
              <a:rPr lang="en-US" altLang="ko-KR" dirty="0"/>
              <a:t>, </a:t>
            </a:r>
            <a:r>
              <a:rPr lang="ko-KR" altLang="en-US" dirty="0"/>
              <a:t>집계결과변수</a:t>
            </a:r>
            <a:r>
              <a:rPr lang="en-US" altLang="ko-KR" dirty="0"/>
              <a:t>, </a:t>
            </a:r>
            <a:r>
              <a:rPr lang="ko-KR" altLang="en-US" dirty="0"/>
              <a:t>집계통계함수를 적용해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err="1"/>
              <a:t>dplyr</a:t>
            </a:r>
            <a:r>
              <a:rPr lang="en-US" altLang="ko-KR" dirty="0"/>
              <a:t> </a:t>
            </a:r>
            <a:r>
              <a:rPr lang="ko-KR" altLang="en-US" dirty="0"/>
              <a:t>패키지를 이용해 요약집계</a:t>
            </a:r>
            <a:r>
              <a:rPr lang="en-US" altLang="ko-KR" dirty="0"/>
              <a:t>(</a:t>
            </a:r>
            <a:r>
              <a:rPr lang="en-US" altLang="ko-KR" dirty="0" err="1"/>
              <a:t>aggreagation</a:t>
            </a:r>
            <a:r>
              <a:rPr lang="en-US" altLang="ko-KR" dirty="0"/>
              <a:t>) </a:t>
            </a:r>
            <a:r>
              <a:rPr lang="ko-KR" altLang="en-US" dirty="0"/>
              <a:t>작업을 진행할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다양한 관점의 집계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(), summarize()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 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다양한 집계기준에 따라 다양한 집계결과변수의 특성비교를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다양한 집계연산함수를 동시에 적용할 수 있음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개별 고객별 실적비교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sum(!is.na(output)),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output_sum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outputmedian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median(output,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output_min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min(output,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max(output, na.rm = TRUE))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개별고객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일자별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실적비교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trans.long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customID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buyDate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sum(!is.na(output)),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output_sum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sum(output,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mean(output,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outputmedian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median(output,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output_min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min(output, na.rm = TRUE),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output_max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max(output, na.rm = TRUE))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FC6DE544-259E-4FEF-B328-7BF11E1C21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5" b="2251"/>
          <a:stretch/>
        </p:blipFill>
        <p:spPr>
          <a:xfrm>
            <a:off x="5483932" y="3676045"/>
            <a:ext cx="5829300" cy="8640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BE942D4-B536-485A-99A6-746213CC6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32" y="5085184"/>
            <a:ext cx="6419850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57271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4365251"/>
            <a:ext cx="343961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xmlns="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C039F20-51C4-4C13-B368-E5F5DEA2374C}"/>
              </a:ext>
            </a:extLst>
          </p:cNvPr>
          <p:cNvSpPr txBox="1"/>
          <p:nvPr/>
        </p:nvSpPr>
        <p:spPr>
          <a:xfrm>
            <a:off x="4672614" y="2148345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0023C60-74CF-4C54-9D50-23A765C712E2}"/>
              </a:ext>
            </a:extLst>
          </p:cNvPr>
          <p:cNvSpPr txBox="1"/>
          <p:nvPr/>
        </p:nvSpPr>
        <p:spPr>
          <a:xfrm>
            <a:off x="4672614" y="3246480"/>
            <a:ext cx="3195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구조변경</a:t>
            </a:r>
            <a:r>
              <a:rPr lang="en-US" altLang="ko-KR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</a:t>
            </a:r>
            <a:endParaRPr lang="ko-KR" altLang="en-US" sz="4800" b="1" spc="-19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AC0A0F2-5E61-4FC0-BD2B-ECDE4C9562B6}"/>
              </a:ext>
            </a:extLst>
          </p:cNvPr>
          <p:cNvSpPr txBox="1"/>
          <p:nvPr/>
        </p:nvSpPr>
        <p:spPr>
          <a:xfrm>
            <a:off x="4672613" y="4344615"/>
            <a:ext cx="351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변수컬럼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분리와 결합</a:t>
            </a:r>
          </a:p>
        </p:txBody>
      </p:sp>
    </p:spTree>
    <p:extLst>
      <p:ext uri="{BB962C8B-B14F-4D97-AF65-F5344CB8AC3E}">
        <p14:creationId xmlns:p14="http://schemas.microsoft.com/office/powerpoint/2010/main" val="502117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</a:t>
            </a:r>
            <a:r>
              <a:rPr lang="en-US" altLang="ko-KR" dirty="0"/>
              <a:t>·</a:t>
            </a:r>
            <a:r>
              <a:rPr lang="ko-KR" altLang="en-US" dirty="0"/>
              <a:t>결합용 데이터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가상의 고유번호 </a:t>
            </a:r>
            <a:r>
              <a:rPr lang="ko-KR" altLang="en-US" dirty="0" smtClean="0"/>
              <a:t>벡터 데이터를 </a:t>
            </a:r>
            <a:r>
              <a:rPr lang="ko-KR" altLang="en-US" dirty="0"/>
              <a:t>통해서 데이터를 세부적으로 분리해 데이터프레임으로 구성하고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필요한 변수들을 다시 결합할 수 있도록 준비함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67232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가상의 주민번호 벡터데이터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c(920219-2868883, 700617-2382241, 790905-1600179, 850720-2949160,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900908-2515523, 670106-1683231, 820224-1532098, 950828-1771741,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811208-1363675, 940903-2885073)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저장된 주민번호들을 숫자로 인식하고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(-)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기호도 빼기로 인식해 결국 사칙연산이 적용된 숫자 벡터로 나옴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가상의 주민번호 문자열벡터로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c("920219-2868883", "700617-2382241", "790905-1600179",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"850720-2949160", "900908-2515523", "670106-1683231",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"820224-1532098", "950828-1771741", "811208-1363675",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"940903-2885073")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이제는 정상적인 주민번호 양식의 문자열벡터가 만들어 짐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8E80C540-99E6-4F5A-8C5D-F5A928A022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1488"/>
          <a:stretch/>
        </p:blipFill>
        <p:spPr>
          <a:xfrm>
            <a:off x="3827748" y="2855987"/>
            <a:ext cx="7162800" cy="5730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2B981751-E1B2-4DB4-8382-AAAFEA2028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492"/>
          <a:stretch/>
        </p:blipFill>
        <p:spPr>
          <a:xfrm>
            <a:off x="3827748" y="5841268"/>
            <a:ext cx="7162800" cy="7136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274240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분리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문자열 데이터를 적절한 기호를 기준으로</a:t>
            </a:r>
            <a:r>
              <a:rPr lang="en-US" altLang="ko-KR" dirty="0"/>
              <a:t>, </a:t>
            </a:r>
            <a:r>
              <a:rPr lang="ko-KR" altLang="en-US" dirty="0"/>
              <a:t>또는 </a:t>
            </a:r>
            <a:r>
              <a:rPr lang="ko-KR" altLang="en-US" dirty="0" smtClean="0"/>
              <a:t>글자 위치를 </a:t>
            </a:r>
            <a:r>
              <a:rPr lang="ko-KR" altLang="en-US" dirty="0"/>
              <a:t>기준으로 분리할 수 있으며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원본 문자열 내용특성을 유지할 수 있도록 리스트형식으로 분리 추출됨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395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생년월일과 개인고유번호를 구별하는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(-)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기호를 이용해 분리시킴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strsplit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split = "-")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분리된 결과는 개인별 특성을 유지하기 위해서 리스트형식으로 분리됨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분리된 주민번호에서 개인별 생년월일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요소값만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별도로 추출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birth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(raw, "[", 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birth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역시 개인별 고유특성을 유지할 수 있는 리스트형식을 취하기 위해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아닌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적용함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참고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substring(text = "801031", first = c(1, 3, 5), last = c(2, 4, 6))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대상문자열을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first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끝나는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자리수에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대해서 부분추출해줌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first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last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담긴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벡터숫자들간의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벡터연산에 의해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(1, 2), (2, 4), (5, 6)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이라는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first, last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조합이 만들어 지게 된 것임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개인별 생년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생일 데이터 분리추출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birth2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(birth, substring, first = c(1, 3, 5), last = c(2, 4, 6))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birth2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역시 개인별 특성을 구별해 유지하기 위해서 리스트형식으로 만들기 위해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아닌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적용함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D8E15851-8026-49D4-A334-D0A04EF76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740" y="4031626"/>
            <a:ext cx="210502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6079662-B134-496D-A489-829A5A6CC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790" y="2276475"/>
            <a:ext cx="1590675" cy="4295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EBB673DF-9D8B-4352-A3A2-76F7E8555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725" y="2276475"/>
            <a:ext cx="904875" cy="4286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7C1F579-1BD4-48B1-80C8-08211231E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286" y="2276475"/>
            <a:ext cx="1323975" cy="4295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45682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문자열 데이터 분리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문자열 데이터를 적절한 기호를 기준으로</a:t>
            </a:r>
            <a:r>
              <a:rPr lang="en-US" altLang="ko-KR" dirty="0"/>
              <a:t>, </a:t>
            </a:r>
            <a:r>
              <a:rPr lang="ko-KR" altLang="en-US" dirty="0"/>
              <a:t>또는 </a:t>
            </a:r>
            <a:r>
              <a:rPr lang="ko-KR" altLang="en-US" dirty="0" smtClean="0"/>
              <a:t>글자 위치를 </a:t>
            </a:r>
            <a:r>
              <a:rPr lang="ko-KR" altLang="en-US" dirty="0"/>
              <a:t>기준으로 분리할 수 있으며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원본 문자열 내용특성을 유지할 수 있도록 리스트형식으로 분리 추출됨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949553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분리된 주민번호에서 개인별 고유번호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요소값만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별도로 추출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(raw, "[", 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역시 개인별 고유특성을 유지할 수 있는 리스트형식을 취하기 위해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아닌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적용함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개인별 생년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생일 데이터 분리추출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(id, substring,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first = c(1, 2, 6, 7),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last = c(1, 5, 6, 7))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id2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역시 개인별 특성을 구별해 유지하기 위해서 리스트형식으로 만들기 위해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아닌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적용함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BABC4DA-67F2-4F49-B6CB-55A24E6E9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032" y="2276475"/>
            <a:ext cx="914400" cy="4286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AB28024A-3674-49F4-A138-F080CD05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148" y="2276475"/>
            <a:ext cx="1952625" cy="43053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8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분리된 </a:t>
            </a:r>
            <a:r>
              <a:rPr lang="ko-KR" altLang="en-US" dirty="0" smtClean="0"/>
              <a:t>세부 문자열 </a:t>
            </a:r>
            <a:r>
              <a:rPr lang="ko-KR" altLang="en-US" dirty="0"/>
              <a:t>데이터프레임으로 결합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주민번호에서 생년월일과 고유번호를 분리하고</a:t>
            </a:r>
            <a:r>
              <a:rPr lang="en-US" altLang="ko-KR" dirty="0"/>
              <a:t>, </a:t>
            </a:r>
            <a:r>
              <a:rPr lang="ko-KR" altLang="en-US" dirty="0"/>
              <a:t>이어서 생년</a:t>
            </a:r>
            <a:r>
              <a:rPr lang="en-US" altLang="ko-KR" dirty="0"/>
              <a:t>, </a:t>
            </a:r>
            <a:r>
              <a:rPr lang="ko-KR" altLang="en-US" dirty="0"/>
              <a:t>생월</a:t>
            </a:r>
            <a:r>
              <a:rPr lang="en-US" altLang="ko-KR" dirty="0"/>
              <a:t>, </a:t>
            </a:r>
            <a:r>
              <a:rPr lang="ko-KR" altLang="en-US" dirty="0"/>
              <a:t>생일</a:t>
            </a:r>
            <a:r>
              <a:rPr lang="en-US" altLang="ko-KR" dirty="0"/>
              <a:t>, </a:t>
            </a:r>
            <a:r>
              <a:rPr lang="ko-KR" altLang="en-US" dirty="0"/>
              <a:t>성별 및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출생순서</a:t>
            </a:r>
            <a:r>
              <a:rPr lang="en-US" altLang="ko-KR" dirty="0"/>
              <a:t>, </a:t>
            </a:r>
            <a:r>
              <a:rPr lang="ko-KR" altLang="en-US" dirty="0"/>
              <a:t>체크번호 변수까지 세분화 한 내용을 하나의 데이터프레임으로 </a:t>
            </a:r>
            <a:r>
              <a:rPr lang="ko-KR" altLang="en-US" dirty="0" smtClean="0"/>
              <a:t>결합함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672322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생년월일별 데이터 별도 변수에 추출저장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year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(birth2, "[", 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year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month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(birth2, "[", 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month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(birth2, "[", 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day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개인고유번호 데이터 별도 변수에 추출저장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(id2, "[", 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region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(id2, "[", 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region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sequence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(id2, "[", 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sequence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(id2, "[", 4)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check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하나의 데이터프레임으로 엮음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ssn.final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year, month, day, gender, region, sequence, check,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ssn.final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ssn.final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내용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구조 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1C206A14-2688-409F-AF09-93E35E118B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5061"/>
          <a:stretch/>
        </p:blipFill>
        <p:spPr>
          <a:xfrm>
            <a:off x="6916980" y="3332619"/>
            <a:ext cx="4591050" cy="17215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9D74FC0E-C02D-4A94-80FE-58733AE72E79}"/>
              </a:ext>
            </a:extLst>
          </p:cNvPr>
          <p:cNvGrpSpPr/>
          <p:nvPr/>
        </p:nvGrpSpPr>
        <p:grpSpPr>
          <a:xfrm>
            <a:off x="3035660" y="2415612"/>
            <a:ext cx="3657600" cy="896403"/>
            <a:chOff x="3755740" y="2276475"/>
            <a:chExt cx="3657600" cy="89640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49508765-7BB6-4122-93B6-5697AC778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3066" b="67521"/>
            <a:stretch/>
          </p:blipFill>
          <p:spPr>
            <a:xfrm>
              <a:off x="3755740" y="2276475"/>
              <a:ext cx="3657600" cy="25702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7B363FCD-766E-4DCD-B264-B87CB2F976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8784"/>
            <a:stretch/>
          </p:blipFill>
          <p:spPr>
            <a:xfrm>
              <a:off x="3755740" y="2891992"/>
              <a:ext cx="3657600" cy="280886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3A26A5A0-2E71-4143-9B9C-0D56CF6802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162" b="33907"/>
            <a:stretch/>
          </p:blipFill>
          <p:spPr>
            <a:xfrm>
              <a:off x="3755740" y="2560944"/>
              <a:ext cx="3657600" cy="30360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xmlns="" id="{6F5AC48C-0F65-4BF9-B775-69C66AB88A62}"/>
              </a:ext>
            </a:extLst>
          </p:cNvPr>
          <p:cNvGrpSpPr/>
          <p:nvPr/>
        </p:nvGrpSpPr>
        <p:grpSpPr>
          <a:xfrm>
            <a:off x="3032820" y="4041068"/>
            <a:ext cx="2988332" cy="1191347"/>
            <a:chOff x="3179676" y="4101625"/>
            <a:chExt cx="2988332" cy="119134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5C43E931-AFDF-4D2D-9482-7D9C18870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0127" b="82460"/>
            <a:stretch/>
          </p:blipFill>
          <p:spPr>
            <a:xfrm>
              <a:off x="3179676" y="4101625"/>
              <a:ext cx="2988332" cy="27733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xmlns="" id="{8CCBB7FD-F350-45FE-AD2C-70D231B514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2460" r="40127"/>
            <a:stretch/>
          </p:blipFill>
          <p:spPr>
            <a:xfrm>
              <a:off x="3179676" y="5015641"/>
              <a:ext cx="2988332" cy="27733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xmlns="" id="{10D6BCFF-8A87-4140-B60E-57C5AF85F6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5171" r="40127" b="27290"/>
            <a:stretch/>
          </p:blipFill>
          <p:spPr>
            <a:xfrm>
              <a:off x="3179676" y="4710969"/>
              <a:ext cx="2988332" cy="27733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xmlns="" id="{B2BFAC22-D511-4FB0-A113-17CCEBCE22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27818" r="40127" b="54643"/>
            <a:stretch/>
          </p:blipFill>
          <p:spPr>
            <a:xfrm>
              <a:off x="3179676" y="4406297"/>
              <a:ext cx="2988332" cy="27733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BE838246-FE96-47A5-AD6E-9A45ADA5B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25"/>
          <a:stretch/>
        </p:blipFill>
        <p:spPr>
          <a:xfrm>
            <a:off x="6924444" y="5157757"/>
            <a:ext cx="4591050" cy="14313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0584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세분화된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</a:t>
            </a:r>
            <a:r>
              <a:rPr lang="ko-KR" altLang="en-US" dirty="0" smtClean="0"/>
              <a:t> </a:t>
            </a:r>
            <a:r>
              <a:rPr lang="ko-KR" altLang="en-US" dirty="0"/>
              <a:t>결합과 분리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데이터셋에 들어 있는 여러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컬럼들을</a:t>
            </a:r>
            <a:r>
              <a:rPr lang="ko-KR" altLang="en-US" dirty="0" smtClean="0"/>
              <a:t> </a:t>
            </a:r>
            <a:r>
              <a:rPr lang="ko-KR" altLang="en-US" dirty="0"/>
              <a:t>하나의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컬럼으로</a:t>
            </a:r>
            <a:r>
              <a:rPr lang="ko-KR" altLang="en-US" dirty="0" smtClean="0"/>
              <a:t> </a:t>
            </a:r>
            <a:r>
              <a:rPr lang="ko-KR" altLang="en-US" dirty="0"/>
              <a:t>묶거나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결합되어 있는 </a:t>
            </a:r>
            <a:r>
              <a:rPr lang="ko-KR" altLang="en-US" dirty="0" smtClean="0"/>
              <a:t>단일변수 </a:t>
            </a:r>
            <a:r>
              <a:rPr lang="ko-KR" altLang="en-US" dirty="0" err="1" smtClean="0"/>
              <a:t>컬럼을</a:t>
            </a:r>
            <a:r>
              <a:rPr lang="ko-KR" altLang="en-US" dirty="0" smtClean="0"/>
              <a:t>  </a:t>
            </a:r>
            <a:r>
              <a:rPr lang="ko-KR" altLang="en-US" dirty="0"/>
              <a:t>세분화된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컬럼으로</a:t>
            </a:r>
            <a:r>
              <a:rPr lang="ko-KR" altLang="en-US" dirty="0" smtClean="0"/>
              <a:t> </a:t>
            </a:r>
            <a:r>
              <a:rPr lang="ko-KR" altLang="en-US" dirty="0"/>
              <a:t>분리할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75111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특정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컬럼들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하나의 컬럼으로 결합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::united()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ssn_united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::unite(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ssn.final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year_month_day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c('year', 'month', 'day'))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ssn_united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개 변수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컬럼을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 개 세부 컬럼으로 분리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tidyr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::separated()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ssn_separated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ssn_united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separate(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year_month_day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c('year', 'month', 'day'))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ssn_separated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BCF5798F-E376-4A8B-8EA4-4FDE68A0B1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047"/>
          <a:stretch/>
        </p:blipFill>
        <p:spPr>
          <a:xfrm>
            <a:off x="5339916" y="2577147"/>
            <a:ext cx="4210050" cy="17037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54C836AE-87C7-4BAC-92CF-1EE43D26B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047"/>
          <a:stretch/>
        </p:blipFill>
        <p:spPr>
          <a:xfrm>
            <a:off x="5339916" y="4681063"/>
            <a:ext cx="4210050" cy="17037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7914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15189</TotalTime>
  <Words>2064</Words>
  <Application>Microsoft Office PowerPoint</Application>
  <PresentationFormat>와이드스크린</PresentationFormat>
  <Paragraphs>362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스웨거 TTF</vt:lpstr>
      <vt:lpstr>나눔스퀘어 Bold</vt:lpstr>
      <vt:lpstr>휴먼모음T</vt:lpstr>
      <vt:lpstr>Wingdings</vt:lpstr>
      <vt:lpstr>Arial</vt:lpstr>
      <vt:lpstr>맑은 고딕</vt:lpstr>
      <vt:lpstr>D2Coding</vt:lpstr>
      <vt:lpstr>나눔바른고딕</vt:lpstr>
      <vt:lpstr>Impact</vt:lpstr>
      <vt:lpstr>Office 테마</vt:lpstr>
      <vt:lpstr>PowerPoint 프레젠테이션</vt:lpstr>
      <vt:lpstr>PowerPoint 프레젠테이션</vt:lpstr>
      <vt:lpstr>PowerPoint 프레젠테이션</vt:lpstr>
      <vt:lpstr>데이터셋 구조변경</vt:lpstr>
      <vt:lpstr>구조변경용 데이터셋 준비</vt:lpstr>
      <vt:lpstr>와이드형에서 롱 포맷으로 변경</vt:lpstr>
      <vt:lpstr>롱형에서 와이드형으로 변경</vt:lpstr>
      <vt:lpstr>롱 포맷 데이터셋을 활용한 요약집계실시 </vt:lpstr>
      <vt:lpstr>PowerPoint 프레젠테이션</vt:lpstr>
      <vt:lpstr>구조변경용 데이터셋 준비</vt:lpstr>
      <vt:lpstr>와이드형에서 롱 포맷으로 변경</vt:lpstr>
      <vt:lpstr>롱형에서 와이드형으로 변경</vt:lpstr>
      <vt:lpstr> 데이터셋을 활용한 요약집계실시(1/2) </vt:lpstr>
      <vt:lpstr> 데이터셋을 활용한 요약집계실시(2/2)</vt:lpstr>
      <vt:lpstr>PowerPoint 프레젠테이션</vt:lpstr>
      <vt:lpstr>분리·결합용 데이터 준비</vt:lpstr>
      <vt:lpstr>문자열 데이터 분리(1/2)</vt:lpstr>
      <vt:lpstr>문자열 데이터 분리(2/2)</vt:lpstr>
      <vt:lpstr>분리된 세부 문자열 데이터프레임으로 결합</vt:lpstr>
      <vt:lpstr>세분화된 변수 컬럼 결합과 분리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684</cp:revision>
  <dcterms:created xsi:type="dcterms:W3CDTF">2019-01-19T08:23:23Z</dcterms:created>
  <dcterms:modified xsi:type="dcterms:W3CDTF">2020-01-10T07:46:22Z</dcterms:modified>
</cp:coreProperties>
</file>