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409" r:id="rId2"/>
    <p:sldId id="410" r:id="rId3"/>
    <p:sldId id="328" r:id="rId4"/>
    <p:sldId id="405" r:id="rId5"/>
    <p:sldId id="379" r:id="rId6"/>
    <p:sldId id="373" r:id="rId7"/>
    <p:sldId id="380" r:id="rId8"/>
    <p:sldId id="381" r:id="rId9"/>
    <p:sldId id="383" r:id="rId10"/>
    <p:sldId id="382" r:id="rId11"/>
    <p:sldId id="384" r:id="rId12"/>
    <p:sldId id="385" r:id="rId13"/>
    <p:sldId id="371" r:id="rId14"/>
    <p:sldId id="400" r:id="rId15"/>
    <p:sldId id="398" r:id="rId16"/>
    <p:sldId id="399" r:id="rId17"/>
    <p:sldId id="408" r:id="rId18"/>
    <p:sldId id="372" r:id="rId19"/>
    <p:sldId id="403" r:id="rId20"/>
    <p:sldId id="393" r:id="rId21"/>
    <p:sldId id="369" r:id="rId22"/>
    <p:sldId id="386" r:id="rId23"/>
    <p:sldId id="397" r:id="rId24"/>
    <p:sldId id="396" r:id="rId25"/>
    <p:sldId id="406" r:id="rId26"/>
    <p:sldId id="407" r:id="rId27"/>
  </p:sldIdLst>
  <p:sldSz cx="12192000" cy="6858000"/>
  <p:notesSz cx="6858000" cy="9144000"/>
  <p:embeddedFontLst>
    <p:embeddedFont>
      <p:font typeface="나눔바른고딕" panose="020B0603020101020101" pitchFamily="50" charset="-127"/>
      <p:regular r:id="rId30"/>
      <p:bold r:id="rId31"/>
    </p:embeddedFont>
    <p:embeddedFont>
      <p:font typeface="휴먼모음T" panose="02030504000101010101" pitchFamily="18" charset="-127"/>
      <p:regular r:id="rId32"/>
    </p:embeddedFont>
    <p:embeddedFont>
      <p:font typeface="Webdings" panose="05030102010509060703" pitchFamily="18" charset="2"/>
      <p:regular r:id="rId33"/>
    </p:embeddedFont>
    <p:embeddedFont>
      <p:font typeface="Impact" panose="020B0806030902050204" pitchFamily="34" charset="0"/>
      <p:regular r:id="rId34"/>
    </p:embeddedFont>
    <p:embeddedFont>
      <p:font typeface="나눔스퀘어 Bold" panose="020B0600000101010101" pitchFamily="50" charset="-127"/>
      <p:bold r:id="rId35"/>
    </p:embeddedFont>
    <p:embeddedFont>
      <p:font typeface="스웨거 TTF" panose="020B0600000101010101" pitchFamily="50" charset="-127"/>
      <p:regular r:id="rId36"/>
    </p:embeddedFont>
    <p:embeddedFont>
      <p:font typeface="맑은 고딕" panose="020B0503020000020004" pitchFamily="50" charset="-127"/>
      <p:regular r:id="rId37"/>
      <p:bold r:id="rId38"/>
    </p:embeddedFont>
    <p:embeddedFont>
      <p:font typeface="D2Coding" panose="020B0600000101010101" charset="-127"/>
      <p:regular r:id="rId39"/>
      <p:bold r:id="rId4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23" userDrawn="1">
          <p15:clr>
            <a:srgbClr val="A4A3A4"/>
          </p15:clr>
        </p15:guide>
        <p15:guide id="6" pos="325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1" autoAdjust="0"/>
    <p:restoredTop sz="94660"/>
  </p:normalViewPr>
  <p:slideViewPr>
    <p:cSldViewPr>
      <p:cViewPr varScale="1">
        <p:scale>
          <a:sx n="96" d="100"/>
          <a:sy n="96" d="100"/>
        </p:scale>
        <p:origin x="486" y="78"/>
      </p:cViewPr>
      <p:guideLst>
        <p:guide orient="horz" pos="323"/>
        <p:guide pos="325"/>
        <p:guide orient="horz" pos="981"/>
        <p:guide orient="horz" pos="143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473EBD16-4E12-4E46-BB87-A007938A700F}"/>
    <pc:docChg chg="undo custSel addSld delSld modSld">
      <pc:chgData name="Choi Jeomki" userId="f1912f8b0928b9f1" providerId="LiveId" clId="{473EBD16-4E12-4E46-BB87-A007938A700F}" dt="2019-02-20T06:16:21.462" v="3824"/>
      <pc:docMkLst>
        <pc:docMk/>
      </pc:docMkLst>
      <pc:sldChg chg="addSp delSp modSp">
        <pc:chgData name="Choi Jeomki" userId="f1912f8b0928b9f1" providerId="LiveId" clId="{473EBD16-4E12-4E46-BB87-A007938A700F}" dt="2019-02-20T06:16:21.462" v="3824"/>
        <pc:sldMkLst>
          <pc:docMk/>
          <pc:sldMk cId="2342380751" sldId="328"/>
        </pc:sldMkLst>
        <pc:spChg chg="add">
          <ac:chgData name="Choi Jeomki" userId="f1912f8b0928b9f1" providerId="LiveId" clId="{473EBD16-4E12-4E46-BB87-A007938A700F}" dt="2019-02-20T06:16:21.462" v="3824"/>
          <ac:spMkLst>
            <pc:docMk/>
            <pc:sldMk cId="2342380751" sldId="328"/>
            <ac:spMk id="21" creationId="{9F771F1A-289E-4A2A-9DA2-873F091B5C83}"/>
          </ac:spMkLst>
        </pc:spChg>
        <pc:spChg chg="del mod">
          <ac:chgData name="Choi Jeomki" userId="f1912f8b0928b9f1" providerId="LiveId" clId="{473EBD16-4E12-4E46-BB87-A007938A700F}" dt="2019-02-20T06:16:21.259" v="3823" actId="478"/>
          <ac:spMkLst>
            <pc:docMk/>
            <pc:sldMk cId="2342380751" sldId="328"/>
            <ac:spMk id="38" creationId="{03B0C20E-F3BD-4BFF-A5C3-9D9003619DA7}"/>
          </ac:spMkLst>
        </pc:spChg>
      </pc:sldChg>
    </pc:docChg>
  </pc:docChgLst>
  <pc:docChgLst>
    <pc:chgData name="Choi Jeomki" userId="f1912f8b0928b9f1" providerId="LiveId" clId="{B2BCA8AB-E8F2-4DD2-A10D-D82BF7F41353}"/>
    <pc:docChg chg="undo custSel addSld delSld modSld sldOrd">
      <pc:chgData name="Choi Jeomki" userId="f1912f8b0928b9f1" providerId="LiveId" clId="{B2BCA8AB-E8F2-4DD2-A10D-D82BF7F41353}" dt="2019-02-19T20:03:07.382" v="7106" actId="2696"/>
      <pc:docMkLst>
        <pc:docMk/>
      </pc:docMkLst>
      <pc:sldChg chg="addSp delSp modSp">
        <pc:chgData name="Choi Jeomki" userId="f1912f8b0928b9f1" providerId="LiveId" clId="{B2BCA8AB-E8F2-4DD2-A10D-D82BF7F41353}" dt="2019-02-19T19:49:44.588" v="6995" actId="14100"/>
        <pc:sldMkLst>
          <pc:docMk/>
          <pc:sldMk cId="2342380751" sldId="328"/>
        </pc:sldMkLst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2" creationId="{00000000-0000-0000-0000-000000000000}"/>
          </ac:spMkLst>
        </pc:spChg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8" creationId="{00000000-0000-0000-0000-000000000000}"/>
          </ac:spMkLst>
        </pc:spChg>
        <pc:spChg chg="mod topLvl">
          <ac:chgData name="Choi Jeomki" userId="f1912f8b0928b9f1" providerId="LiveId" clId="{B2BCA8AB-E8F2-4DD2-A10D-D82BF7F41353}" dt="2019-02-19T00:36:04.524" v="144" actId="164"/>
          <ac:spMkLst>
            <pc:docMk/>
            <pc:sldMk cId="2342380751" sldId="328"/>
            <ac:spMk id="31" creationId="{E052EB2C-9735-49AD-B6DC-8CC33E6546ED}"/>
          </ac:spMkLst>
        </pc:spChg>
        <pc:spChg chg="add del mod">
          <ac:chgData name="Choi Jeomki" userId="f1912f8b0928b9f1" providerId="LiveId" clId="{B2BCA8AB-E8F2-4DD2-A10D-D82BF7F41353}" dt="2019-02-19T00:36:58.021" v="256"/>
          <ac:spMkLst>
            <pc:docMk/>
            <pc:sldMk cId="2342380751" sldId="328"/>
            <ac:spMk id="34" creationId="{F2205CC0-98E1-4A9F-BE97-861229A11C17}"/>
          </ac:spMkLst>
        </pc:spChg>
        <pc:spChg chg="add">
          <ac:chgData name="Choi Jeomki" userId="f1912f8b0928b9f1" providerId="LiveId" clId="{B2BCA8AB-E8F2-4DD2-A10D-D82BF7F41353}" dt="2019-02-19T00:36:10.527" v="147"/>
          <ac:spMkLst>
            <pc:docMk/>
            <pc:sldMk cId="2342380751" sldId="328"/>
            <ac:spMk id="37" creationId="{6A062C83-2067-45C1-AF2B-F40BD29AA2AB}"/>
          </ac:spMkLst>
        </pc:spChg>
        <pc:spChg chg="add mod">
          <ac:chgData name="Choi Jeomki" userId="f1912f8b0928b9f1" providerId="LiveId" clId="{B2BCA8AB-E8F2-4DD2-A10D-D82BF7F41353}" dt="2019-02-19T19:49:44.588" v="6995" actId="14100"/>
          <ac:spMkLst>
            <pc:docMk/>
            <pc:sldMk cId="2342380751" sldId="328"/>
            <ac:spMk id="38" creationId="{03B0C20E-F3BD-4BFF-A5C3-9D9003619DA7}"/>
          </ac:spMkLst>
        </pc:spChg>
        <pc:spChg chg="mod">
          <ac:chgData name="Choi Jeomki" userId="f1912f8b0928b9f1" providerId="LiveId" clId="{B2BCA8AB-E8F2-4DD2-A10D-D82BF7F41353}" dt="2019-02-19T00:36:59.493" v="258" actId="1035"/>
          <ac:spMkLst>
            <pc:docMk/>
            <pc:sldMk cId="2342380751" sldId="328"/>
            <ac:spMk id="39" creationId="{00000000-0000-0000-0000-000000000000}"/>
          </ac:spMkLst>
        </pc:spChg>
        <pc:spChg chg="add">
          <ac:chgData name="Choi Jeomki" userId="f1912f8b0928b9f1" providerId="LiveId" clId="{B2BCA8AB-E8F2-4DD2-A10D-D82BF7F41353}" dt="2019-02-19T00:37:00.242" v="259"/>
          <ac:spMkLst>
            <pc:docMk/>
            <pc:sldMk cId="2342380751" sldId="328"/>
            <ac:spMk id="40" creationId="{2E8B52F4-5469-4176-A3F4-7DE5E5DE6216}"/>
          </ac:spMkLst>
        </pc:spChg>
        <pc:spChg chg="del mod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41" creationId="{C02E41DF-A7D7-4963-A7C6-F4B8D3B8002F}"/>
          </ac:spMkLst>
        </pc:spChg>
        <pc:grpChg chg="add mod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2" creationId="{159BD907-7557-4079-97A6-67DDAF52F5C8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10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3" creationId="{A49B5C0F-8F04-4D52-943C-1750C8E88D1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9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30" creationId="{A375AF22-7E7E-4960-93A1-14D1F741953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5" creationId="{00000000-0000-0000-0000-000000000000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6" creationId="{00000000-0000-0000-0000-000000000000}"/>
          </ac:grpSpMkLst>
        </pc:grpChg>
      </pc:sldChg>
    </pc:docChg>
  </pc:docChgLst>
  <pc:docChgLst>
    <pc:chgData name="Choi Jeomki" userId="f1912f8b0928b9f1" providerId="LiveId" clId="{315BBA2E-6CC4-4D29-B740-1062B65A74E6}"/>
    <pc:docChg chg="undo redo custSel addSld delSld modSld sldOrd">
      <pc:chgData name="Choi Jeomki" userId="f1912f8b0928b9f1" providerId="LiveId" clId="{315BBA2E-6CC4-4D29-B740-1062B65A74E6}" dt="2019-02-18T16:49:11.523" v="18842" actId="2696"/>
      <pc:docMkLst>
        <pc:docMk/>
      </pc:docMkLst>
    </pc:docChg>
  </pc:docChgLst>
  <pc:docChgLst>
    <pc:chgData name="Choi Jeomki" userId="f1912f8b0928b9f1" providerId="LiveId" clId="{87A2D2B5-65FF-4A81-BB2F-74A5A8C11D8B}"/>
    <pc:docChg chg="undo redo custSel addSld delSld modSld sldOrd">
      <pc:chgData name="Choi Jeomki" userId="f1912f8b0928b9f1" providerId="LiveId" clId="{87A2D2B5-65FF-4A81-BB2F-74A5A8C11D8B}" dt="2019-03-08T08:28:05.196" v="23512" actId="20577"/>
      <pc:docMkLst>
        <pc:docMk/>
      </pc:docMkLst>
      <pc:sldChg chg="modSp">
        <pc:chgData name="Choi Jeomki" userId="f1912f8b0928b9f1" providerId="LiveId" clId="{87A2D2B5-65FF-4A81-BB2F-74A5A8C11D8B}" dt="2019-02-21T01:01:30.890" v="109" actId="14100"/>
        <pc:sldMkLst>
          <pc:docMk/>
          <pc:sldMk cId="2342380751" sldId="328"/>
        </pc:sldMkLst>
        <pc:spChg chg="mod">
          <ac:chgData name="Choi Jeomki" userId="f1912f8b0928b9f1" providerId="LiveId" clId="{87A2D2B5-65FF-4A81-BB2F-74A5A8C11D8B}" dt="2019-02-21T01:01:25.611" v="108" actId="14100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87A2D2B5-65FF-4A81-BB2F-74A5A8C11D8B}" dt="2019-02-21T01:01:08.478" v="61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87A2D2B5-65FF-4A81-BB2F-74A5A8C11D8B}" dt="2019-02-21T01:01:14.828" v="84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87A2D2B5-65FF-4A81-BB2F-74A5A8C11D8B}" dt="2019-02-21T01:01:30.890" v="109" actId="14100"/>
          <ac:spMkLst>
            <pc:docMk/>
            <pc:sldMk cId="2342380751" sldId="328"/>
            <ac:spMk id="39" creationId="{00000000-0000-0000-0000-000000000000}"/>
          </ac:spMkLst>
        </pc:spChg>
      </pc:sldChg>
      <pc:sldChg chg="modSp add">
        <pc:chgData name="Choi Jeomki" userId="f1912f8b0928b9f1" providerId="LiveId" clId="{87A2D2B5-65FF-4A81-BB2F-74A5A8C11D8B}" dt="2019-03-06T16:54:16.108" v="23511" actId="20577"/>
        <pc:sldMkLst>
          <pc:docMk/>
          <pc:sldMk cId="2013018997" sldId="369"/>
        </pc:sldMkLst>
        <pc:spChg chg="mod">
          <ac:chgData name="Choi Jeomki" userId="f1912f8b0928b9f1" providerId="LiveId" clId="{87A2D2B5-65FF-4A81-BB2F-74A5A8C11D8B}" dt="2019-03-06T16:54:16.108" v="23511" actId="20577"/>
          <ac:spMkLst>
            <pc:docMk/>
            <pc:sldMk cId="2013018997" sldId="369"/>
            <ac:spMk id="4" creationId="{5C1B2681-1E30-4535-8D79-C708A668CD86}"/>
          </ac:spMkLst>
        </pc:spChg>
        <pc:spChg chg="mod">
          <ac:chgData name="Choi Jeomki" userId="f1912f8b0928b9f1" providerId="LiveId" clId="{87A2D2B5-65FF-4A81-BB2F-74A5A8C11D8B}" dt="2019-02-23T06:31:12.711" v="23377" actId="20577"/>
          <ac:spMkLst>
            <pc:docMk/>
            <pc:sldMk cId="2013018997" sldId="369"/>
            <ac:spMk id="8" creationId="{8A4475DC-4815-439A-A49D-DF75F14B1357}"/>
          </ac:spMkLst>
        </pc:spChg>
      </pc:sldChg>
      <pc:sldChg chg="addSp delSp modSp add">
        <pc:chgData name="Choi Jeomki" userId="f1912f8b0928b9f1" providerId="LiveId" clId="{87A2D2B5-65FF-4A81-BB2F-74A5A8C11D8B}" dt="2019-02-21T01:01:50.663" v="145"/>
        <pc:sldMkLst>
          <pc:docMk/>
          <pc:sldMk cId="3323369746" sldId="371"/>
        </pc:sldMkLst>
        <pc:spChg chg="del">
          <ac:chgData name="Choi Jeomki" userId="f1912f8b0928b9f1" providerId="LiveId" clId="{87A2D2B5-65FF-4A81-BB2F-74A5A8C11D8B}" dt="2019-02-21T01:01:36.973" v="111"/>
          <ac:spMkLst>
            <pc:docMk/>
            <pc:sldMk cId="3323369746" sldId="371"/>
            <ac:spMk id="22" creationId="{1A322131-E279-448F-9C8D-3FD113363A3D}"/>
          </ac:spMkLst>
        </pc:spChg>
        <pc:spChg chg="add">
          <ac:chgData name="Choi Jeomki" userId="f1912f8b0928b9f1" providerId="LiveId" clId="{87A2D2B5-65FF-4A81-BB2F-74A5A8C11D8B}" dt="2019-02-21T01:01:50.663" v="145"/>
          <ac:spMkLst>
            <pc:docMk/>
            <pc:sldMk cId="3323369746" sldId="371"/>
            <ac:spMk id="28" creationId="{39C4D080-B38E-432A-9386-C746BFC73A8C}"/>
          </ac:spMkLst>
        </pc:spChg>
        <pc:spChg chg="mod">
          <ac:chgData name="Choi Jeomki" userId="f1912f8b0928b9f1" providerId="LiveId" clId="{87A2D2B5-65FF-4A81-BB2F-74A5A8C11D8B}" dt="2019-02-21T01:01:46.380" v="144" actId="1035"/>
          <ac:spMkLst>
            <pc:docMk/>
            <pc:sldMk cId="3323369746" sldId="371"/>
            <ac:spMk id="39" creationId="{00000000-0000-0000-0000-000000000000}"/>
          </ac:spMkLst>
        </pc:spChg>
      </pc:sldChg>
      <pc:sldChg chg="addSp delSp modSp add">
        <pc:chgData name="Choi Jeomki" userId="f1912f8b0928b9f1" providerId="LiveId" clId="{87A2D2B5-65FF-4A81-BB2F-74A5A8C11D8B}" dt="2019-02-21T01:02:00.986" v="188"/>
        <pc:sldMkLst>
          <pc:docMk/>
          <pc:sldMk cId="2771888661" sldId="372"/>
        </pc:sldMkLst>
        <pc:spChg chg="add">
          <ac:chgData name="Choi Jeomki" userId="f1912f8b0928b9f1" providerId="LiveId" clId="{87A2D2B5-65FF-4A81-BB2F-74A5A8C11D8B}" dt="2019-02-21T01:02:00.986" v="188"/>
          <ac:spMkLst>
            <pc:docMk/>
            <pc:sldMk cId="2771888661" sldId="372"/>
            <ac:spMk id="22" creationId="{9E5BADB1-3965-4634-946E-D5A5957029C2}"/>
          </ac:spMkLst>
        </pc:spChg>
        <pc:spChg chg="del">
          <ac:chgData name="Choi Jeomki" userId="f1912f8b0928b9f1" providerId="LiveId" clId="{87A2D2B5-65FF-4A81-BB2F-74A5A8C11D8B}" dt="2019-02-21T01:01:55.928" v="147"/>
          <ac:spMkLst>
            <pc:docMk/>
            <pc:sldMk cId="2771888661" sldId="372"/>
            <ac:spMk id="37" creationId="{6A062C83-2067-45C1-AF2B-F40BD29AA2AB}"/>
          </ac:spMkLst>
        </pc:spChg>
        <pc:spChg chg="mod">
          <ac:chgData name="Choi Jeomki" userId="f1912f8b0928b9f1" providerId="LiveId" clId="{87A2D2B5-65FF-4A81-BB2F-74A5A8C11D8B}" dt="2019-02-21T01:02:00.597" v="187" actId="1036"/>
          <ac:spMkLst>
            <pc:docMk/>
            <pc:sldMk cId="2771888661" sldId="372"/>
            <ac:spMk id="39" creationId="{00000000-0000-0000-0000-000000000000}"/>
          </ac:spMkLst>
        </pc:spChg>
      </pc:sldChg>
      <pc:sldChg chg="addSp delSp modSp add">
        <pc:chgData name="Choi Jeomki" userId="f1912f8b0928b9f1" providerId="LiveId" clId="{87A2D2B5-65FF-4A81-BB2F-74A5A8C11D8B}" dt="2019-02-21T06:09:51.800" v="4709" actId="208"/>
        <pc:sldMkLst>
          <pc:docMk/>
          <pc:sldMk cId="2208107620" sldId="373"/>
        </pc:sldMkLst>
        <pc:spChg chg="mod">
          <ac:chgData name="Choi Jeomki" userId="f1912f8b0928b9f1" providerId="LiveId" clId="{87A2D2B5-65FF-4A81-BB2F-74A5A8C11D8B}" dt="2019-02-21T05:42:12.157" v="4002" actId="20577"/>
          <ac:spMkLst>
            <pc:docMk/>
            <pc:sldMk cId="2208107620" sldId="373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1T06:08:59" v="4661"/>
          <ac:spMkLst>
            <pc:docMk/>
            <pc:sldMk cId="2208107620" sldId="373"/>
            <ac:spMk id="3" creationId="{00000000-0000-0000-0000-000000000000}"/>
          </ac:spMkLst>
        </pc:spChg>
        <pc:spChg chg="add mod">
          <ac:chgData name="Choi Jeomki" userId="f1912f8b0928b9f1" providerId="LiveId" clId="{87A2D2B5-65FF-4A81-BB2F-74A5A8C11D8B}" dt="2019-02-21T05:39:15.070" v="3942" actId="20577"/>
          <ac:spMkLst>
            <pc:docMk/>
            <pc:sldMk cId="2208107620" sldId="373"/>
            <ac:spMk id="4" creationId="{C4FF1EEA-F908-4074-93A9-E363B5A639F7}"/>
          </ac:spMkLst>
        </pc:spChg>
        <pc:spChg chg="add del mod">
          <ac:chgData name="Choi Jeomki" userId="f1912f8b0928b9f1" providerId="LiveId" clId="{87A2D2B5-65FF-4A81-BB2F-74A5A8C11D8B}" dt="2019-02-21T05:39:48.124" v="3946" actId="478"/>
          <ac:spMkLst>
            <pc:docMk/>
            <pc:sldMk cId="2208107620" sldId="373"/>
            <ac:spMk id="9" creationId="{8ED99828-FE97-47B7-9FE0-29D4BDC04B8E}"/>
          </ac:spMkLst>
        </pc:spChg>
        <pc:spChg chg="add del mod">
          <ac:chgData name="Choi Jeomki" userId="f1912f8b0928b9f1" providerId="LiveId" clId="{87A2D2B5-65FF-4A81-BB2F-74A5A8C11D8B}" dt="2019-02-21T05:39:48.124" v="3946" actId="478"/>
          <ac:spMkLst>
            <pc:docMk/>
            <pc:sldMk cId="2208107620" sldId="373"/>
            <ac:spMk id="10" creationId="{C7BEF379-3157-4975-B83B-F9306D00FD9D}"/>
          </ac:spMkLst>
        </pc:spChg>
        <pc:spChg chg="add mod">
          <ac:chgData name="Choi Jeomki" userId="f1912f8b0928b9f1" providerId="LiveId" clId="{87A2D2B5-65FF-4A81-BB2F-74A5A8C11D8B}" dt="2019-02-21T05:43:52.619" v="4040" actId="408"/>
          <ac:spMkLst>
            <pc:docMk/>
            <pc:sldMk cId="2208107620" sldId="373"/>
            <ac:spMk id="18" creationId="{DF73B7B4-5679-4C54-A0F1-6AA608A8981A}"/>
          </ac:spMkLst>
        </pc:spChg>
        <pc:spChg chg="add del mod">
          <ac:chgData name="Choi Jeomki" userId="f1912f8b0928b9f1" providerId="LiveId" clId="{87A2D2B5-65FF-4A81-BB2F-74A5A8C11D8B}" dt="2019-02-21T05:41:24.736" v="3985" actId="478"/>
          <ac:spMkLst>
            <pc:docMk/>
            <pc:sldMk cId="2208107620" sldId="373"/>
            <ac:spMk id="19" creationId="{31474C13-E6BE-44D0-BF48-D2C8D52FC283}"/>
          </ac:spMkLst>
        </pc:spChg>
        <pc:spChg chg="add mod">
          <ac:chgData name="Choi Jeomki" userId="f1912f8b0928b9f1" providerId="LiveId" clId="{87A2D2B5-65FF-4A81-BB2F-74A5A8C11D8B}" dt="2019-02-21T06:06:12.639" v="4503" actId="1582"/>
          <ac:spMkLst>
            <pc:docMk/>
            <pc:sldMk cId="2208107620" sldId="373"/>
            <ac:spMk id="20" creationId="{8030BAF2-3988-4418-8AE7-DA18A49A11D6}"/>
          </ac:spMkLst>
        </pc:spChg>
        <pc:picChg chg="add del mod">
          <ac:chgData name="Choi Jeomki" userId="f1912f8b0928b9f1" providerId="LiveId" clId="{87A2D2B5-65FF-4A81-BB2F-74A5A8C11D8B}" dt="2019-02-21T05:39:44.225" v="3944" actId="478"/>
          <ac:picMkLst>
            <pc:docMk/>
            <pc:sldMk cId="2208107620" sldId="373"/>
            <ac:picMk id="5" creationId="{BA2D58FB-D6AF-4C16-A12B-ED2BC3C5EC5F}"/>
          </ac:picMkLst>
        </pc:picChg>
        <pc:picChg chg="add mod modCrop">
          <ac:chgData name="Choi Jeomki" userId="f1912f8b0928b9f1" providerId="LiveId" clId="{87A2D2B5-65FF-4A81-BB2F-74A5A8C11D8B}" dt="2019-02-21T06:09:51.800" v="4709" actId="208"/>
          <ac:picMkLst>
            <pc:docMk/>
            <pc:sldMk cId="2208107620" sldId="373"/>
            <ac:picMk id="6" creationId="{67FC6B3A-9C78-4273-B81E-67146F435A10}"/>
          </ac:picMkLst>
        </pc:picChg>
        <pc:picChg chg="add mod modCrop">
          <ac:chgData name="Choi Jeomki" userId="f1912f8b0928b9f1" providerId="LiveId" clId="{87A2D2B5-65FF-4A81-BB2F-74A5A8C11D8B}" dt="2019-02-21T06:09:51.800" v="4709" actId="208"/>
          <ac:picMkLst>
            <pc:docMk/>
            <pc:sldMk cId="2208107620" sldId="373"/>
            <ac:picMk id="7" creationId="{EE42E86E-9BB3-4251-A3EC-7E715C6661DE}"/>
          </ac:picMkLst>
        </pc:picChg>
        <pc:picChg chg="add mod modCrop">
          <ac:chgData name="Choi Jeomki" userId="f1912f8b0928b9f1" providerId="LiveId" clId="{87A2D2B5-65FF-4A81-BB2F-74A5A8C11D8B}" dt="2019-02-21T06:09:51.800" v="4709" actId="208"/>
          <ac:picMkLst>
            <pc:docMk/>
            <pc:sldMk cId="2208107620" sldId="373"/>
            <ac:picMk id="8" creationId="{2717C3C7-AFFD-4DB4-A799-BA570C8B5699}"/>
          </ac:picMkLst>
        </pc:picChg>
        <pc:picChg chg="add mod">
          <ac:chgData name="Choi Jeomki" userId="f1912f8b0928b9f1" providerId="LiveId" clId="{87A2D2B5-65FF-4A81-BB2F-74A5A8C11D8B}" dt="2019-02-21T06:09:51.800" v="4709" actId="208"/>
          <ac:picMkLst>
            <pc:docMk/>
            <pc:sldMk cId="2208107620" sldId="373"/>
            <ac:picMk id="15" creationId="{ECC1E980-754E-4A96-9BE6-0732E4F67F18}"/>
          </ac:picMkLst>
        </pc:picChg>
        <pc:picChg chg="add mod">
          <ac:chgData name="Choi Jeomki" userId="f1912f8b0928b9f1" providerId="LiveId" clId="{87A2D2B5-65FF-4A81-BB2F-74A5A8C11D8B}" dt="2019-02-21T06:09:51.800" v="4709" actId="208"/>
          <ac:picMkLst>
            <pc:docMk/>
            <pc:sldMk cId="2208107620" sldId="373"/>
            <ac:picMk id="16" creationId="{E40DA5F2-D709-49FF-A681-CD32FB339C1E}"/>
          </ac:picMkLst>
        </pc:picChg>
        <pc:picChg chg="add del mod">
          <ac:chgData name="Choi Jeomki" userId="f1912f8b0928b9f1" providerId="LiveId" clId="{87A2D2B5-65FF-4A81-BB2F-74A5A8C11D8B}" dt="2019-02-21T05:40:08.404" v="3954" actId="478"/>
          <ac:picMkLst>
            <pc:docMk/>
            <pc:sldMk cId="2208107620" sldId="373"/>
            <ac:picMk id="17" creationId="{E5E0C4E4-477C-42B7-9113-57593B0913A8}"/>
          </ac:picMkLst>
        </pc:picChg>
        <pc:picChg chg="add mod modCrop">
          <ac:chgData name="Choi Jeomki" userId="f1912f8b0928b9f1" providerId="LiveId" clId="{87A2D2B5-65FF-4A81-BB2F-74A5A8C11D8B}" dt="2019-02-21T06:09:51.800" v="4709" actId="208"/>
          <ac:picMkLst>
            <pc:docMk/>
            <pc:sldMk cId="2208107620" sldId="373"/>
            <ac:picMk id="21" creationId="{731D4635-3A1F-4362-8C3D-9CEE1D9886B5}"/>
          </ac:picMkLst>
        </pc:picChg>
        <pc:cxnChg chg="add del mod">
          <ac:chgData name="Choi Jeomki" userId="f1912f8b0928b9f1" providerId="LiveId" clId="{87A2D2B5-65FF-4A81-BB2F-74A5A8C11D8B}" dt="2019-02-21T05:30:15.165" v="3840" actId="478"/>
          <ac:cxnSpMkLst>
            <pc:docMk/>
            <pc:sldMk cId="2208107620" sldId="373"/>
            <ac:cxnSpMk id="12" creationId="{331195B7-D01B-4AE4-B7D7-19AF574B5DA5}"/>
          </ac:cxnSpMkLst>
        </pc:cxnChg>
        <pc:cxnChg chg="add del mod">
          <ac:chgData name="Choi Jeomki" userId="f1912f8b0928b9f1" providerId="LiveId" clId="{87A2D2B5-65FF-4A81-BB2F-74A5A8C11D8B}" dt="2019-02-21T05:39:45.160" v="3945" actId="478"/>
          <ac:cxnSpMkLst>
            <pc:docMk/>
            <pc:sldMk cId="2208107620" sldId="373"/>
            <ac:cxnSpMk id="14" creationId="{292407CA-DCEC-41D5-A3DA-77272E706CEA}"/>
          </ac:cxnSpMkLst>
        </pc:cxnChg>
      </pc:sldChg>
      <pc:sldChg chg="addSp delSp modSp add">
        <pc:chgData name="Choi Jeomki" userId="f1912f8b0928b9f1" providerId="LiveId" clId="{87A2D2B5-65FF-4A81-BB2F-74A5A8C11D8B}" dt="2019-02-22T16:45:11.206" v="23271" actId="1035"/>
        <pc:sldMkLst>
          <pc:docMk/>
          <pc:sldMk cId="3368062862" sldId="379"/>
        </pc:sldMkLst>
        <pc:spChg chg="mod">
          <ac:chgData name="Choi Jeomki" userId="f1912f8b0928b9f1" providerId="LiveId" clId="{87A2D2B5-65FF-4A81-BB2F-74A5A8C11D8B}" dt="2019-02-21T05:20:07.631" v="3366"/>
          <ac:spMkLst>
            <pc:docMk/>
            <pc:sldMk cId="3368062862" sldId="379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1T06:14:19.566" v="4811" actId="20577"/>
          <ac:spMkLst>
            <pc:docMk/>
            <pc:sldMk cId="3368062862" sldId="379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1T05:19:38.157" v="3322" actId="1038"/>
          <ac:spMkLst>
            <pc:docMk/>
            <pc:sldMk cId="3368062862" sldId="379"/>
            <ac:spMk id="5" creationId="{A339D399-F722-4686-9D90-0D79D02B6F96}"/>
          </ac:spMkLst>
        </pc:spChg>
        <pc:spChg chg="mod">
          <ac:chgData name="Choi Jeomki" userId="f1912f8b0928b9f1" providerId="LiveId" clId="{87A2D2B5-65FF-4A81-BB2F-74A5A8C11D8B}" dt="2019-02-22T16:45:07.745" v="23265" actId="20577"/>
          <ac:spMkLst>
            <pc:docMk/>
            <pc:sldMk cId="3368062862" sldId="379"/>
            <ac:spMk id="8" creationId="{D6004900-81E4-425F-9F1B-B8A115D9A8CE}"/>
          </ac:spMkLst>
        </pc:spChg>
        <pc:picChg chg="add mod modCrop">
          <ac:chgData name="Choi Jeomki" userId="f1912f8b0928b9f1" providerId="LiveId" clId="{87A2D2B5-65FF-4A81-BB2F-74A5A8C11D8B}" dt="2019-02-22T16:44:38.901" v="23205" actId="1035"/>
          <ac:picMkLst>
            <pc:docMk/>
            <pc:sldMk cId="3368062862" sldId="379"/>
            <ac:picMk id="4" creationId="{51F97D33-4DEF-4932-90DE-8F9D7944AFB6}"/>
          </ac:picMkLst>
        </pc:picChg>
        <pc:picChg chg="mod">
          <ac:chgData name="Choi Jeomki" userId="f1912f8b0928b9f1" providerId="LiveId" clId="{87A2D2B5-65FF-4A81-BB2F-74A5A8C11D8B}" dt="2019-02-21T06:09:45.216" v="4708" actId="208"/>
          <ac:picMkLst>
            <pc:docMk/>
            <pc:sldMk cId="3368062862" sldId="379"/>
            <ac:picMk id="9" creationId="{77C4F66C-731D-407A-BBEC-7DD6051D7F9C}"/>
          </ac:picMkLst>
        </pc:picChg>
        <pc:picChg chg="del">
          <ac:chgData name="Choi Jeomki" userId="f1912f8b0928b9f1" providerId="LiveId" clId="{87A2D2B5-65FF-4A81-BB2F-74A5A8C11D8B}" dt="2019-02-21T05:17:14.515" v="3242" actId="478"/>
          <ac:picMkLst>
            <pc:docMk/>
            <pc:sldMk cId="3368062862" sldId="379"/>
            <ac:picMk id="11" creationId="{AD857126-7C55-4753-A73E-DEBAD5AE4EA8}"/>
          </ac:picMkLst>
        </pc:picChg>
        <pc:picChg chg="del">
          <ac:chgData name="Choi Jeomki" userId="f1912f8b0928b9f1" providerId="LiveId" clId="{87A2D2B5-65FF-4A81-BB2F-74A5A8C11D8B}" dt="2019-02-21T05:17:14.515" v="3242" actId="478"/>
          <ac:picMkLst>
            <pc:docMk/>
            <pc:sldMk cId="3368062862" sldId="379"/>
            <ac:picMk id="12" creationId="{DF17DF21-5DE7-488E-AC1A-1B36B0EB006D}"/>
          </ac:picMkLst>
        </pc:picChg>
        <pc:picChg chg="del">
          <ac:chgData name="Choi Jeomki" userId="f1912f8b0928b9f1" providerId="LiveId" clId="{87A2D2B5-65FF-4A81-BB2F-74A5A8C11D8B}" dt="2019-02-21T05:17:14.515" v="3242" actId="478"/>
          <ac:picMkLst>
            <pc:docMk/>
            <pc:sldMk cId="3368062862" sldId="379"/>
            <ac:picMk id="13" creationId="{26A44F23-1C5D-474A-B0DA-65B33EF8C6F6}"/>
          </ac:picMkLst>
        </pc:picChg>
        <pc:picChg chg="add mod modCrop">
          <ac:chgData name="Choi Jeomki" userId="f1912f8b0928b9f1" providerId="LiveId" clId="{87A2D2B5-65FF-4A81-BB2F-74A5A8C11D8B}" dt="2019-02-22T16:45:01.161" v="23255" actId="1036"/>
          <ac:picMkLst>
            <pc:docMk/>
            <pc:sldMk cId="3368062862" sldId="379"/>
            <ac:picMk id="14" creationId="{EF302C6B-63E3-40E9-AB89-D32AB1100612}"/>
          </ac:picMkLst>
        </pc:picChg>
        <pc:picChg chg="add mod modCrop">
          <ac:chgData name="Choi Jeomki" userId="f1912f8b0928b9f1" providerId="LiveId" clId="{87A2D2B5-65FF-4A81-BB2F-74A5A8C11D8B}" dt="2019-02-22T16:45:11.206" v="23271" actId="1035"/>
          <ac:picMkLst>
            <pc:docMk/>
            <pc:sldMk cId="3368062862" sldId="379"/>
            <ac:picMk id="15" creationId="{9672C854-8E3A-4CA8-9140-3B4947D681F1}"/>
          </ac:picMkLst>
        </pc:picChg>
        <pc:picChg chg="del">
          <ac:chgData name="Choi Jeomki" userId="f1912f8b0928b9f1" providerId="LiveId" clId="{87A2D2B5-65FF-4A81-BB2F-74A5A8C11D8B}" dt="2019-02-21T05:17:14.515" v="3242" actId="478"/>
          <ac:picMkLst>
            <pc:docMk/>
            <pc:sldMk cId="3368062862" sldId="379"/>
            <ac:picMk id="17" creationId="{3BBAD8D6-8E8B-42DC-BA4E-DFE7C7C5BFBA}"/>
          </ac:picMkLst>
        </pc:picChg>
      </pc:sldChg>
      <pc:sldChg chg="addSp delSp modSp add">
        <pc:chgData name="Choi Jeomki" userId="f1912f8b0928b9f1" providerId="LiveId" clId="{87A2D2B5-65FF-4A81-BB2F-74A5A8C11D8B}" dt="2019-02-21T06:10:01.240" v="4710" actId="208"/>
        <pc:sldMkLst>
          <pc:docMk/>
          <pc:sldMk cId="3527560217" sldId="380"/>
        </pc:sldMkLst>
        <pc:spChg chg="mod">
          <ac:chgData name="Choi Jeomki" userId="f1912f8b0928b9f1" providerId="LiveId" clId="{87A2D2B5-65FF-4A81-BB2F-74A5A8C11D8B}" dt="2019-02-21T05:42:23.409" v="4021" actId="20577"/>
          <ac:spMkLst>
            <pc:docMk/>
            <pc:sldMk cId="3527560217" sldId="380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1T06:09:05.224" v="4683"/>
          <ac:spMkLst>
            <pc:docMk/>
            <pc:sldMk cId="3527560217" sldId="380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1T05:39:18.541" v="3943" actId="20577"/>
          <ac:spMkLst>
            <pc:docMk/>
            <pc:sldMk cId="3527560217" sldId="380"/>
            <ac:spMk id="4" creationId="{C4FF1EEA-F908-4074-93A9-E363B5A639F7}"/>
          </ac:spMkLst>
        </pc:spChg>
        <pc:spChg chg="del">
          <ac:chgData name="Choi Jeomki" userId="f1912f8b0928b9f1" providerId="LiveId" clId="{87A2D2B5-65FF-4A81-BB2F-74A5A8C11D8B}" dt="2019-02-21T05:38:35.980" v="3902" actId="478"/>
          <ac:spMkLst>
            <pc:docMk/>
            <pc:sldMk cId="3527560217" sldId="380"/>
            <ac:spMk id="9" creationId="{8ED99828-FE97-47B7-9FE0-29D4BDC04B8E}"/>
          </ac:spMkLst>
        </pc:spChg>
        <pc:spChg chg="del">
          <ac:chgData name="Choi Jeomki" userId="f1912f8b0928b9f1" providerId="LiveId" clId="{87A2D2B5-65FF-4A81-BB2F-74A5A8C11D8B}" dt="2019-02-21T05:38:24.149" v="3900" actId="478"/>
          <ac:spMkLst>
            <pc:docMk/>
            <pc:sldMk cId="3527560217" sldId="380"/>
            <ac:spMk id="10" creationId="{C7BEF379-3157-4975-B83B-F9306D00FD9D}"/>
          </ac:spMkLst>
        </pc:spChg>
        <pc:spChg chg="add del mod">
          <ac:chgData name="Choi Jeomki" userId="f1912f8b0928b9f1" providerId="LiveId" clId="{87A2D2B5-65FF-4A81-BB2F-74A5A8C11D8B}" dt="2019-02-21T05:44:07.417" v="4045" actId="478"/>
          <ac:spMkLst>
            <pc:docMk/>
            <pc:sldMk cId="3527560217" sldId="380"/>
            <ac:spMk id="15" creationId="{DA9289E4-6341-4775-B611-657FA8C7F718}"/>
          </ac:spMkLst>
        </pc:spChg>
        <pc:spChg chg="add del mod">
          <ac:chgData name="Choi Jeomki" userId="f1912f8b0928b9f1" providerId="LiveId" clId="{87A2D2B5-65FF-4A81-BB2F-74A5A8C11D8B}" dt="2019-02-21T05:44:07.417" v="4045" actId="478"/>
          <ac:spMkLst>
            <pc:docMk/>
            <pc:sldMk cId="3527560217" sldId="380"/>
            <ac:spMk id="16" creationId="{9788A5BF-B15E-46EE-ACC4-E54C30B2811A}"/>
          </ac:spMkLst>
        </pc:spChg>
        <pc:spChg chg="add">
          <ac:chgData name="Choi Jeomki" userId="f1912f8b0928b9f1" providerId="LiveId" clId="{87A2D2B5-65FF-4A81-BB2F-74A5A8C11D8B}" dt="2019-02-21T05:44:07.653" v="4046"/>
          <ac:spMkLst>
            <pc:docMk/>
            <pc:sldMk cId="3527560217" sldId="380"/>
            <ac:spMk id="22" creationId="{A10C99AE-B73D-4655-B69F-98412505DF88}"/>
          </ac:spMkLst>
        </pc:spChg>
        <pc:spChg chg="add del">
          <ac:chgData name="Choi Jeomki" userId="f1912f8b0928b9f1" providerId="LiveId" clId="{87A2D2B5-65FF-4A81-BB2F-74A5A8C11D8B}" dt="2019-02-21T06:06:21.266" v="4504" actId="478"/>
          <ac:spMkLst>
            <pc:docMk/>
            <pc:sldMk cId="3527560217" sldId="380"/>
            <ac:spMk id="23" creationId="{8F354918-C1E9-42A0-B0F9-875E6D41BD58}"/>
          </ac:spMkLst>
        </pc:spChg>
        <pc:spChg chg="add">
          <ac:chgData name="Choi Jeomki" userId="f1912f8b0928b9f1" providerId="LiveId" clId="{87A2D2B5-65FF-4A81-BB2F-74A5A8C11D8B}" dt="2019-02-21T06:06:21.603" v="4505"/>
          <ac:spMkLst>
            <pc:docMk/>
            <pc:sldMk cId="3527560217" sldId="380"/>
            <ac:spMk id="28" creationId="{D6AEBC48-DDCF-4421-BDF4-21DBCCD1CD3C}"/>
          </ac:spMkLst>
        </pc:spChg>
        <pc:picChg chg="del">
          <ac:chgData name="Choi Jeomki" userId="f1912f8b0928b9f1" providerId="LiveId" clId="{87A2D2B5-65FF-4A81-BB2F-74A5A8C11D8B}" dt="2019-02-21T05:37:50.604" v="3893" actId="478"/>
          <ac:picMkLst>
            <pc:docMk/>
            <pc:sldMk cId="3527560217" sldId="380"/>
            <ac:picMk id="5" creationId="{BA2D58FB-D6AF-4C16-A12B-ED2BC3C5EC5F}"/>
          </ac:picMkLst>
        </pc:picChg>
        <pc:picChg chg="del mod">
          <ac:chgData name="Choi Jeomki" userId="f1912f8b0928b9f1" providerId="LiveId" clId="{87A2D2B5-65FF-4A81-BB2F-74A5A8C11D8B}" dt="2019-02-21T05:43:19.266" v="4022" actId="478"/>
          <ac:picMkLst>
            <pc:docMk/>
            <pc:sldMk cId="3527560217" sldId="380"/>
            <ac:picMk id="6" creationId="{67FC6B3A-9C78-4273-B81E-67146F435A10}"/>
          </ac:picMkLst>
        </pc:picChg>
        <pc:picChg chg="del mod">
          <ac:chgData name="Choi Jeomki" userId="f1912f8b0928b9f1" providerId="LiveId" clId="{87A2D2B5-65FF-4A81-BB2F-74A5A8C11D8B}" dt="2019-02-21T05:44:00.570" v="4041" actId="478"/>
          <ac:picMkLst>
            <pc:docMk/>
            <pc:sldMk cId="3527560217" sldId="380"/>
            <ac:picMk id="7" creationId="{EE42E86E-9BB3-4251-A3EC-7E715C6661DE}"/>
          </ac:picMkLst>
        </pc:picChg>
        <pc:picChg chg="del">
          <ac:chgData name="Choi Jeomki" userId="f1912f8b0928b9f1" providerId="LiveId" clId="{87A2D2B5-65FF-4A81-BB2F-74A5A8C11D8B}" dt="2019-02-21T05:44:02.091" v="4042" actId="478"/>
          <ac:picMkLst>
            <pc:docMk/>
            <pc:sldMk cId="3527560217" sldId="380"/>
            <ac:picMk id="8" creationId="{2717C3C7-AFFD-4DB4-A799-BA570C8B5699}"/>
          </ac:picMkLst>
        </pc:picChg>
        <pc:picChg chg="add del mod">
          <ac:chgData name="Choi Jeomki" userId="f1912f8b0928b9f1" providerId="LiveId" clId="{87A2D2B5-65FF-4A81-BB2F-74A5A8C11D8B}" dt="2019-02-21T05:44:07.417" v="4045" actId="478"/>
          <ac:picMkLst>
            <pc:docMk/>
            <pc:sldMk cId="3527560217" sldId="380"/>
            <ac:picMk id="11" creationId="{3B3B8055-1335-4DC2-9443-4A12039E5787}"/>
          </ac:picMkLst>
        </pc:picChg>
        <pc:picChg chg="add mod">
          <ac:chgData name="Choi Jeomki" userId="f1912f8b0928b9f1" providerId="LiveId" clId="{87A2D2B5-65FF-4A81-BB2F-74A5A8C11D8B}" dt="2019-02-21T06:10:01.240" v="4710" actId="208"/>
          <ac:picMkLst>
            <pc:docMk/>
            <pc:sldMk cId="3527560217" sldId="380"/>
            <ac:picMk id="12" creationId="{34E95663-ABC0-4496-BCAE-185AAEC6DB91}"/>
          </ac:picMkLst>
        </pc:picChg>
        <pc:picChg chg="add mod">
          <ac:chgData name="Choi Jeomki" userId="f1912f8b0928b9f1" providerId="LiveId" clId="{87A2D2B5-65FF-4A81-BB2F-74A5A8C11D8B}" dt="2019-02-21T06:10:01.240" v="4710" actId="208"/>
          <ac:picMkLst>
            <pc:docMk/>
            <pc:sldMk cId="3527560217" sldId="380"/>
            <ac:picMk id="13" creationId="{7C01D152-5487-4B65-9392-4EF8523A6EE3}"/>
          </ac:picMkLst>
        </pc:picChg>
        <pc:picChg chg="add del mod">
          <ac:chgData name="Choi Jeomki" userId="f1912f8b0928b9f1" providerId="LiveId" clId="{87A2D2B5-65FF-4A81-BB2F-74A5A8C11D8B}" dt="2019-02-21T05:44:34.921" v="4055" actId="478"/>
          <ac:picMkLst>
            <pc:docMk/>
            <pc:sldMk cId="3527560217" sldId="380"/>
            <ac:picMk id="17" creationId="{83C8BB55-A773-4D8E-8305-ABC74906F21E}"/>
          </ac:picMkLst>
        </pc:picChg>
        <pc:picChg chg="add del mod">
          <ac:chgData name="Choi Jeomki" userId="f1912f8b0928b9f1" providerId="LiveId" clId="{87A2D2B5-65FF-4A81-BB2F-74A5A8C11D8B}" dt="2019-02-21T05:45:22.553" v="4059" actId="478"/>
          <ac:picMkLst>
            <pc:docMk/>
            <pc:sldMk cId="3527560217" sldId="380"/>
            <ac:picMk id="18" creationId="{D9AEFB4C-84C4-4BB8-B140-0D130F4FA9EC}"/>
          </ac:picMkLst>
        </pc:picChg>
        <pc:picChg chg="add del mod">
          <ac:chgData name="Choi Jeomki" userId="f1912f8b0928b9f1" providerId="LiveId" clId="{87A2D2B5-65FF-4A81-BB2F-74A5A8C11D8B}" dt="2019-02-21T05:46:10.484" v="4064" actId="478"/>
          <ac:picMkLst>
            <pc:docMk/>
            <pc:sldMk cId="3527560217" sldId="380"/>
            <ac:picMk id="19" creationId="{4274A4D6-E897-4B22-8B08-67725EF18674}"/>
          </ac:picMkLst>
        </pc:picChg>
        <pc:picChg chg="add del mod">
          <ac:chgData name="Choi Jeomki" userId="f1912f8b0928b9f1" providerId="LiveId" clId="{87A2D2B5-65FF-4A81-BB2F-74A5A8C11D8B}" dt="2019-02-21T05:44:18.186" v="4050" actId="478"/>
          <ac:picMkLst>
            <pc:docMk/>
            <pc:sldMk cId="3527560217" sldId="380"/>
            <ac:picMk id="20" creationId="{53633BEC-EC92-48BC-AE0A-DE1772F31648}"/>
          </ac:picMkLst>
        </pc:picChg>
        <pc:picChg chg="add mod">
          <ac:chgData name="Choi Jeomki" userId="f1912f8b0928b9f1" providerId="LiveId" clId="{87A2D2B5-65FF-4A81-BB2F-74A5A8C11D8B}" dt="2019-02-21T06:10:01.240" v="4710" actId="208"/>
          <ac:picMkLst>
            <pc:docMk/>
            <pc:sldMk cId="3527560217" sldId="380"/>
            <ac:picMk id="21" creationId="{34680229-8809-4AAC-87B5-96499E48B068}"/>
          </ac:picMkLst>
        </pc:picChg>
        <pc:picChg chg="add mod">
          <ac:chgData name="Choi Jeomki" userId="f1912f8b0928b9f1" providerId="LiveId" clId="{87A2D2B5-65FF-4A81-BB2F-74A5A8C11D8B}" dt="2019-02-21T06:10:01.240" v="4710" actId="208"/>
          <ac:picMkLst>
            <pc:docMk/>
            <pc:sldMk cId="3527560217" sldId="380"/>
            <ac:picMk id="24" creationId="{9A621343-CD55-45A2-85E7-86C6974A1ACA}"/>
          </ac:picMkLst>
        </pc:picChg>
        <pc:picChg chg="add mod modCrop">
          <ac:chgData name="Choi Jeomki" userId="f1912f8b0928b9f1" providerId="LiveId" clId="{87A2D2B5-65FF-4A81-BB2F-74A5A8C11D8B}" dt="2019-02-21T06:10:01.240" v="4710" actId="208"/>
          <ac:picMkLst>
            <pc:docMk/>
            <pc:sldMk cId="3527560217" sldId="380"/>
            <ac:picMk id="25" creationId="{DB588563-5155-4B21-BE29-719BC5866E99}"/>
          </ac:picMkLst>
        </pc:picChg>
        <pc:picChg chg="add mod modCrop">
          <ac:chgData name="Choi Jeomki" userId="f1912f8b0928b9f1" providerId="LiveId" clId="{87A2D2B5-65FF-4A81-BB2F-74A5A8C11D8B}" dt="2019-02-21T06:10:01.240" v="4710" actId="208"/>
          <ac:picMkLst>
            <pc:docMk/>
            <pc:sldMk cId="3527560217" sldId="380"/>
            <ac:picMk id="26" creationId="{0BCFA5B9-F1C0-4B24-AB77-F2209101E164}"/>
          </ac:picMkLst>
        </pc:picChg>
        <pc:picChg chg="add del">
          <ac:chgData name="Choi Jeomki" userId="f1912f8b0928b9f1" providerId="LiveId" clId="{87A2D2B5-65FF-4A81-BB2F-74A5A8C11D8B}" dt="2019-02-21T05:48:28.361" v="4101"/>
          <ac:picMkLst>
            <pc:docMk/>
            <pc:sldMk cId="3527560217" sldId="380"/>
            <ac:picMk id="27" creationId="{4C1CA2AB-4ED0-4681-B496-3AC48DF308C4}"/>
          </ac:picMkLst>
        </pc:picChg>
        <pc:cxnChg chg="del mod">
          <ac:chgData name="Choi Jeomki" userId="f1912f8b0928b9f1" providerId="LiveId" clId="{87A2D2B5-65FF-4A81-BB2F-74A5A8C11D8B}" dt="2019-02-21T05:38:25.587" v="3901" actId="478"/>
          <ac:cxnSpMkLst>
            <pc:docMk/>
            <pc:sldMk cId="3527560217" sldId="380"/>
            <ac:cxnSpMk id="14" creationId="{292407CA-DCEC-41D5-A3DA-77272E706CEA}"/>
          </ac:cxnSpMkLst>
        </pc:cxnChg>
      </pc:sldChg>
      <pc:sldChg chg="addSp delSp modSp add">
        <pc:chgData name="Choi Jeomki" userId="f1912f8b0928b9f1" providerId="LiveId" clId="{87A2D2B5-65FF-4A81-BB2F-74A5A8C11D8B}" dt="2019-02-21T06:13:48.965" v="4777" actId="478"/>
        <pc:sldMkLst>
          <pc:docMk/>
          <pc:sldMk cId="4020120470" sldId="381"/>
        </pc:sldMkLst>
        <pc:spChg chg="mod">
          <ac:chgData name="Choi Jeomki" userId="f1912f8b0928b9f1" providerId="LiveId" clId="{87A2D2B5-65FF-4A81-BB2F-74A5A8C11D8B}" dt="2019-02-21T05:57:15.433" v="4345" actId="20577"/>
          <ac:spMkLst>
            <pc:docMk/>
            <pc:sldMk cId="4020120470" sldId="381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1T06:09:11.576" v="4704"/>
          <ac:spMkLst>
            <pc:docMk/>
            <pc:sldMk cId="4020120470" sldId="381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1T05:54:02.741" v="4202" actId="20577"/>
          <ac:spMkLst>
            <pc:docMk/>
            <pc:sldMk cId="4020120470" sldId="381"/>
            <ac:spMk id="4" creationId="{C4FF1EEA-F908-4074-93A9-E363B5A639F7}"/>
          </ac:spMkLst>
        </pc:spChg>
        <pc:spChg chg="mod">
          <ac:chgData name="Choi Jeomki" userId="f1912f8b0928b9f1" providerId="LiveId" clId="{87A2D2B5-65FF-4A81-BB2F-74A5A8C11D8B}" dt="2019-02-21T05:55:57.281" v="4291" actId="408"/>
          <ac:spMkLst>
            <pc:docMk/>
            <pc:sldMk cId="4020120470" sldId="381"/>
            <ac:spMk id="22" creationId="{A10C99AE-B73D-4655-B69F-98412505DF88}"/>
          </ac:spMkLst>
        </pc:spChg>
        <pc:spChg chg="del mod">
          <ac:chgData name="Choi Jeomki" userId="f1912f8b0928b9f1" providerId="LiveId" clId="{87A2D2B5-65FF-4A81-BB2F-74A5A8C11D8B}" dt="2019-02-21T06:06:36.436" v="4538" actId="478"/>
          <ac:spMkLst>
            <pc:docMk/>
            <pc:sldMk cId="4020120470" sldId="381"/>
            <ac:spMk id="23" creationId="{8F354918-C1E9-42A0-B0F9-875E6D41BD58}"/>
          </ac:spMkLst>
        </pc:spChg>
        <pc:spChg chg="add mod">
          <ac:chgData name="Choi Jeomki" userId="f1912f8b0928b9f1" providerId="LiveId" clId="{87A2D2B5-65FF-4A81-BB2F-74A5A8C11D8B}" dt="2019-02-21T05:55:57.281" v="4291" actId="408"/>
          <ac:spMkLst>
            <pc:docMk/>
            <pc:sldMk cId="4020120470" sldId="381"/>
            <ac:spMk id="27" creationId="{D5270310-C4BD-49D9-BB83-337CA67940E8}"/>
          </ac:spMkLst>
        </pc:spChg>
        <pc:spChg chg="add del">
          <ac:chgData name="Choi Jeomki" userId="f1912f8b0928b9f1" providerId="LiveId" clId="{87A2D2B5-65FF-4A81-BB2F-74A5A8C11D8B}" dt="2019-02-21T06:06:26.349" v="4506" actId="478"/>
          <ac:spMkLst>
            <pc:docMk/>
            <pc:sldMk cId="4020120470" sldId="381"/>
            <ac:spMk id="28" creationId="{3D2D536A-E28A-435A-9C12-ED3D6DC5E5CC}"/>
          </ac:spMkLst>
        </pc:spChg>
        <pc:spChg chg="add mod">
          <ac:chgData name="Choi Jeomki" userId="f1912f8b0928b9f1" providerId="LiveId" clId="{87A2D2B5-65FF-4A81-BB2F-74A5A8C11D8B}" dt="2019-02-21T06:06:33.869" v="4537" actId="1037"/>
          <ac:spMkLst>
            <pc:docMk/>
            <pc:sldMk cId="4020120470" sldId="381"/>
            <ac:spMk id="29" creationId="{A58784B6-93E1-4557-87F7-062F364C5EAD}"/>
          </ac:spMkLst>
        </pc:spChg>
        <pc:spChg chg="add mod">
          <ac:chgData name="Choi Jeomki" userId="f1912f8b0928b9f1" providerId="LiveId" clId="{87A2D2B5-65FF-4A81-BB2F-74A5A8C11D8B}" dt="2019-02-21T06:06:39.674" v="4558" actId="1037"/>
          <ac:spMkLst>
            <pc:docMk/>
            <pc:sldMk cId="4020120470" sldId="381"/>
            <ac:spMk id="30" creationId="{E634137B-19FF-4F3B-9D5F-561A21405298}"/>
          </ac:spMkLst>
        </pc:spChg>
        <pc:grpChg chg="add del mod">
          <ac:chgData name="Choi Jeomki" userId="f1912f8b0928b9f1" providerId="LiveId" clId="{87A2D2B5-65FF-4A81-BB2F-74A5A8C11D8B}" dt="2019-02-21T06:13:17.922" v="4755" actId="164"/>
          <ac:grpSpMkLst>
            <pc:docMk/>
            <pc:sldMk cId="4020120470" sldId="381"/>
            <ac:grpSpMk id="11" creationId="{532D0F6C-5CFD-447E-B1B0-B805E100D335}"/>
          </ac:grpSpMkLst>
        </pc:grpChg>
        <pc:picChg chg="add del mod">
          <ac:chgData name="Choi Jeomki" userId="f1912f8b0928b9f1" providerId="LiveId" clId="{87A2D2B5-65FF-4A81-BB2F-74A5A8C11D8B}" dt="2019-02-21T05:50:29.110" v="4131"/>
          <ac:picMkLst>
            <pc:docMk/>
            <pc:sldMk cId="4020120470" sldId="381"/>
            <ac:picMk id="5" creationId="{DDB11D21-44ED-4C22-98F5-069FBE6CA44F}"/>
          </ac:picMkLst>
        </pc:picChg>
        <pc:picChg chg="add del mod">
          <ac:chgData name="Choi Jeomki" userId="f1912f8b0928b9f1" providerId="LiveId" clId="{87A2D2B5-65FF-4A81-BB2F-74A5A8C11D8B}" dt="2019-02-21T05:50:55.811" v="4137"/>
          <ac:picMkLst>
            <pc:docMk/>
            <pc:sldMk cId="4020120470" sldId="381"/>
            <ac:picMk id="6" creationId="{5A7DDDA3-2AA4-4EBF-B162-158F04B91DAB}"/>
          </ac:picMkLst>
        </pc:picChg>
        <pc:picChg chg="add del mod modCrop">
          <ac:chgData name="Choi Jeomki" userId="f1912f8b0928b9f1" providerId="LiveId" clId="{87A2D2B5-65FF-4A81-BB2F-74A5A8C11D8B}" dt="2019-02-21T06:13:25.541" v="4768" actId="478"/>
          <ac:picMkLst>
            <pc:docMk/>
            <pc:sldMk cId="4020120470" sldId="381"/>
            <ac:picMk id="7" creationId="{99693126-C5A5-4371-BA06-DD2D776F783A}"/>
          </ac:picMkLst>
        </pc:picChg>
        <pc:picChg chg="add mod">
          <ac:chgData name="Choi Jeomki" userId="f1912f8b0928b9f1" providerId="LiveId" clId="{87A2D2B5-65FF-4A81-BB2F-74A5A8C11D8B}" dt="2019-02-21T06:10:08.728" v="4711" actId="208"/>
          <ac:picMkLst>
            <pc:docMk/>
            <pc:sldMk cId="4020120470" sldId="381"/>
            <ac:picMk id="8" creationId="{F3270DF6-DB27-4CB3-9E8D-85DE44A68974}"/>
          </ac:picMkLst>
        </pc:picChg>
        <pc:picChg chg="add del mod">
          <ac:chgData name="Choi Jeomki" userId="f1912f8b0928b9f1" providerId="LiveId" clId="{87A2D2B5-65FF-4A81-BB2F-74A5A8C11D8B}" dt="2019-02-21T06:13:23.323" v="4766" actId="478"/>
          <ac:picMkLst>
            <pc:docMk/>
            <pc:sldMk cId="4020120470" sldId="381"/>
            <ac:picMk id="9" creationId="{263C1D71-4B2E-483F-9C66-B13C2DDE3D34}"/>
          </ac:picMkLst>
        </pc:picChg>
        <pc:picChg chg="add del mod">
          <ac:chgData name="Choi Jeomki" userId="f1912f8b0928b9f1" providerId="LiveId" clId="{87A2D2B5-65FF-4A81-BB2F-74A5A8C11D8B}" dt="2019-02-21T06:13:48.965" v="4777" actId="478"/>
          <ac:picMkLst>
            <pc:docMk/>
            <pc:sldMk cId="4020120470" sldId="381"/>
            <ac:picMk id="10" creationId="{D641271C-EC14-4302-B822-EFDC41587389}"/>
          </ac:picMkLst>
        </pc:picChg>
        <pc:picChg chg="del mod">
          <ac:chgData name="Choi Jeomki" userId="f1912f8b0928b9f1" providerId="LiveId" clId="{87A2D2B5-65FF-4A81-BB2F-74A5A8C11D8B}" dt="2019-02-21T05:50:30.182" v="4132" actId="478"/>
          <ac:picMkLst>
            <pc:docMk/>
            <pc:sldMk cId="4020120470" sldId="381"/>
            <ac:picMk id="12" creationId="{34E95663-ABC0-4496-BCAE-185AAEC6DB91}"/>
          </ac:picMkLst>
        </pc:picChg>
        <pc:picChg chg="del mod">
          <ac:chgData name="Choi Jeomki" userId="f1912f8b0928b9f1" providerId="LiveId" clId="{87A2D2B5-65FF-4A81-BB2F-74A5A8C11D8B}" dt="2019-02-21T05:50:56.999" v="4138" actId="478"/>
          <ac:picMkLst>
            <pc:docMk/>
            <pc:sldMk cId="4020120470" sldId="381"/>
            <ac:picMk id="13" creationId="{7C01D152-5487-4B65-9392-4EF8523A6EE3}"/>
          </ac:picMkLst>
        </pc:picChg>
        <pc:picChg chg="add mod">
          <ac:chgData name="Choi Jeomki" userId="f1912f8b0928b9f1" providerId="LiveId" clId="{87A2D2B5-65FF-4A81-BB2F-74A5A8C11D8B}" dt="2019-02-21T06:12:52.663" v="4751" actId="465"/>
          <ac:picMkLst>
            <pc:docMk/>
            <pc:sldMk cId="4020120470" sldId="381"/>
            <ac:picMk id="14" creationId="{BD652848-FDCD-4C6C-BD3B-9F2A5267B8FB}"/>
          </ac:picMkLst>
        </pc:picChg>
        <pc:picChg chg="add mod topLvl">
          <ac:chgData name="Choi Jeomki" userId="f1912f8b0928b9f1" providerId="LiveId" clId="{87A2D2B5-65FF-4A81-BB2F-74A5A8C11D8B}" dt="2019-02-21T06:13:20.041" v="4760" actId="465"/>
          <ac:picMkLst>
            <pc:docMk/>
            <pc:sldMk cId="4020120470" sldId="381"/>
            <ac:picMk id="16" creationId="{F6407B99-322B-4EAA-B945-56BB605531A2}"/>
          </ac:picMkLst>
        </pc:picChg>
        <pc:picChg chg="add del mod modCrop">
          <ac:chgData name="Choi Jeomki" userId="f1912f8b0928b9f1" providerId="LiveId" clId="{87A2D2B5-65FF-4A81-BB2F-74A5A8C11D8B}" dt="2019-02-21T05:51:42.174" v="4150"/>
          <ac:picMkLst>
            <pc:docMk/>
            <pc:sldMk cId="4020120470" sldId="381"/>
            <ac:picMk id="18" creationId="{C9F03BAF-2953-4863-BAF0-1A3AD5F1E7C2}"/>
          </ac:picMkLst>
        </pc:picChg>
        <pc:picChg chg="add del mod">
          <ac:chgData name="Choi Jeomki" userId="f1912f8b0928b9f1" providerId="LiveId" clId="{87A2D2B5-65FF-4A81-BB2F-74A5A8C11D8B}" dt="2019-02-21T06:13:31.650" v="4775" actId="478"/>
          <ac:picMkLst>
            <pc:docMk/>
            <pc:sldMk cId="4020120470" sldId="381"/>
            <ac:picMk id="19" creationId="{D021CC96-09D2-42E3-BE1A-55C10794ECCD}"/>
          </ac:picMkLst>
        </pc:picChg>
        <pc:picChg chg="mod">
          <ac:chgData name="Choi Jeomki" userId="f1912f8b0928b9f1" providerId="LiveId" clId="{87A2D2B5-65FF-4A81-BB2F-74A5A8C11D8B}" dt="2019-02-21T06:10:08.728" v="4711" actId="208"/>
          <ac:picMkLst>
            <pc:docMk/>
            <pc:sldMk cId="4020120470" sldId="381"/>
            <ac:picMk id="21" creationId="{34680229-8809-4AAC-87B5-96499E48B068}"/>
          </ac:picMkLst>
        </pc:picChg>
        <pc:picChg chg="del mod">
          <ac:chgData name="Choi Jeomki" userId="f1912f8b0928b9f1" providerId="LiveId" clId="{87A2D2B5-65FF-4A81-BB2F-74A5A8C11D8B}" dt="2019-02-21T05:56:42.381" v="4336" actId="478"/>
          <ac:picMkLst>
            <pc:docMk/>
            <pc:sldMk cId="4020120470" sldId="381"/>
            <ac:picMk id="24" creationId="{9A621343-CD55-45A2-85E7-86C6974A1ACA}"/>
          </ac:picMkLst>
        </pc:picChg>
        <pc:picChg chg="del">
          <ac:chgData name="Choi Jeomki" userId="f1912f8b0928b9f1" providerId="LiveId" clId="{87A2D2B5-65FF-4A81-BB2F-74A5A8C11D8B}" dt="2019-02-21T05:51:11.982" v="4140" actId="478"/>
          <ac:picMkLst>
            <pc:docMk/>
            <pc:sldMk cId="4020120470" sldId="381"/>
            <ac:picMk id="25" creationId="{DB588563-5155-4B21-BE29-719BC5866E99}"/>
          </ac:picMkLst>
        </pc:picChg>
        <pc:picChg chg="del mod">
          <ac:chgData name="Choi Jeomki" userId="f1912f8b0928b9f1" providerId="LiveId" clId="{87A2D2B5-65FF-4A81-BB2F-74A5A8C11D8B}" dt="2019-02-21T05:51:45.761" v="4151" actId="478"/>
          <ac:picMkLst>
            <pc:docMk/>
            <pc:sldMk cId="4020120470" sldId="381"/>
            <ac:picMk id="26" creationId="{0BCFA5B9-F1C0-4B24-AB77-F2209101E164}"/>
          </ac:picMkLst>
        </pc:picChg>
        <pc:picChg chg="add del mod topLvl modCrop">
          <ac:chgData name="Choi Jeomki" userId="f1912f8b0928b9f1" providerId="LiveId" clId="{87A2D2B5-65FF-4A81-BB2F-74A5A8C11D8B}" dt="2019-02-21T06:13:48.407" v="4776" actId="478"/>
          <ac:picMkLst>
            <pc:docMk/>
            <pc:sldMk cId="4020120470" sldId="381"/>
            <ac:picMk id="31" creationId="{D07F2621-F028-443A-8173-09599DCC4B92}"/>
          </ac:picMkLst>
        </pc:picChg>
        <pc:picChg chg="add del mod modCrop">
          <ac:chgData name="Choi Jeomki" userId="f1912f8b0928b9f1" providerId="LiveId" clId="{87A2D2B5-65FF-4A81-BB2F-74A5A8C11D8B}" dt="2019-02-21T06:11:31.232" v="4723"/>
          <ac:picMkLst>
            <pc:docMk/>
            <pc:sldMk cId="4020120470" sldId="381"/>
            <ac:picMk id="32" creationId="{3C15B5F3-AA3E-4BA1-9E3B-6707224AEE6A}"/>
          </ac:picMkLst>
        </pc:picChg>
        <pc:picChg chg="add del mod topLvl">
          <ac:chgData name="Choi Jeomki" userId="f1912f8b0928b9f1" providerId="LiveId" clId="{87A2D2B5-65FF-4A81-BB2F-74A5A8C11D8B}" dt="2019-02-21T06:13:30.018" v="4774"/>
          <ac:picMkLst>
            <pc:docMk/>
            <pc:sldMk cId="4020120470" sldId="381"/>
            <ac:picMk id="33" creationId="{5FD39DD2-9386-496B-BED6-D3BB5F1495D1}"/>
          </ac:picMkLst>
        </pc:picChg>
        <pc:picChg chg="add del mod topLvl modCrop">
          <ac:chgData name="Choi Jeomki" userId="f1912f8b0928b9f1" providerId="LiveId" clId="{87A2D2B5-65FF-4A81-BB2F-74A5A8C11D8B}" dt="2019-02-21T06:13:29.434" v="4773"/>
          <ac:picMkLst>
            <pc:docMk/>
            <pc:sldMk cId="4020120470" sldId="381"/>
            <ac:picMk id="34" creationId="{F364BDC8-C200-4DAC-8BCE-5DAFA14803A8}"/>
          </ac:picMkLst>
        </pc:picChg>
      </pc:sldChg>
      <pc:sldChg chg="addSp delSp modSp add">
        <pc:chgData name="Choi Jeomki" userId="f1912f8b0928b9f1" providerId="LiveId" clId="{87A2D2B5-65FF-4A81-BB2F-74A5A8C11D8B}" dt="2019-03-06T16:23:34.646" v="23450" actId="1036"/>
        <pc:sldMkLst>
          <pc:docMk/>
          <pc:sldMk cId="19370926" sldId="382"/>
        </pc:sldMkLst>
        <pc:spChg chg="mod">
          <ac:chgData name="Choi Jeomki" userId="f1912f8b0928b9f1" providerId="LiveId" clId="{87A2D2B5-65FF-4A81-BB2F-74A5A8C11D8B}" dt="2019-02-21T06:20:40.757" v="4871"/>
          <ac:spMkLst>
            <pc:docMk/>
            <pc:sldMk cId="19370926" sldId="382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1T06:20:52.142" v="4872"/>
          <ac:spMkLst>
            <pc:docMk/>
            <pc:sldMk cId="19370926" sldId="382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3-06T16:15:43.498" v="23385" actId="20577"/>
          <ac:spMkLst>
            <pc:docMk/>
            <pc:sldMk cId="19370926" sldId="382"/>
            <ac:spMk id="4" creationId="{C4FF1EEA-F908-4074-93A9-E363B5A639F7}"/>
          </ac:spMkLst>
        </pc:spChg>
        <pc:spChg chg="add mod">
          <ac:chgData name="Choi Jeomki" userId="f1912f8b0928b9f1" providerId="LiveId" clId="{87A2D2B5-65FF-4A81-BB2F-74A5A8C11D8B}" dt="2019-02-21T06:05:53.592" v="4502" actId="408"/>
          <ac:spMkLst>
            <pc:docMk/>
            <pc:sldMk cId="19370926" sldId="382"/>
            <ac:spMk id="17" creationId="{5C72B536-2E05-4325-B2AA-0A29B7375E79}"/>
          </ac:spMkLst>
        </pc:spChg>
        <pc:spChg chg="del">
          <ac:chgData name="Choi Jeomki" userId="f1912f8b0928b9f1" providerId="LiveId" clId="{87A2D2B5-65FF-4A81-BB2F-74A5A8C11D8B}" dt="2019-02-21T06:02:02.322" v="4469" actId="478"/>
          <ac:spMkLst>
            <pc:docMk/>
            <pc:sldMk cId="19370926" sldId="382"/>
            <ac:spMk id="18" creationId="{DF73B7B4-5679-4C54-A0F1-6AA608A8981A}"/>
          </ac:spMkLst>
        </pc:spChg>
        <pc:spChg chg="add mod ord">
          <ac:chgData name="Choi Jeomki" userId="f1912f8b0928b9f1" providerId="LiveId" clId="{87A2D2B5-65FF-4A81-BB2F-74A5A8C11D8B}" dt="2019-02-21T06:17:23.402" v="4851" actId="166"/>
          <ac:spMkLst>
            <pc:docMk/>
            <pc:sldMk cId="19370926" sldId="382"/>
            <ac:spMk id="19" creationId="{81575637-7005-4581-9C7D-03D581A471DF}"/>
          </ac:spMkLst>
        </pc:spChg>
        <pc:spChg chg="del">
          <ac:chgData name="Choi Jeomki" userId="f1912f8b0928b9f1" providerId="LiveId" clId="{87A2D2B5-65FF-4A81-BB2F-74A5A8C11D8B}" dt="2019-02-21T06:02:02.322" v="4469" actId="478"/>
          <ac:spMkLst>
            <pc:docMk/>
            <pc:sldMk cId="19370926" sldId="382"/>
            <ac:spMk id="20" creationId="{8030BAF2-3988-4418-8AE7-DA18A49A11D6}"/>
          </ac:spMkLst>
        </pc:spChg>
        <pc:grpChg chg="add mod">
          <ac:chgData name="Choi Jeomki" userId="f1912f8b0928b9f1" providerId="LiveId" clId="{87A2D2B5-65FF-4A81-BB2F-74A5A8C11D8B}" dt="2019-02-21T06:15:14.205" v="4820" actId="164"/>
          <ac:grpSpMkLst>
            <pc:docMk/>
            <pc:sldMk cId="19370926" sldId="382"/>
            <ac:grpSpMk id="11" creationId="{7EC4106B-8FE4-4EAC-AC06-93CB8681FFCB}"/>
          </ac:grpSpMkLst>
        </pc:grpChg>
        <pc:grpChg chg="add del mod">
          <ac:chgData name="Choi Jeomki" userId="f1912f8b0928b9f1" providerId="LiveId" clId="{87A2D2B5-65FF-4A81-BB2F-74A5A8C11D8B}" dt="2019-03-06T16:18:28.578" v="23395" actId="165"/>
          <ac:grpSpMkLst>
            <pc:docMk/>
            <pc:sldMk cId="19370926" sldId="382"/>
            <ac:grpSpMk id="12" creationId="{3A6C8172-4E38-465D-B78C-8960F4D3A435}"/>
          </ac:grpSpMkLst>
        </pc:grpChg>
        <pc:picChg chg="add mod">
          <ac:chgData name="Choi Jeomki" userId="f1912f8b0928b9f1" providerId="LiveId" clId="{87A2D2B5-65FF-4A81-BB2F-74A5A8C11D8B}" dt="2019-02-21T06:10:19.815" v="4713" actId="208"/>
          <ac:picMkLst>
            <pc:docMk/>
            <pc:sldMk cId="19370926" sldId="382"/>
            <ac:picMk id="5" creationId="{5697E890-8DEE-4FA2-A8DE-73D1290E4DAD}"/>
          </ac:picMkLst>
        </pc:picChg>
        <pc:picChg chg="del">
          <ac:chgData name="Choi Jeomki" userId="f1912f8b0928b9f1" providerId="LiveId" clId="{87A2D2B5-65FF-4A81-BB2F-74A5A8C11D8B}" dt="2019-02-21T06:02:02.322" v="4469" actId="478"/>
          <ac:picMkLst>
            <pc:docMk/>
            <pc:sldMk cId="19370926" sldId="382"/>
            <ac:picMk id="6" creationId="{67FC6B3A-9C78-4273-B81E-67146F435A10}"/>
          </ac:picMkLst>
        </pc:picChg>
        <pc:picChg chg="add del mod">
          <ac:chgData name="Choi Jeomki" userId="f1912f8b0928b9f1" providerId="LiveId" clId="{87A2D2B5-65FF-4A81-BB2F-74A5A8C11D8B}" dt="2019-03-06T16:23:17.682" v="23442" actId="478"/>
          <ac:picMkLst>
            <pc:docMk/>
            <pc:sldMk cId="19370926" sldId="382"/>
            <ac:picMk id="6" creationId="{E37604F6-0648-42E5-8E02-1A2BDF38A085}"/>
          </ac:picMkLst>
        </pc:picChg>
        <pc:picChg chg="add del mod">
          <ac:chgData name="Choi Jeomki" userId="f1912f8b0928b9f1" providerId="LiveId" clId="{87A2D2B5-65FF-4A81-BB2F-74A5A8C11D8B}" dt="2019-03-06T16:23:17.682" v="23442" actId="478"/>
          <ac:picMkLst>
            <pc:docMk/>
            <pc:sldMk cId="19370926" sldId="382"/>
            <ac:picMk id="7" creationId="{8EFDECBE-D9E6-4C43-BFF9-856332A06A19}"/>
          </ac:picMkLst>
        </pc:picChg>
        <pc:picChg chg="del">
          <ac:chgData name="Choi Jeomki" userId="f1912f8b0928b9f1" providerId="LiveId" clId="{87A2D2B5-65FF-4A81-BB2F-74A5A8C11D8B}" dt="2019-02-21T06:02:02.322" v="4469" actId="478"/>
          <ac:picMkLst>
            <pc:docMk/>
            <pc:sldMk cId="19370926" sldId="382"/>
            <ac:picMk id="7" creationId="{EE42E86E-9BB3-4251-A3EC-7E715C6661DE}"/>
          </ac:picMkLst>
        </pc:picChg>
        <pc:picChg chg="del">
          <ac:chgData name="Choi Jeomki" userId="f1912f8b0928b9f1" providerId="LiveId" clId="{87A2D2B5-65FF-4A81-BB2F-74A5A8C11D8B}" dt="2019-02-21T06:02:02.322" v="4469" actId="478"/>
          <ac:picMkLst>
            <pc:docMk/>
            <pc:sldMk cId="19370926" sldId="382"/>
            <ac:picMk id="8" creationId="{2717C3C7-AFFD-4DB4-A799-BA570C8B5699}"/>
          </ac:picMkLst>
        </pc:picChg>
        <pc:picChg chg="add mod">
          <ac:chgData name="Choi Jeomki" userId="f1912f8b0928b9f1" providerId="LiveId" clId="{87A2D2B5-65FF-4A81-BB2F-74A5A8C11D8B}" dt="2019-03-06T16:23:34.646" v="23450" actId="1036"/>
          <ac:picMkLst>
            <pc:docMk/>
            <pc:sldMk cId="19370926" sldId="382"/>
            <ac:picMk id="8" creationId="{9DE53AD3-6FBF-4D06-8686-F784ADEA36C7}"/>
          </ac:picMkLst>
        </pc:picChg>
        <pc:picChg chg="add del mod modCrop">
          <ac:chgData name="Choi Jeomki" userId="f1912f8b0928b9f1" providerId="LiveId" clId="{87A2D2B5-65FF-4A81-BB2F-74A5A8C11D8B}" dt="2019-02-21T06:17:10.283" v="4847" actId="478"/>
          <ac:picMkLst>
            <pc:docMk/>
            <pc:sldMk cId="19370926" sldId="382"/>
            <ac:picMk id="9" creationId="{A06FD963-B023-4E3E-8774-4DD34011136D}"/>
          </ac:picMkLst>
        </pc:picChg>
        <pc:picChg chg="add del mod">
          <ac:chgData name="Choi Jeomki" userId="f1912f8b0928b9f1" providerId="LiveId" clId="{87A2D2B5-65FF-4A81-BB2F-74A5A8C11D8B}" dt="2019-02-21T06:14:59.109" v="4814" actId="478"/>
          <ac:picMkLst>
            <pc:docMk/>
            <pc:sldMk cId="19370926" sldId="382"/>
            <ac:picMk id="10" creationId="{97540046-4C90-465C-B0DC-1571120031E1}"/>
          </ac:picMkLst>
        </pc:picChg>
        <pc:picChg chg="add mod">
          <ac:chgData name="Choi Jeomki" userId="f1912f8b0928b9f1" providerId="LiveId" clId="{87A2D2B5-65FF-4A81-BB2F-74A5A8C11D8B}" dt="2019-02-21T06:17:18.583" v="4850" actId="553"/>
          <ac:picMkLst>
            <pc:docMk/>
            <pc:sldMk cId="19370926" sldId="382"/>
            <ac:picMk id="13" creationId="{7A37E861-28CA-48EB-86A3-0D160A7F7641}"/>
          </ac:picMkLst>
        </pc:picChg>
        <pc:picChg chg="del">
          <ac:chgData name="Choi Jeomki" userId="f1912f8b0928b9f1" providerId="LiveId" clId="{87A2D2B5-65FF-4A81-BB2F-74A5A8C11D8B}" dt="2019-02-21T06:02:02.322" v="4469" actId="478"/>
          <ac:picMkLst>
            <pc:docMk/>
            <pc:sldMk cId="19370926" sldId="382"/>
            <ac:picMk id="15" creationId="{ECC1E980-754E-4A96-9BE6-0732E4F67F18}"/>
          </ac:picMkLst>
        </pc:picChg>
        <pc:picChg chg="del">
          <ac:chgData name="Choi Jeomki" userId="f1912f8b0928b9f1" providerId="LiveId" clId="{87A2D2B5-65FF-4A81-BB2F-74A5A8C11D8B}" dt="2019-02-21T06:02:02.322" v="4469" actId="478"/>
          <ac:picMkLst>
            <pc:docMk/>
            <pc:sldMk cId="19370926" sldId="382"/>
            <ac:picMk id="16" creationId="{E40DA5F2-D709-49FF-A681-CD32FB339C1E}"/>
          </ac:picMkLst>
        </pc:picChg>
        <pc:picChg chg="del">
          <ac:chgData name="Choi Jeomki" userId="f1912f8b0928b9f1" providerId="LiveId" clId="{87A2D2B5-65FF-4A81-BB2F-74A5A8C11D8B}" dt="2019-02-21T06:02:02.322" v="4469" actId="478"/>
          <ac:picMkLst>
            <pc:docMk/>
            <pc:sldMk cId="19370926" sldId="382"/>
            <ac:picMk id="21" creationId="{731D4635-3A1F-4362-8C3D-9CEE1D9886B5}"/>
          </ac:picMkLst>
        </pc:picChg>
        <pc:picChg chg="add del mod">
          <ac:chgData name="Choi Jeomki" userId="f1912f8b0928b9f1" providerId="LiveId" clId="{87A2D2B5-65FF-4A81-BB2F-74A5A8C11D8B}" dt="2019-03-06T16:17:08.591" v="23391" actId="478"/>
          <ac:picMkLst>
            <pc:docMk/>
            <pc:sldMk cId="19370926" sldId="382"/>
            <ac:picMk id="22" creationId="{09332786-947B-416F-BB50-48B4CC941161}"/>
          </ac:picMkLst>
        </pc:picChg>
        <pc:picChg chg="add mod topLvl">
          <ac:chgData name="Choi Jeomki" userId="f1912f8b0928b9f1" providerId="LiveId" clId="{87A2D2B5-65FF-4A81-BB2F-74A5A8C11D8B}" dt="2019-03-06T16:23:27.425" v="23446" actId="553"/>
          <ac:picMkLst>
            <pc:docMk/>
            <pc:sldMk cId="19370926" sldId="382"/>
            <ac:picMk id="23" creationId="{77405174-B954-4355-8F96-BC494698188C}"/>
          </ac:picMkLst>
        </pc:picChg>
        <pc:picChg chg="add mod topLvl">
          <ac:chgData name="Choi Jeomki" userId="f1912f8b0928b9f1" providerId="LiveId" clId="{87A2D2B5-65FF-4A81-BB2F-74A5A8C11D8B}" dt="2019-03-06T16:18:37.032" v="23398" actId="465"/>
          <ac:picMkLst>
            <pc:docMk/>
            <pc:sldMk cId="19370926" sldId="382"/>
            <ac:picMk id="24" creationId="{FCBF1F57-63EC-4F34-8623-B231E7164A91}"/>
          </ac:picMkLst>
        </pc:picChg>
        <pc:picChg chg="add mod topLvl">
          <ac:chgData name="Choi Jeomki" userId="f1912f8b0928b9f1" providerId="LiveId" clId="{87A2D2B5-65FF-4A81-BB2F-74A5A8C11D8B}" dt="2019-03-06T16:18:37.032" v="23398" actId="465"/>
          <ac:picMkLst>
            <pc:docMk/>
            <pc:sldMk cId="19370926" sldId="382"/>
            <ac:picMk id="25" creationId="{62381DF1-92A5-42B2-ABFA-46213F347BEB}"/>
          </ac:picMkLst>
        </pc:picChg>
      </pc:sldChg>
      <pc:sldChg chg="addSp delSp modSp add">
        <pc:chgData name="Choi Jeomki" userId="f1912f8b0928b9f1" providerId="LiveId" clId="{87A2D2B5-65FF-4A81-BB2F-74A5A8C11D8B}" dt="2019-02-22T16:45:49.503" v="23324" actId="20577"/>
        <pc:sldMkLst>
          <pc:docMk/>
          <pc:sldMk cId="3641473674" sldId="383"/>
        </pc:sldMkLst>
        <pc:spChg chg="mod">
          <ac:chgData name="Choi Jeomki" userId="f1912f8b0928b9f1" providerId="LiveId" clId="{87A2D2B5-65FF-4A81-BB2F-74A5A8C11D8B}" dt="2019-02-21T05:58:03.251" v="4365" actId="20577"/>
          <ac:spMkLst>
            <pc:docMk/>
            <pc:sldMk cId="3641473674" sldId="383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1T05:58:15.978" v="4396" actId="20577"/>
          <ac:spMkLst>
            <pc:docMk/>
            <pc:sldMk cId="3641473674" sldId="383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2T16:45:49.503" v="23324" actId="20577"/>
          <ac:spMkLst>
            <pc:docMk/>
            <pc:sldMk cId="3641473674" sldId="383"/>
            <ac:spMk id="8" creationId="{D6004900-81E4-425F-9F1B-B8A115D9A8CE}"/>
          </ac:spMkLst>
        </pc:spChg>
        <pc:picChg chg="del">
          <ac:chgData name="Choi Jeomki" userId="f1912f8b0928b9f1" providerId="LiveId" clId="{87A2D2B5-65FF-4A81-BB2F-74A5A8C11D8B}" dt="2019-02-21T05:59:13.813" v="4401" actId="478"/>
          <ac:picMkLst>
            <pc:docMk/>
            <pc:sldMk cId="3641473674" sldId="383"/>
            <ac:picMk id="4" creationId="{51F97D33-4DEF-4932-90DE-8F9D7944AFB6}"/>
          </ac:picMkLst>
        </pc:picChg>
        <pc:picChg chg="add mod modCrop">
          <ac:chgData name="Choi Jeomki" userId="f1912f8b0928b9f1" providerId="LiveId" clId="{87A2D2B5-65FF-4A81-BB2F-74A5A8C11D8B}" dt="2019-02-22T16:45:33.869" v="23290" actId="1035"/>
          <ac:picMkLst>
            <pc:docMk/>
            <pc:sldMk cId="3641473674" sldId="383"/>
            <ac:picMk id="6" creationId="{F6F51D74-F587-445B-8427-39C23BD9C5E5}"/>
          </ac:picMkLst>
        </pc:picChg>
        <pc:picChg chg="mod">
          <ac:chgData name="Choi Jeomki" userId="f1912f8b0928b9f1" providerId="LiveId" clId="{87A2D2B5-65FF-4A81-BB2F-74A5A8C11D8B}" dt="2019-02-21T06:10:15.895" v="4712" actId="208"/>
          <ac:picMkLst>
            <pc:docMk/>
            <pc:sldMk cId="3641473674" sldId="383"/>
            <ac:picMk id="9" creationId="{77C4F66C-731D-407A-BBEC-7DD6051D7F9C}"/>
          </ac:picMkLst>
        </pc:picChg>
        <pc:picChg chg="add mod modCrop">
          <ac:chgData name="Choi Jeomki" userId="f1912f8b0928b9f1" providerId="LiveId" clId="{87A2D2B5-65FF-4A81-BB2F-74A5A8C11D8B}" dt="2019-02-22T16:45:41.624" v="23310" actId="1036"/>
          <ac:picMkLst>
            <pc:docMk/>
            <pc:sldMk cId="3641473674" sldId="383"/>
            <ac:picMk id="11" creationId="{C9CD0149-E175-4595-8C31-4A350830CBE6}"/>
          </ac:picMkLst>
        </pc:picChg>
        <pc:picChg chg="add mod modCrop">
          <ac:chgData name="Choi Jeomki" userId="f1912f8b0928b9f1" providerId="LiveId" clId="{87A2D2B5-65FF-4A81-BB2F-74A5A8C11D8B}" dt="2019-02-21T06:10:15.895" v="4712" actId="208"/>
          <ac:picMkLst>
            <pc:docMk/>
            <pc:sldMk cId="3641473674" sldId="383"/>
            <ac:picMk id="12" creationId="{792C2968-D865-40EF-AFBF-870D84FECB01}"/>
          </ac:picMkLst>
        </pc:picChg>
        <pc:picChg chg="del">
          <ac:chgData name="Choi Jeomki" userId="f1912f8b0928b9f1" providerId="LiveId" clId="{87A2D2B5-65FF-4A81-BB2F-74A5A8C11D8B}" dt="2019-02-21T05:59:13.813" v="4401" actId="478"/>
          <ac:picMkLst>
            <pc:docMk/>
            <pc:sldMk cId="3641473674" sldId="383"/>
            <ac:picMk id="14" creationId="{EF302C6B-63E3-40E9-AB89-D32AB1100612}"/>
          </ac:picMkLst>
        </pc:picChg>
        <pc:picChg chg="del">
          <ac:chgData name="Choi Jeomki" userId="f1912f8b0928b9f1" providerId="LiveId" clId="{87A2D2B5-65FF-4A81-BB2F-74A5A8C11D8B}" dt="2019-02-21T05:59:13.813" v="4401" actId="478"/>
          <ac:picMkLst>
            <pc:docMk/>
            <pc:sldMk cId="3641473674" sldId="383"/>
            <ac:picMk id="15" creationId="{9672C854-8E3A-4CA8-9140-3B4947D681F1}"/>
          </ac:picMkLst>
        </pc:picChg>
      </pc:sldChg>
      <pc:sldChg chg="addSp delSp modSp add">
        <pc:chgData name="Choi Jeomki" userId="f1912f8b0928b9f1" providerId="LiveId" clId="{87A2D2B5-65FF-4A81-BB2F-74A5A8C11D8B}" dt="2019-03-06T16:22:14.089" v="23441" actId="1036"/>
        <pc:sldMkLst>
          <pc:docMk/>
          <pc:sldMk cId="3200536316" sldId="384"/>
        </pc:sldMkLst>
        <pc:spChg chg="mod">
          <ac:chgData name="Choi Jeomki" userId="f1912f8b0928b9f1" providerId="LiveId" clId="{87A2D2B5-65FF-4A81-BB2F-74A5A8C11D8B}" dt="2019-02-21T06:21:05.760" v="4890" actId="20577"/>
          <ac:spMkLst>
            <pc:docMk/>
            <pc:sldMk cId="3200536316" sldId="384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1T06:21:12.258" v="4903"/>
          <ac:spMkLst>
            <pc:docMk/>
            <pc:sldMk cId="3200536316" sldId="384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3-06T16:19:43.390" v="23399" actId="20577"/>
          <ac:spMkLst>
            <pc:docMk/>
            <pc:sldMk cId="3200536316" sldId="384"/>
            <ac:spMk id="4" creationId="{C4FF1EEA-F908-4074-93A9-E363B5A639F7}"/>
          </ac:spMkLst>
        </pc:spChg>
        <pc:spChg chg="del mod ord">
          <ac:chgData name="Choi Jeomki" userId="f1912f8b0928b9f1" providerId="LiveId" clId="{87A2D2B5-65FF-4A81-BB2F-74A5A8C11D8B}" dt="2019-02-21T06:28:09.579" v="4983" actId="478"/>
          <ac:spMkLst>
            <pc:docMk/>
            <pc:sldMk cId="3200536316" sldId="384"/>
            <ac:spMk id="17" creationId="{5C72B536-2E05-4325-B2AA-0A29B7375E79}"/>
          </ac:spMkLst>
        </pc:spChg>
        <pc:spChg chg="add mod">
          <ac:chgData name="Choi Jeomki" userId="f1912f8b0928b9f1" providerId="LiveId" clId="{87A2D2B5-65FF-4A81-BB2F-74A5A8C11D8B}" dt="2019-02-21T06:28:52.388" v="5055" actId="1035"/>
          <ac:spMkLst>
            <pc:docMk/>
            <pc:sldMk cId="3200536316" sldId="384"/>
            <ac:spMk id="18" creationId="{BE11311C-00FC-4195-BDD9-76CF832311B1}"/>
          </ac:spMkLst>
        </pc:spChg>
        <pc:spChg chg="del mod ord">
          <ac:chgData name="Choi Jeomki" userId="f1912f8b0928b9f1" providerId="LiveId" clId="{87A2D2B5-65FF-4A81-BB2F-74A5A8C11D8B}" dt="2019-02-21T06:28:09.579" v="4983" actId="478"/>
          <ac:spMkLst>
            <pc:docMk/>
            <pc:sldMk cId="3200536316" sldId="384"/>
            <ac:spMk id="19" creationId="{81575637-7005-4581-9C7D-03D581A471DF}"/>
          </ac:spMkLst>
        </pc:spChg>
        <pc:spChg chg="add mod ord">
          <ac:chgData name="Choi Jeomki" userId="f1912f8b0928b9f1" providerId="LiveId" clId="{87A2D2B5-65FF-4A81-BB2F-74A5A8C11D8B}" dt="2019-02-21T06:44:11.559" v="5162" actId="166"/>
          <ac:spMkLst>
            <pc:docMk/>
            <pc:sldMk cId="3200536316" sldId="384"/>
            <ac:spMk id="21" creationId="{C4797559-AA40-48CD-BA68-5B3CC188FED1}"/>
          </ac:spMkLst>
        </pc:spChg>
        <pc:grpChg chg="del">
          <ac:chgData name="Choi Jeomki" userId="f1912f8b0928b9f1" providerId="LiveId" clId="{87A2D2B5-65FF-4A81-BB2F-74A5A8C11D8B}" dt="2019-02-21T06:44:47.231" v="5165" actId="165"/>
          <ac:grpSpMkLst>
            <pc:docMk/>
            <pc:sldMk cId="3200536316" sldId="384"/>
            <ac:grpSpMk id="12" creationId="{3A6C8172-4E38-465D-B78C-8960F4D3A435}"/>
          </ac:grpSpMkLst>
        </pc:grpChg>
        <pc:grpChg chg="add mod">
          <ac:chgData name="Choi Jeomki" userId="f1912f8b0928b9f1" providerId="LiveId" clId="{87A2D2B5-65FF-4A81-BB2F-74A5A8C11D8B}" dt="2019-03-06T16:22:04.408" v="23404" actId="553"/>
          <ac:grpSpMkLst>
            <pc:docMk/>
            <pc:sldMk cId="3200536316" sldId="384"/>
            <ac:grpSpMk id="13" creationId="{7D165D52-F5E3-4320-BA2A-70E1A7D07A50}"/>
          </ac:grpSpMkLst>
        </pc:grpChg>
        <pc:picChg chg="add mod">
          <ac:chgData name="Choi Jeomki" userId="f1912f8b0928b9f1" providerId="LiveId" clId="{87A2D2B5-65FF-4A81-BB2F-74A5A8C11D8B}" dt="2019-03-06T16:22:14.089" v="23441" actId="1036"/>
          <ac:picMkLst>
            <pc:docMk/>
            <pc:sldMk cId="3200536316" sldId="384"/>
            <ac:picMk id="5" creationId="{4CB7B633-1A3A-4B66-9518-859F986E5BDA}"/>
          </ac:picMkLst>
        </pc:picChg>
        <pc:picChg chg="del mod">
          <ac:chgData name="Choi Jeomki" userId="f1912f8b0928b9f1" providerId="LiveId" clId="{87A2D2B5-65FF-4A81-BB2F-74A5A8C11D8B}" dt="2019-02-21T06:28:09.579" v="4983" actId="478"/>
          <ac:picMkLst>
            <pc:docMk/>
            <pc:sldMk cId="3200536316" sldId="384"/>
            <ac:picMk id="5" creationId="{5697E890-8DEE-4FA2-A8DE-73D1290E4DAD}"/>
          </ac:picMkLst>
        </pc:picChg>
        <pc:picChg chg="add del mod">
          <ac:chgData name="Choi Jeomki" userId="f1912f8b0928b9f1" providerId="LiveId" clId="{87A2D2B5-65FF-4A81-BB2F-74A5A8C11D8B}" dt="2019-02-21T06:27:53.029" v="4981" actId="478"/>
          <ac:picMkLst>
            <pc:docMk/>
            <pc:sldMk cId="3200536316" sldId="384"/>
            <ac:picMk id="6" creationId="{1224DD04-0839-4C6F-BA75-163A4CE8E136}"/>
          </ac:picMkLst>
        </pc:picChg>
        <pc:picChg chg="add del mod">
          <ac:chgData name="Choi Jeomki" userId="f1912f8b0928b9f1" providerId="LiveId" clId="{87A2D2B5-65FF-4A81-BB2F-74A5A8C11D8B}" dt="2019-02-21T06:44:03.812" v="5159" actId="478"/>
          <ac:picMkLst>
            <pc:docMk/>
            <pc:sldMk cId="3200536316" sldId="384"/>
            <ac:picMk id="7" creationId="{513FCBDE-D302-4294-911A-3E5DEF610534}"/>
          </ac:picMkLst>
        </pc:picChg>
        <pc:picChg chg="add del mod">
          <ac:chgData name="Choi Jeomki" userId="f1912f8b0928b9f1" providerId="LiveId" clId="{87A2D2B5-65FF-4A81-BB2F-74A5A8C11D8B}" dt="2019-02-21T06:44:02.595" v="5158"/>
          <ac:picMkLst>
            <pc:docMk/>
            <pc:sldMk cId="3200536316" sldId="384"/>
            <ac:picMk id="8" creationId="{616BB6C9-5B6F-4646-8287-20B6C7F59954}"/>
          </ac:picMkLst>
        </pc:picChg>
        <pc:picChg chg="del">
          <ac:chgData name="Choi Jeomki" userId="f1912f8b0928b9f1" providerId="LiveId" clId="{87A2D2B5-65FF-4A81-BB2F-74A5A8C11D8B}" dt="2019-02-21T06:17:57.514" v="4852" actId="478"/>
          <ac:picMkLst>
            <pc:docMk/>
            <pc:sldMk cId="3200536316" sldId="384"/>
            <ac:picMk id="9" creationId="{A06FD963-B023-4E3E-8774-4DD34011136D}"/>
          </ac:picMkLst>
        </pc:picChg>
        <pc:picChg chg="add del mod">
          <ac:chgData name="Choi Jeomki" userId="f1912f8b0928b9f1" providerId="LiveId" clId="{87A2D2B5-65FF-4A81-BB2F-74A5A8C11D8B}" dt="2019-03-06T16:21:57.653" v="23400" actId="478"/>
          <ac:picMkLst>
            <pc:docMk/>
            <pc:sldMk cId="3200536316" sldId="384"/>
            <ac:picMk id="10" creationId="{0E564439-7BA6-4F56-8D45-62926524407A}"/>
          </ac:picMkLst>
        </pc:picChg>
        <pc:picChg chg="add mod modCrop">
          <ac:chgData name="Choi Jeomki" userId="f1912f8b0928b9f1" providerId="LiveId" clId="{87A2D2B5-65FF-4A81-BB2F-74A5A8C11D8B}" dt="2019-02-21T06:46:17.846" v="5193" actId="164"/>
          <ac:picMkLst>
            <pc:docMk/>
            <pc:sldMk cId="3200536316" sldId="384"/>
            <ac:picMk id="11" creationId="{64294378-A87B-4F4E-B827-C7580A7E5168}"/>
          </ac:picMkLst>
        </pc:picChg>
        <pc:picChg chg="add mod">
          <ac:chgData name="Choi Jeomki" userId="f1912f8b0928b9f1" providerId="LiveId" clId="{87A2D2B5-65FF-4A81-BB2F-74A5A8C11D8B}" dt="2019-02-21T06:28:37.653" v="5024" actId="14100"/>
          <ac:picMkLst>
            <pc:docMk/>
            <pc:sldMk cId="3200536316" sldId="384"/>
            <ac:picMk id="16" creationId="{BB03FA23-3E17-4349-AC1B-3C3A3ADDAC31}"/>
          </ac:picMkLst>
        </pc:picChg>
        <pc:picChg chg="add del mod">
          <ac:chgData name="Choi Jeomki" userId="f1912f8b0928b9f1" providerId="LiveId" clId="{87A2D2B5-65FF-4A81-BB2F-74A5A8C11D8B}" dt="2019-02-21T06:28:17.992" v="4987" actId="478"/>
          <ac:picMkLst>
            <pc:docMk/>
            <pc:sldMk cId="3200536316" sldId="384"/>
            <ac:picMk id="20" creationId="{14247879-9D7C-4036-86DA-F9A5A51D85A4}"/>
          </ac:picMkLst>
        </pc:picChg>
        <pc:picChg chg="del mod topLvl">
          <ac:chgData name="Choi Jeomki" userId="f1912f8b0928b9f1" providerId="LiveId" clId="{87A2D2B5-65FF-4A81-BB2F-74A5A8C11D8B}" dt="2019-02-21T06:44:49.150" v="5166" actId="478"/>
          <ac:picMkLst>
            <pc:docMk/>
            <pc:sldMk cId="3200536316" sldId="384"/>
            <ac:picMk id="22" creationId="{09332786-947B-416F-BB50-48B4CC941161}"/>
          </ac:picMkLst>
        </pc:picChg>
        <pc:picChg chg="del mod topLvl">
          <ac:chgData name="Choi Jeomki" userId="f1912f8b0928b9f1" providerId="LiveId" clId="{87A2D2B5-65FF-4A81-BB2F-74A5A8C11D8B}" dt="2019-02-21T06:44:53.961" v="5169" actId="478"/>
          <ac:picMkLst>
            <pc:docMk/>
            <pc:sldMk cId="3200536316" sldId="384"/>
            <ac:picMk id="23" creationId="{77405174-B954-4355-8F96-BC494698188C}"/>
          </ac:picMkLst>
        </pc:picChg>
        <pc:picChg chg="del mod topLvl">
          <ac:chgData name="Choi Jeomki" userId="f1912f8b0928b9f1" providerId="LiveId" clId="{87A2D2B5-65FF-4A81-BB2F-74A5A8C11D8B}" dt="2019-02-21T06:44:54.987" v="5171" actId="478"/>
          <ac:picMkLst>
            <pc:docMk/>
            <pc:sldMk cId="3200536316" sldId="384"/>
            <ac:picMk id="24" creationId="{FCBF1F57-63EC-4F34-8623-B231E7164A91}"/>
          </ac:picMkLst>
        </pc:picChg>
        <pc:picChg chg="del mod topLvl">
          <ac:chgData name="Choi Jeomki" userId="f1912f8b0928b9f1" providerId="LiveId" clId="{87A2D2B5-65FF-4A81-BB2F-74A5A8C11D8B}" dt="2019-02-21T06:44:54.547" v="5170" actId="478"/>
          <ac:picMkLst>
            <pc:docMk/>
            <pc:sldMk cId="3200536316" sldId="384"/>
            <ac:picMk id="25" creationId="{62381DF1-92A5-42B2-ABFA-46213F347BEB}"/>
          </ac:picMkLst>
        </pc:picChg>
        <pc:picChg chg="add mod">
          <ac:chgData name="Choi Jeomki" userId="f1912f8b0928b9f1" providerId="LiveId" clId="{87A2D2B5-65FF-4A81-BB2F-74A5A8C11D8B}" dt="2019-02-21T06:44:52.038" v="5168" actId="553"/>
          <ac:picMkLst>
            <pc:docMk/>
            <pc:sldMk cId="3200536316" sldId="384"/>
            <ac:picMk id="26" creationId="{519CC26F-14B0-4841-BFDA-817C607977CE}"/>
          </ac:picMkLst>
        </pc:picChg>
        <pc:picChg chg="add mod modCrop">
          <ac:chgData name="Choi Jeomki" userId="f1912f8b0928b9f1" providerId="LiveId" clId="{87A2D2B5-65FF-4A81-BB2F-74A5A8C11D8B}" dt="2019-02-21T06:46:17.846" v="5193" actId="164"/>
          <ac:picMkLst>
            <pc:docMk/>
            <pc:sldMk cId="3200536316" sldId="384"/>
            <ac:picMk id="27" creationId="{FDA12BE9-8085-4A12-A71B-1AD8475FEE4E}"/>
          </ac:picMkLst>
        </pc:picChg>
        <pc:picChg chg="add mod modCrop">
          <ac:chgData name="Choi Jeomki" userId="f1912f8b0928b9f1" providerId="LiveId" clId="{87A2D2B5-65FF-4A81-BB2F-74A5A8C11D8B}" dt="2019-02-21T06:46:17.846" v="5193" actId="164"/>
          <ac:picMkLst>
            <pc:docMk/>
            <pc:sldMk cId="3200536316" sldId="384"/>
            <ac:picMk id="28" creationId="{4BB36022-07E0-4D93-848B-4E222A8FACF2}"/>
          </ac:picMkLst>
        </pc:picChg>
        <pc:picChg chg="add del">
          <ac:chgData name="Choi Jeomki" userId="f1912f8b0928b9f1" providerId="LiveId" clId="{87A2D2B5-65FF-4A81-BB2F-74A5A8C11D8B}" dt="2019-02-21T06:46:46.060" v="5196"/>
          <ac:picMkLst>
            <pc:docMk/>
            <pc:sldMk cId="3200536316" sldId="384"/>
            <ac:picMk id="29" creationId="{BEA473C5-B42E-4DDA-BA20-115B8E9066C5}"/>
          </ac:picMkLst>
        </pc:picChg>
      </pc:sldChg>
      <pc:sldChg chg="addSp delSp modSp add">
        <pc:chgData name="Choi Jeomki" userId="f1912f8b0928b9f1" providerId="LiveId" clId="{87A2D2B5-65FF-4A81-BB2F-74A5A8C11D8B}" dt="2019-03-06T16:24:59.433" v="23455" actId="553"/>
        <pc:sldMkLst>
          <pc:docMk/>
          <pc:sldMk cId="2826232987" sldId="385"/>
        </pc:sldMkLst>
        <pc:spChg chg="mod">
          <ac:chgData name="Choi Jeomki" userId="f1912f8b0928b9f1" providerId="LiveId" clId="{87A2D2B5-65FF-4A81-BB2F-74A5A8C11D8B}" dt="2019-02-21T06:47:05.917" v="5227"/>
          <ac:spMkLst>
            <pc:docMk/>
            <pc:sldMk cId="2826232987" sldId="385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1T06:47:19.128" v="5252"/>
          <ac:spMkLst>
            <pc:docMk/>
            <pc:sldMk cId="2826232987" sldId="385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1T06:49:36.124" v="5283" actId="20577"/>
          <ac:spMkLst>
            <pc:docMk/>
            <pc:sldMk cId="2826232987" sldId="385"/>
            <ac:spMk id="4" creationId="{C4FF1EEA-F908-4074-93A9-E363B5A639F7}"/>
          </ac:spMkLst>
        </pc:spChg>
        <pc:spChg chg="ord">
          <ac:chgData name="Choi Jeomki" userId="f1912f8b0928b9f1" providerId="LiveId" clId="{87A2D2B5-65FF-4A81-BB2F-74A5A8C11D8B}" dt="2019-02-21T06:51:12.760" v="5292" actId="166"/>
          <ac:spMkLst>
            <pc:docMk/>
            <pc:sldMk cId="2826232987" sldId="385"/>
            <ac:spMk id="21" creationId="{C4797559-AA40-48CD-BA68-5B3CC188FED1}"/>
          </ac:spMkLst>
        </pc:spChg>
        <pc:grpChg chg="add mod">
          <ac:chgData name="Choi Jeomki" userId="f1912f8b0928b9f1" providerId="LiveId" clId="{87A2D2B5-65FF-4A81-BB2F-74A5A8C11D8B}" dt="2019-03-06T16:24:59.433" v="23455" actId="553"/>
          <ac:grpSpMkLst>
            <pc:docMk/>
            <pc:sldMk cId="2826232987" sldId="385"/>
            <ac:grpSpMk id="9" creationId="{198AEECA-208F-47F2-B4F2-5256C5BBCD21}"/>
          </ac:grpSpMkLst>
        </pc:grpChg>
        <pc:grpChg chg="del">
          <ac:chgData name="Choi Jeomki" userId="f1912f8b0928b9f1" providerId="LiveId" clId="{87A2D2B5-65FF-4A81-BB2F-74A5A8C11D8B}" dt="2019-02-21T06:51:36.285" v="5295" actId="165"/>
          <ac:grpSpMkLst>
            <pc:docMk/>
            <pc:sldMk cId="2826232987" sldId="385"/>
            <ac:grpSpMk id="13" creationId="{7D165D52-F5E3-4320-BA2A-70E1A7D07A50}"/>
          </ac:grpSpMkLst>
        </pc:grpChg>
        <pc:picChg chg="add del mod">
          <ac:chgData name="Choi Jeomki" userId="f1912f8b0928b9f1" providerId="LiveId" clId="{87A2D2B5-65FF-4A81-BB2F-74A5A8C11D8B}" dt="2019-02-21T06:51:08.542" v="5289"/>
          <ac:picMkLst>
            <pc:docMk/>
            <pc:sldMk cId="2826232987" sldId="385"/>
            <ac:picMk id="5" creationId="{24E13531-BCDD-4EFD-89EE-163EDB403AED}"/>
          </ac:picMkLst>
        </pc:picChg>
        <pc:picChg chg="add mod">
          <ac:chgData name="Choi Jeomki" userId="f1912f8b0928b9f1" providerId="LiveId" clId="{87A2D2B5-65FF-4A81-BB2F-74A5A8C11D8B}" dt="2019-03-06T16:24:59.433" v="23455" actId="553"/>
          <ac:picMkLst>
            <pc:docMk/>
            <pc:sldMk cId="2826232987" sldId="385"/>
            <ac:picMk id="5" creationId="{43BB9AC6-E23D-4D6F-AD96-9EA833D6F397}"/>
          </ac:picMkLst>
        </pc:picChg>
        <pc:picChg chg="add del mod">
          <ac:chgData name="Choi Jeomki" userId="f1912f8b0928b9f1" providerId="LiveId" clId="{87A2D2B5-65FF-4A81-BB2F-74A5A8C11D8B}" dt="2019-02-21T06:51:42.543" v="5298"/>
          <ac:picMkLst>
            <pc:docMk/>
            <pc:sldMk cId="2826232987" sldId="385"/>
            <ac:picMk id="6" creationId="{E1291AF7-CFAF-4C7C-9CC5-AF31D477DDDE}"/>
          </ac:picMkLst>
        </pc:picChg>
        <pc:picChg chg="add del mod">
          <ac:chgData name="Choi Jeomki" userId="f1912f8b0928b9f1" providerId="LiveId" clId="{87A2D2B5-65FF-4A81-BB2F-74A5A8C11D8B}" dt="2019-02-21T06:52:44.025" v="5312" actId="478"/>
          <ac:picMkLst>
            <pc:docMk/>
            <pc:sldMk cId="2826232987" sldId="385"/>
            <ac:picMk id="7" creationId="{B3BCA660-DB94-4E43-994B-08688F65B551}"/>
          </ac:picMkLst>
        </pc:picChg>
        <pc:picChg chg="add mod modCrop">
          <ac:chgData name="Choi Jeomki" userId="f1912f8b0928b9f1" providerId="LiveId" clId="{87A2D2B5-65FF-4A81-BB2F-74A5A8C11D8B}" dt="2019-02-21T06:53:45.243" v="5340" actId="164"/>
          <ac:picMkLst>
            <pc:docMk/>
            <pc:sldMk cId="2826232987" sldId="385"/>
            <ac:picMk id="8" creationId="{09FCFBF3-1114-412D-ABA1-FE01204255C7}"/>
          </ac:picMkLst>
        </pc:picChg>
        <pc:picChg chg="del mod topLvl">
          <ac:chgData name="Choi Jeomki" userId="f1912f8b0928b9f1" providerId="LiveId" clId="{87A2D2B5-65FF-4A81-BB2F-74A5A8C11D8B}" dt="2019-02-21T06:51:43.587" v="5299" actId="478"/>
          <ac:picMkLst>
            <pc:docMk/>
            <pc:sldMk cId="2826232987" sldId="385"/>
            <ac:picMk id="10" creationId="{0E564439-7BA6-4F56-8D45-62926524407A}"/>
          </ac:picMkLst>
        </pc:picChg>
        <pc:picChg chg="del mod topLvl">
          <ac:chgData name="Choi Jeomki" userId="f1912f8b0928b9f1" providerId="LiveId" clId="{87A2D2B5-65FF-4A81-BB2F-74A5A8C11D8B}" dt="2019-02-21T06:51:50.703" v="5303" actId="478"/>
          <ac:picMkLst>
            <pc:docMk/>
            <pc:sldMk cId="2826232987" sldId="385"/>
            <ac:picMk id="11" creationId="{64294378-A87B-4F4E-B827-C7580A7E5168}"/>
          </ac:picMkLst>
        </pc:picChg>
        <pc:picChg chg="add mod">
          <ac:chgData name="Choi Jeomki" userId="f1912f8b0928b9f1" providerId="LiveId" clId="{87A2D2B5-65FF-4A81-BB2F-74A5A8C11D8B}" dt="2019-02-21T06:53:30.046" v="5329" actId="553"/>
          <ac:picMkLst>
            <pc:docMk/>
            <pc:sldMk cId="2826232987" sldId="385"/>
            <ac:picMk id="15" creationId="{7E935E1A-F959-467B-A4A9-2E5E3BE3DAB2}"/>
          </ac:picMkLst>
        </pc:picChg>
        <pc:picChg chg="add del mod">
          <ac:chgData name="Choi Jeomki" userId="f1912f8b0928b9f1" providerId="LiveId" clId="{87A2D2B5-65FF-4A81-BB2F-74A5A8C11D8B}" dt="2019-03-06T16:24:53.679" v="23451" actId="478"/>
          <ac:picMkLst>
            <pc:docMk/>
            <pc:sldMk cId="2826232987" sldId="385"/>
            <ac:picMk id="17" creationId="{46EAF6A6-6F93-47D3-8EE2-252492F84862}"/>
          </ac:picMkLst>
        </pc:picChg>
        <pc:picChg chg="add del">
          <ac:chgData name="Choi Jeomki" userId="f1912f8b0928b9f1" providerId="LiveId" clId="{87A2D2B5-65FF-4A81-BB2F-74A5A8C11D8B}" dt="2019-02-21T06:52:43.432" v="5311" actId="478"/>
          <ac:picMkLst>
            <pc:docMk/>
            <pc:sldMk cId="2826232987" sldId="385"/>
            <ac:picMk id="19" creationId="{4E07CCD9-FC69-4457-AE50-E90D8FA18789}"/>
          </ac:picMkLst>
        </pc:picChg>
        <pc:picChg chg="add del mod modCrop">
          <ac:chgData name="Choi Jeomki" userId="f1912f8b0928b9f1" providerId="LiveId" clId="{87A2D2B5-65FF-4A81-BB2F-74A5A8C11D8B}" dt="2019-02-21T06:52:25.549" v="5310" actId="478"/>
          <ac:picMkLst>
            <pc:docMk/>
            <pc:sldMk cId="2826232987" sldId="385"/>
            <ac:picMk id="20" creationId="{872231EB-4DA3-44A8-8BF0-05B050A348CE}"/>
          </ac:picMkLst>
        </pc:picChg>
        <pc:picChg chg="add mod modCrop">
          <ac:chgData name="Choi Jeomki" userId="f1912f8b0928b9f1" providerId="LiveId" clId="{87A2D2B5-65FF-4A81-BB2F-74A5A8C11D8B}" dt="2019-02-21T06:53:45.243" v="5340" actId="164"/>
          <ac:picMkLst>
            <pc:docMk/>
            <pc:sldMk cId="2826232987" sldId="385"/>
            <ac:picMk id="22" creationId="{7BF010CA-AE49-4594-ABA1-08157EF581F4}"/>
          </ac:picMkLst>
        </pc:picChg>
        <pc:picChg chg="add mod modCrop">
          <ac:chgData name="Choi Jeomki" userId="f1912f8b0928b9f1" providerId="LiveId" clId="{87A2D2B5-65FF-4A81-BB2F-74A5A8C11D8B}" dt="2019-02-21T06:53:45.243" v="5340" actId="164"/>
          <ac:picMkLst>
            <pc:docMk/>
            <pc:sldMk cId="2826232987" sldId="385"/>
            <ac:picMk id="23" creationId="{95256721-67BA-4DA2-B476-1E1F434AD3E1}"/>
          </ac:picMkLst>
        </pc:picChg>
        <pc:picChg chg="del mod">
          <ac:chgData name="Choi Jeomki" userId="f1912f8b0928b9f1" providerId="LiveId" clId="{87A2D2B5-65FF-4A81-BB2F-74A5A8C11D8B}" dt="2019-02-21T06:51:09.555" v="5290" actId="478"/>
          <ac:picMkLst>
            <pc:docMk/>
            <pc:sldMk cId="2826232987" sldId="385"/>
            <ac:picMk id="26" creationId="{519CC26F-14B0-4841-BFDA-817C607977CE}"/>
          </ac:picMkLst>
        </pc:picChg>
        <pc:picChg chg="del mod topLvl">
          <ac:chgData name="Choi Jeomki" userId="f1912f8b0928b9f1" providerId="LiveId" clId="{87A2D2B5-65FF-4A81-BB2F-74A5A8C11D8B}" dt="2019-02-21T06:51:47.379" v="5302" actId="478"/>
          <ac:picMkLst>
            <pc:docMk/>
            <pc:sldMk cId="2826232987" sldId="385"/>
            <ac:picMk id="27" creationId="{FDA12BE9-8085-4A12-A71B-1AD8475FEE4E}"/>
          </ac:picMkLst>
        </pc:picChg>
        <pc:picChg chg="del mod topLvl">
          <ac:chgData name="Choi Jeomki" userId="f1912f8b0928b9f1" providerId="LiveId" clId="{87A2D2B5-65FF-4A81-BB2F-74A5A8C11D8B}" dt="2019-02-21T06:51:46.737" v="5301" actId="478"/>
          <ac:picMkLst>
            <pc:docMk/>
            <pc:sldMk cId="2826232987" sldId="385"/>
            <ac:picMk id="28" creationId="{4BB36022-07E0-4D93-848B-4E222A8FACF2}"/>
          </ac:picMkLst>
        </pc:picChg>
      </pc:sldChg>
      <pc:sldChg chg="modSp add">
        <pc:chgData name="Choi Jeomki" userId="f1912f8b0928b9f1" providerId="LiveId" clId="{87A2D2B5-65FF-4A81-BB2F-74A5A8C11D8B}" dt="2019-02-23T06:31:26.884" v="23380" actId="20577"/>
        <pc:sldMkLst>
          <pc:docMk/>
          <pc:sldMk cId="2729188239" sldId="386"/>
        </pc:sldMkLst>
        <pc:spChg chg="mod">
          <ac:chgData name="Choi Jeomki" userId="f1912f8b0928b9f1" providerId="LiveId" clId="{87A2D2B5-65FF-4A81-BB2F-74A5A8C11D8B}" dt="2019-02-22T13:44:18.025" v="20733"/>
          <ac:spMkLst>
            <pc:docMk/>
            <pc:sldMk cId="2729188239" sldId="386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2T13:44:24.633" v="20750" actId="20577"/>
          <ac:spMkLst>
            <pc:docMk/>
            <pc:sldMk cId="2729188239" sldId="386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2T13:44:29.522" v="20757"/>
          <ac:spMkLst>
            <pc:docMk/>
            <pc:sldMk cId="2729188239" sldId="386"/>
            <ac:spMk id="4" creationId="{665B5B3B-926F-4815-9DE7-05FC61417AC3}"/>
          </ac:spMkLst>
        </pc:spChg>
        <pc:spChg chg="mod">
          <ac:chgData name="Choi Jeomki" userId="f1912f8b0928b9f1" providerId="LiveId" clId="{87A2D2B5-65FF-4A81-BB2F-74A5A8C11D8B}" dt="2019-02-23T06:31:26.884" v="23380" actId="20577"/>
          <ac:spMkLst>
            <pc:docMk/>
            <pc:sldMk cId="2729188239" sldId="386"/>
            <ac:spMk id="5" creationId="{BEF821EF-E80F-41CE-91E9-4DD520758BF4}"/>
          </ac:spMkLst>
        </pc:spChg>
      </pc:sldChg>
      <pc:sldChg chg="modSp add">
        <pc:chgData name="Choi Jeomki" userId="f1912f8b0928b9f1" providerId="LiveId" clId="{87A2D2B5-65FF-4A81-BB2F-74A5A8C11D8B}" dt="2019-03-06T16:53:27.935" v="23509" actId="14100"/>
        <pc:sldMkLst>
          <pc:docMk/>
          <pc:sldMk cId="759596077" sldId="393"/>
        </pc:sldMkLst>
        <pc:spChg chg="mod">
          <ac:chgData name="Choi Jeomki" userId="f1912f8b0928b9f1" providerId="LiveId" clId="{87A2D2B5-65FF-4A81-BB2F-74A5A8C11D8B}" dt="2019-02-22T13:43:28.931" v="20643"/>
          <ac:spMkLst>
            <pc:docMk/>
            <pc:sldMk cId="759596077" sldId="393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2T13:43:52.930" v="20720" actId="20577"/>
          <ac:spMkLst>
            <pc:docMk/>
            <pc:sldMk cId="759596077" sldId="393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3-06T16:53:17.397" v="23489" actId="14100"/>
          <ac:spMkLst>
            <pc:docMk/>
            <pc:sldMk cId="759596077" sldId="393"/>
            <ac:spMk id="5" creationId="{A339D399-F722-4686-9D90-0D79D02B6F96}"/>
          </ac:spMkLst>
        </pc:spChg>
        <pc:spChg chg="mod">
          <ac:chgData name="Choi Jeomki" userId="f1912f8b0928b9f1" providerId="LiveId" clId="{87A2D2B5-65FF-4A81-BB2F-74A5A8C11D8B}" dt="2019-03-06T16:53:27.935" v="23509" actId="14100"/>
          <ac:spMkLst>
            <pc:docMk/>
            <pc:sldMk cId="759596077" sldId="393"/>
            <ac:spMk id="8" creationId="{D6004900-81E4-425F-9F1B-B8A115D9A8CE}"/>
          </ac:spMkLst>
        </pc:spChg>
        <pc:picChg chg="mod">
          <ac:chgData name="Choi Jeomki" userId="f1912f8b0928b9f1" providerId="LiveId" clId="{87A2D2B5-65FF-4A81-BB2F-74A5A8C11D8B}" dt="2019-03-06T16:53:23.871" v="23508" actId="1037"/>
          <ac:picMkLst>
            <pc:docMk/>
            <pc:sldMk cId="759596077" sldId="393"/>
            <ac:picMk id="6" creationId="{0D62D484-67DE-4D1C-9F28-A348380C9A6F}"/>
          </ac:picMkLst>
        </pc:picChg>
        <pc:picChg chg="mod">
          <ac:chgData name="Choi Jeomki" userId="f1912f8b0928b9f1" providerId="LiveId" clId="{87A2D2B5-65FF-4A81-BB2F-74A5A8C11D8B}" dt="2019-03-06T16:53:13.999" v="23488" actId="1038"/>
          <ac:picMkLst>
            <pc:docMk/>
            <pc:sldMk cId="759596077" sldId="393"/>
            <ac:picMk id="9" creationId="{77C4F66C-731D-407A-BBEC-7DD6051D7F9C}"/>
          </ac:picMkLst>
        </pc:picChg>
        <pc:picChg chg="mod">
          <ac:chgData name="Choi Jeomki" userId="f1912f8b0928b9f1" providerId="LiveId" clId="{87A2D2B5-65FF-4A81-BB2F-74A5A8C11D8B}" dt="2019-03-06T16:53:23.871" v="23508" actId="1037"/>
          <ac:picMkLst>
            <pc:docMk/>
            <pc:sldMk cId="759596077" sldId="393"/>
            <ac:picMk id="11" creationId="{F5845D44-BD7A-4B99-B5FE-18AB4C2A0BFC}"/>
          </ac:picMkLst>
        </pc:picChg>
        <pc:picChg chg="mod">
          <ac:chgData name="Choi Jeomki" userId="f1912f8b0928b9f1" providerId="LiveId" clId="{87A2D2B5-65FF-4A81-BB2F-74A5A8C11D8B}" dt="2019-03-06T16:53:23.871" v="23508" actId="1037"/>
          <ac:picMkLst>
            <pc:docMk/>
            <pc:sldMk cId="759596077" sldId="393"/>
            <ac:picMk id="12" creationId="{D6A2945E-C4CF-4B20-A2A4-63124C8B77DD}"/>
          </ac:picMkLst>
        </pc:picChg>
      </pc:sldChg>
      <pc:sldChg chg="modSp add">
        <pc:chgData name="Choi Jeomki" userId="f1912f8b0928b9f1" providerId="LiveId" clId="{87A2D2B5-65FF-4A81-BB2F-74A5A8C11D8B}" dt="2019-02-23T06:31:39.870" v="23383" actId="20577"/>
        <pc:sldMkLst>
          <pc:docMk/>
          <pc:sldMk cId="13314990" sldId="396"/>
        </pc:sldMkLst>
        <pc:spChg chg="mod">
          <ac:chgData name="Choi Jeomki" userId="f1912f8b0928b9f1" providerId="LiveId" clId="{87A2D2B5-65FF-4A81-BB2F-74A5A8C11D8B}" dt="2019-02-22T13:45:10.560" v="20849"/>
          <ac:spMkLst>
            <pc:docMk/>
            <pc:sldMk cId="13314990" sldId="396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2T13:45:05.618" v="20829"/>
          <ac:spMkLst>
            <pc:docMk/>
            <pc:sldMk cId="13314990" sldId="396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2T13:45:29.542" v="20900"/>
          <ac:spMkLst>
            <pc:docMk/>
            <pc:sldMk cId="13314990" sldId="396"/>
            <ac:spMk id="4" creationId="{665B5B3B-926F-4815-9DE7-05FC61417AC3}"/>
          </ac:spMkLst>
        </pc:spChg>
        <pc:spChg chg="mod">
          <ac:chgData name="Choi Jeomki" userId="f1912f8b0928b9f1" providerId="LiveId" clId="{87A2D2B5-65FF-4A81-BB2F-74A5A8C11D8B}" dt="2019-02-23T06:31:39.870" v="23383" actId="20577"/>
          <ac:spMkLst>
            <pc:docMk/>
            <pc:sldMk cId="13314990" sldId="396"/>
            <ac:spMk id="5" creationId="{BEF821EF-E80F-41CE-91E9-4DD520758BF4}"/>
          </ac:spMkLst>
        </pc:spChg>
        <pc:picChg chg="mod">
          <ac:chgData name="Choi Jeomki" userId="f1912f8b0928b9f1" providerId="LiveId" clId="{87A2D2B5-65FF-4A81-BB2F-74A5A8C11D8B}" dt="2019-02-22T13:45:21.079" v="20881" actId="1036"/>
          <ac:picMkLst>
            <pc:docMk/>
            <pc:sldMk cId="13314990" sldId="396"/>
            <ac:picMk id="13" creationId="{5C615B3B-5FFC-4BB4-95CC-877DC1DAA6A6}"/>
          </ac:picMkLst>
        </pc:picChg>
      </pc:sldChg>
      <pc:sldChg chg="addSp delSp modSp add">
        <pc:chgData name="Choi Jeomki" userId="f1912f8b0928b9f1" providerId="LiveId" clId="{87A2D2B5-65FF-4A81-BB2F-74A5A8C11D8B}" dt="2019-02-22T14:25:43.427" v="21793" actId="1076"/>
        <pc:sldMkLst>
          <pc:docMk/>
          <pc:sldMk cId="2678875077" sldId="397"/>
        </pc:sldMkLst>
        <pc:spChg chg="mod">
          <ac:chgData name="Choi Jeomki" userId="f1912f8b0928b9f1" providerId="LiveId" clId="{87A2D2B5-65FF-4A81-BB2F-74A5A8C11D8B}" dt="2019-02-22T13:44:44.722" v="20773"/>
          <ac:spMkLst>
            <pc:docMk/>
            <pc:sldMk cId="2678875077" sldId="397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2T13:44:57.401" v="20820"/>
          <ac:spMkLst>
            <pc:docMk/>
            <pc:sldMk cId="2678875077" sldId="397"/>
            <ac:spMk id="3" creationId="{00000000-0000-0000-0000-000000000000}"/>
          </ac:spMkLst>
        </pc:spChg>
        <pc:spChg chg="add del">
          <ac:chgData name="Choi Jeomki" userId="f1912f8b0928b9f1" providerId="LiveId" clId="{87A2D2B5-65FF-4A81-BB2F-74A5A8C11D8B}" dt="2019-02-22T14:23:31.989" v="21658" actId="478"/>
          <ac:spMkLst>
            <pc:docMk/>
            <pc:sldMk cId="2678875077" sldId="397"/>
            <ac:spMk id="5" creationId="{A339D399-F722-4686-9D90-0D79D02B6F96}"/>
          </ac:spMkLst>
        </pc:spChg>
        <pc:spChg chg="mod">
          <ac:chgData name="Choi Jeomki" userId="f1912f8b0928b9f1" providerId="LiveId" clId="{87A2D2B5-65FF-4A81-BB2F-74A5A8C11D8B}" dt="2019-02-22T14:25:38.611" v="21791" actId="14100"/>
          <ac:spMkLst>
            <pc:docMk/>
            <pc:sldMk cId="2678875077" sldId="397"/>
            <ac:spMk id="8" creationId="{D6004900-81E4-425F-9F1B-B8A115D9A8CE}"/>
          </ac:spMkLst>
        </pc:spChg>
        <pc:spChg chg="add mod ord">
          <ac:chgData name="Choi Jeomki" userId="f1912f8b0928b9f1" providerId="LiveId" clId="{87A2D2B5-65FF-4A81-BB2F-74A5A8C11D8B}" dt="2019-02-22T14:25:41.299" v="21792" actId="14100"/>
          <ac:spMkLst>
            <pc:docMk/>
            <pc:sldMk cId="2678875077" sldId="397"/>
            <ac:spMk id="11" creationId="{AAC3F922-63CF-4225-A1FF-AA664F32BCF6}"/>
          </ac:spMkLst>
        </pc:spChg>
        <pc:picChg chg="mod">
          <ac:chgData name="Choi Jeomki" userId="f1912f8b0928b9f1" providerId="LiveId" clId="{87A2D2B5-65FF-4A81-BB2F-74A5A8C11D8B}" dt="2019-02-22T14:25:30.795" v="21787" actId="1076"/>
          <ac:picMkLst>
            <pc:docMk/>
            <pc:sldMk cId="2678875077" sldId="397"/>
            <ac:picMk id="4" creationId="{C09E0336-0568-411A-ACD1-4BFC5BFC18C8}"/>
          </ac:picMkLst>
        </pc:picChg>
        <pc:picChg chg="mod">
          <ac:chgData name="Choi Jeomki" userId="f1912f8b0928b9f1" providerId="LiveId" clId="{87A2D2B5-65FF-4A81-BB2F-74A5A8C11D8B}" dt="2019-02-22T14:25:43.427" v="21793" actId="1076"/>
          <ac:picMkLst>
            <pc:docMk/>
            <pc:sldMk cId="2678875077" sldId="397"/>
            <ac:picMk id="6" creationId="{595B985E-1F56-49AE-BBC2-B01A362A3B3A}"/>
          </ac:picMkLst>
        </pc:picChg>
        <pc:picChg chg="add del">
          <ac:chgData name="Choi Jeomki" userId="f1912f8b0928b9f1" providerId="LiveId" clId="{87A2D2B5-65FF-4A81-BB2F-74A5A8C11D8B}" dt="2019-02-22T14:23:31.989" v="21658" actId="478"/>
          <ac:picMkLst>
            <pc:docMk/>
            <pc:sldMk cId="2678875077" sldId="397"/>
            <ac:picMk id="9" creationId="{77C4F66C-731D-407A-BBEC-7DD6051D7F9C}"/>
          </ac:picMkLst>
        </pc:picChg>
        <pc:picChg chg="mod">
          <ac:chgData name="Choi Jeomki" userId="f1912f8b0928b9f1" providerId="LiveId" clId="{87A2D2B5-65FF-4A81-BB2F-74A5A8C11D8B}" dt="2019-02-22T14:25:33.923" v="21788" actId="1076"/>
          <ac:picMkLst>
            <pc:docMk/>
            <pc:sldMk cId="2678875077" sldId="397"/>
            <ac:picMk id="10" creationId="{25693F61-5221-4BAD-B867-9121F6BE46F5}"/>
          </ac:picMkLst>
        </pc:picChg>
      </pc:sldChg>
      <pc:sldChg chg="addSp delSp modSp add">
        <pc:chgData name="Choi Jeomki" userId="f1912f8b0928b9f1" providerId="LiveId" clId="{87A2D2B5-65FF-4A81-BB2F-74A5A8C11D8B}" dt="2019-02-22T16:47:04.301" v="23374" actId="20577"/>
        <pc:sldMkLst>
          <pc:docMk/>
          <pc:sldMk cId="1863617677" sldId="398"/>
        </pc:sldMkLst>
        <pc:spChg chg="mod">
          <ac:chgData name="Choi Jeomki" userId="f1912f8b0928b9f1" providerId="LiveId" clId="{87A2D2B5-65FF-4A81-BB2F-74A5A8C11D8B}" dt="2019-02-22T14:47:56.105" v="22494"/>
          <ac:spMkLst>
            <pc:docMk/>
            <pc:sldMk cId="1863617677" sldId="398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2T15:05:25.115" v="22708" actId="20577"/>
          <ac:spMkLst>
            <pc:docMk/>
            <pc:sldMk cId="1863617677" sldId="398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2T16:46:33.601" v="23336" actId="20577"/>
          <ac:spMkLst>
            <pc:docMk/>
            <pc:sldMk cId="1863617677" sldId="398"/>
            <ac:spMk id="5" creationId="{A339D399-F722-4686-9D90-0D79D02B6F96}"/>
          </ac:spMkLst>
        </pc:spChg>
        <pc:spChg chg="add del mod">
          <ac:chgData name="Choi Jeomki" userId="f1912f8b0928b9f1" providerId="LiveId" clId="{87A2D2B5-65FF-4A81-BB2F-74A5A8C11D8B}" dt="2019-02-22T16:47:04.301" v="23374" actId="20577"/>
          <ac:spMkLst>
            <pc:docMk/>
            <pc:sldMk cId="1863617677" sldId="398"/>
            <ac:spMk id="8" creationId="{D6004900-81E4-425F-9F1B-B8A115D9A8CE}"/>
          </ac:spMkLst>
        </pc:spChg>
        <pc:picChg chg="del mod">
          <ac:chgData name="Choi Jeomki" userId="f1912f8b0928b9f1" providerId="LiveId" clId="{87A2D2B5-65FF-4A81-BB2F-74A5A8C11D8B}" dt="2019-02-22T14:56:57.913" v="22561" actId="478"/>
          <ac:picMkLst>
            <pc:docMk/>
            <pc:sldMk cId="1863617677" sldId="398"/>
            <ac:picMk id="4" creationId="{C09E0336-0568-411A-ACD1-4BFC5BFC18C8}"/>
          </ac:picMkLst>
        </pc:picChg>
        <pc:picChg chg="del mod">
          <ac:chgData name="Choi Jeomki" userId="f1912f8b0928b9f1" providerId="LiveId" clId="{87A2D2B5-65FF-4A81-BB2F-74A5A8C11D8B}" dt="2019-02-22T14:56:53.367" v="22555" actId="478"/>
          <ac:picMkLst>
            <pc:docMk/>
            <pc:sldMk cId="1863617677" sldId="398"/>
            <ac:picMk id="6" creationId="{595B985E-1F56-49AE-BBC2-B01A362A3B3A}"/>
          </ac:picMkLst>
        </pc:picChg>
        <pc:picChg chg="add del mod">
          <ac:chgData name="Choi Jeomki" userId="f1912f8b0928b9f1" providerId="LiveId" clId="{87A2D2B5-65FF-4A81-BB2F-74A5A8C11D8B}" dt="2019-02-22T15:00:07.888" v="22588" actId="478"/>
          <ac:picMkLst>
            <pc:docMk/>
            <pc:sldMk cId="1863617677" sldId="398"/>
            <ac:picMk id="7" creationId="{4041160C-C24D-4D00-89A0-FBBD848C2415}"/>
          </ac:picMkLst>
        </pc:picChg>
        <pc:picChg chg="del mod">
          <ac:chgData name="Choi Jeomki" userId="f1912f8b0928b9f1" providerId="LiveId" clId="{87A2D2B5-65FF-4A81-BB2F-74A5A8C11D8B}" dt="2019-02-22T14:56:52.887" v="22554" actId="478"/>
          <ac:picMkLst>
            <pc:docMk/>
            <pc:sldMk cId="1863617677" sldId="398"/>
            <ac:picMk id="9" creationId="{77C4F66C-731D-407A-BBEC-7DD6051D7F9C}"/>
          </ac:picMkLst>
        </pc:picChg>
        <pc:picChg chg="del mod">
          <ac:chgData name="Choi Jeomki" userId="f1912f8b0928b9f1" providerId="LiveId" clId="{87A2D2B5-65FF-4A81-BB2F-74A5A8C11D8B}" dt="2019-02-22T14:56:53.862" v="22556" actId="478"/>
          <ac:picMkLst>
            <pc:docMk/>
            <pc:sldMk cId="1863617677" sldId="398"/>
            <ac:picMk id="10" creationId="{25693F61-5221-4BAD-B867-9121F6BE46F5}"/>
          </ac:picMkLst>
        </pc:picChg>
        <pc:picChg chg="add mod">
          <ac:chgData name="Choi Jeomki" userId="f1912f8b0928b9f1" providerId="LiveId" clId="{87A2D2B5-65FF-4A81-BB2F-74A5A8C11D8B}" dt="2019-02-22T15:14:39.159" v="23045" actId="552"/>
          <ac:picMkLst>
            <pc:docMk/>
            <pc:sldMk cId="1863617677" sldId="398"/>
            <ac:picMk id="11" creationId="{D23178E5-B871-43B9-B037-C244D76CC9AE}"/>
          </ac:picMkLst>
        </pc:picChg>
        <pc:picChg chg="add mod">
          <ac:chgData name="Choi Jeomki" userId="f1912f8b0928b9f1" providerId="LiveId" clId="{87A2D2B5-65FF-4A81-BB2F-74A5A8C11D8B}" dt="2019-02-22T15:14:44.320" v="23052" actId="1035"/>
          <ac:picMkLst>
            <pc:docMk/>
            <pc:sldMk cId="1863617677" sldId="398"/>
            <ac:picMk id="12" creationId="{ED961BC5-C51E-4453-AF78-B47E35DDFB3F}"/>
          </ac:picMkLst>
        </pc:picChg>
        <pc:picChg chg="add mod">
          <ac:chgData name="Choi Jeomki" userId="f1912f8b0928b9f1" providerId="LiveId" clId="{87A2D2B5-65FF-4A81-BB2F-74A5A8C11D8B}" dt="2019-02-22T15:14:31.853" v="23042" actId="208"/>
          <ac:picMkLst>
            <pc:docMk/>
            <pc:sldMk cId="1863617677" sldId="398"/>
            <ac:picMk id="13" creationId="{F8BB1A06-F67D-46EE-A856-D21469858D9D}"/>
          </ac:picMkLst>
        </pc:picChg>
      </pc:sldChg>
      <pc:sldChg chg="addSp delSp modSp add">
        <pc:chgData name="Choi Jeomki" userId="f1912f8b0928b9f1" providerId="LiveId" clId="{87A2D2B5-65FF-4A81-BB2F-74A5A8C11D8B}" dt="2019-02-22T15:15:05.944" v="23065" actId="1036"/>
        <pc:sldMkLst>
          <pc:docMk/>
          <pc:sldMk cId="361289943" sldId="399"/>
        </pc:sldMkLst>
        <pc:spChg chg="mod">
          <ac:chgData name="Choi Jeomki" userId="f1912f8b0928b9f1" providerId="LiveId" clId="{87A2D2B5-65FF-4A81-BB2F-74A5A8C11D8B}" dt="2019-02-22T15:06:51.736" v="22833" actId="20577"/>
          <ac:spMkLst>
            <pc:docMk/>
            <pc:sldMk cId="361289943" sldId="399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2T15:06:07.286" v="22825" actId="20577"/>
          <ac:spMkLst>
            <pc:docMk/>
            <pc:sldMk cId="361289943" sldId="399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2T15:13:01.561" v="23002" actId="207"/>
          <ac:spMkLst>
            <pc:docMk/>
            <pc:sldMk cId="361289943" sldId="399"/>
            <ac:spMk id="4" creationId="{665B5B3B-926F-4815-9DE7-05FC61417AC3}"/>
          </ac:spMkLst>
        </pc:spChg>
        <pc:spChg chg="del mod">
          <ac:chgData name="Choi Jeomki" userId="f1912f8b0928b9f1" providerId="LiveId" clId="{87A2D2B5-65FF-4A81-BB2F-74A5A8C11D8B}" dt="2019-02-22T15:03:21.072" v="22650" actId="478"/>
          <ac:spMkLst>
            <pc:docMk/>
            <pc:sldMk cId="361289943" sldId="399"/>
            <ac:spMk id="5" creationId="{BEF821EF-E80F-41CE-91E9-4DD520758BF4}"/>
          </ac:spMkLst>
        </pc:spChg>
        <pc:picChg chg="add mod">
          <ac:chgData name="Choi Jeomki" userId="f1912f8b0928b9f1" providerId="LiveId" clId="{87A2D2B5-65FF-4A81-BB2F-74A5A8C11D8B}" dt="2019-02-22T15:14:51.914" v="23055" actId="1037"/>
          <ac:picMkLst>
            <pc:docMk/>
            <pc:sldMk cId="361289943" sldId="399"/>
            <ac:picMk id="6" creationId="{BCF0C5DD-7075-4A7F-81C8-7F16FB7C95A9}"/>
          </ac:picMkLst>
        </pc:picChg>
        <pc:picChg chg="add del mod">
          <ac:chgData name="Choi Jeomki" userId="f1912f8b0928b9f1" providerId="LiveId" clId="{87A2D2B5-65FF-4A81-BB2F-74A5A8C11D8B}" dt="2019-02-22T15:13:05.937" v="23004" actId="478"/>
          <ac:picMkLst>
            <pc:docMk/>
            <pc:sldMk cId="361289943" sldId="399"/>
            <ac:picMk id="7" creationId="{5DD551D5-3E53-4F04-AB42-1FE8BB0345D8}"/>
          </ac:picMkLst>
        </pc:picChg>
        <pc:picChg chg="add mod">
          <ac:chgData name="Choi Jeomki" userId="f1912f8b0928b9f1" providerId="LiveId" clId="{87A2D2B5-65FF-4A81-BB2F-74A5A8C11D8B}" dt="2019-02-22T15:15:05.944" v="23065" actId="1036"/>
          <ac:picMkLst>
            <pc:docMk/>
            <pc:sldMk cId="361289943" sldId="399"/>
            <ac:picMk id="11" creationId="{F4307363-BA03-43E3-9963-2A2255943EF4}"/>
          </ac:picMkLst>
        </pc:picChg>
        <pc:picChg chg="del mod">
          <ac:chgData name="Choi Jeomki" userId="f1912f8b0928b9f1" providerId="LiveId" clId="{87A2D2B5-65FF-4A81-BB2F-74A5A8C11D8B}" dt="2019-02-22T15:02:18.929" v="22639" actId="478"/>
          <ac:picMkLst>
            <pc:docMk/>
            <pc:sldMk cId="361289943" sldId="399"/>
            <ac:picMk id="13" creationId="{5C615B3B-5FFC-4BB4-95CC-877DC1DAA6A6}"/>
          </ac:picMkLst>
        </pc:picChg>
        <pc:picChg chg="del mod">
          <ac:chgData name="Choi Jeomki" userId="f1912f8b0928b9f1" providerId="LiveId" clId="{87A2D2B5-65FF-4A81-BB2F-74A5A8C11D8B}" dt="2019-02-22T15:02:18.929" v="22639" actId="478"/>
          <ac:picMkLst>
            <pc:docMk/>
            <pc:sldMk cId="361289943" sldId="399"/>
            <ac:picMk id="14" creationId="{50EB8979-FB0E-4CB2-80E6-4CB6AEE10CA8}"/>
          </ac:picMkLst>
        </pc:picChg>
        <pc:picChg chg="del mod">
          <ac:chgData name="Choi Jeomki" userId="f1912f8b0928b9f1" providerId="LiveId" clId="{87A2D2B5-65FF-4A81-BB2F-74A5A8C11D8B}" dt="2019-02-22T15:02:18.929" v="22639" actId="478"/>
          <ac:picMkLst>
            <pc:docMk/>
            <pc:sldMk cId="361289943" sldId="399"/>
            <ac:picMk id="15" creationId="{796A432E-336D-4DDC-94DF-8FF8D8A9220B}"/>
          </ac:picMkLst>
        </pc:picChg>
      </pc:sldChg>
      <pc:sldChg chg="addSp delSp modSp add">
        <pc:chgData name="Choi Jeomki" userId="f1912f8b0928b9f1" providerId="LiveId" clId="{87A2D2B5-65FF-4A81-BB2F-74A5A8C11D8B}" dt="2019-03-08T08:28:05.196" v="23512" actId="20577"/>
        <pc:sldMkLst>
          <pc:docMk/>
          <pc:sldMk cId="1892357331" sldId="400"/>
        </pc:sldMkLst>
        <pc:spChg chg="mod">
          <ac:chgData name="Choi Jeomki" userId="f1912f8b0928b9f1" providerId="LiveId" clId="{87A2D2B5-65FF-4A81-BB2F-74A5A8C11D8B}" dt="2019-03-08T08:28:05.196" v="23512" actId="20577"/>
          <ac:spMkLst>
            <pc:docMk/>
            <pc:sldMk cId="1892357331" sldId="400"/>
            <ac:spMk id="3" creationId="{00000000-0000-0000-0000-000000000000}"/>
          </ac:spMkLst>
        </pc:spChg>
        <pc:spChg chg="add del mod">
          <ac:chgData name="Choi Jeomki" userId="f1912f8b0928b9f1" providerId="LiveId" clId="{87A2D2B5-65FF-4A81-BB2F-74A5A8C11D8B}" dt="2019-02-22T12:13:41.161" v="15843" actId="478"/>
          <ac:spMkLst>
            <pc:docMk/>
            <pc:sldMk cId="1892357331" sldId="400"/>
            <ac:spMk id="6" creationId="{BB99965E-3C37-4E0E-BCDA-72B33824C9FD}"/>
          </ac:spMkLst>
        </pc:spChg>
        <pc:spChg chg="add del mod">
          <ac:chgData name="Choi Jeomki" userId="f1912f8b0928b9f1" providerId="LiveId" clId="{87A2D2B5-65FF-4A81-BB2F-74A5A8C11D8B}" dt="2019-02-22T12:13:38.870" v="15842" actId="478"/>
          <ac:spMkLst>
            <pc:docMk/>
            <pc:sldMk cId="1892357331" sldId="400"/>
            <ac:spMk id="7" creationId="{2E261AF7-431D-4A8B-9FE8-C3985E99A750}"/>
          </ac:spMkLst>
        </pc:spChg>
        <pc:spChg chg="mod">
          <ac:chgData name="Choi Jeomki" userId="f1912f8b0928b9f1" providerId="LiveId" clId="{87A2D2B5-65FF-4A81-BB2F-74A5A8C11D8B}" dt="2019-02-22T12:58:39.476" v="18190" actId="1076"/>
          <ac:spMkLst>
            <pc:docMk/>
            <pc:sldMk cId="1892357331" sldId="400"/>
            <ac:spMk id="19" creationId="{1676B505-3A8C-4C4E-954F-0F9C9FA165FD}"/>
          </ac:spMkLst>
        </pc:spChg>
        <pc:spChg chg="mod">
          <ac:chgData name="Choi Jeomki" userId="f1912f8b0928b9f1" providerId="LiveId" clId="{87A2D2B5-65FF-4A81-BB2F-74A5A8C11D8B}" dt="2019-02-22T13:00:24.320" v="18233"/>
          <ac:spMkLst>
            <pc:docMk/>
            <pc:sldMk cId="1892357331" sldId="400"/>
            <ac:spMk id="20" creationId="{1CC67DDD-A2E6-4908-A523-C5E28C2014C6}"/>
          </ac:spMkLst>
        </pc:spChg>
        <pc:spChg chg="mod">
          <ac:chgData name="Choi Jeomki" userId="f1912f8b0928b9f1" providerId="LiveId" clId="{87A2D2B5-65FF-4A81-BB2F-74A5A8C11D8B}" dt="2019-02-22T13:00:49.852" v="18242" actId="1036"/>
          <ac:spMkLst>
            <pc:docMk/>
            <pc:sldMk cId="1892357331" sldId="400"/>
            <ac:spMk id="21" creationId="{C2373626-04D2-4B63-A2A1-4F1E88AC7F94}"/>
          </ac:spMkLst>
        </pc:spChg>
        <pc:spChg chg="mod">
          <ac:chgData name="Choi Jeomki" userId="f1912f8b0928b9f1" providerId="LiveId" clId="{87A2D2B5-65FF-4A81-BB2F-74A5A8C11D8B}" dt="2019-02-22T13:00:34.383" v="18234" actId="14100"/>
          <ac:spMkLst>
            <pc:docMk/>
            <pc:sldMk cId="1892357331" sldId="400"/>
            <ac:spMk id="22" creationId="{DD287236-34BD-4067-97EA-54E9723D152E}"/>
          </ac:spMkLst>
        </pc:spChg>
        <pc:spChg chg="mod topLvl">
          <ac:chgData name="Choi Jeomki" userId="f1912f8b0928b9f1" providerId="LiveId" clId="{87A2D2B5-65FF-4A81-BB2F-74A5A8C11D8B}" dt="2019-02-22T12:13:14.183" v="15830" actId="164"/>
          <ac:spMkLst>
            <pc:docMk/>
            <pc:sldMk cId="1892357331" sldId="400"/>
            <ac:spMk id="25" creationId="{3D5D45AC-541E-4CF2-B2FA-F20F4ACF5FEC}"/>
          </ac:spMkLst>
        </pc:spChg>
        <pc:spChg chg="mod">
          <ac:chgData name="Choi Jeomki" userId="f1912f8b0928b9f1" providerId="LiveId" clId="{87A2D2B5-65FF-4A81-BB2F-74A5A8C11D8B}" dt="2019-02-22T12:58:46.517" v="18192" actId="14100"/>
          <ac:spMkLst>
            <pc:docMk/>
            <pc:sldMk cId="1892357331" sldId="400"/>
            <ac:spMk id="28" creationId="{8704CB08-960C-46C9-83BF-464F05547EFE}"/>
          </ac:spMkLst>
        </pc:spChg>
        <pc:spChg chg="mod topLvl">
          <ac:chgData name="Choi Jeomki" userId="f1912f8b0928b9f1" providerId="LiveId" clId="{87A2D2B5-65FF-4A81-BB2F-74A5A8C11D8B}" dt="2019-02-22T12:13:20.763" v="15832" actId="164"/>
          <ac:spMkLst>
            <pc:docMk/>
            <pc:sldMk cId="1892357331" sldId="400"/>
            <ac:spMk id="30" creationId="{AF830C43-2089-4A09-93CD-4442D4B4705C}"/>
          </ac:spMkLst>
        </pc:spChg>
        <pc:spChg chg="mod topLvl">
          <ac:chgData name="Choi Jeomki" userId="f1912f8b0928b9f1" providerId="LiveId" clId="{87A2D2B5-65FF-4A81-BB2F-74A5A8C11D8B}" dt="2019-02-22T12:13:17.422" v="15831" actId="164"/>
          <ac:spMkLst>
            <pc:docMk/>
            <pc:sldMk cId="1892357331" sldId="400"/>
            <ac:spMk id="35" creationId="{3604002B-AF08-471C-8E4C-9D9A875670A5}"/>
          </ac:spMkLst>
        </pc:spChg>
        <pc:spChg chg="del mod">
          <ac:chgData name="Choi Jeomki" userId="f1912f8b0928b9f1" providerId="LiveId" clId="{87A2D2B5-65FF-4A81-BB2F-74A5A8C11D8B}" dt="2019-02-22T12:42:40.764" v="16795" actId="478"/>
          <ac:spMkLst>
            <pc:docMk/>
            <pc:sldMk cId="1892357331" sldId="400"/>
            <ac:spMk id="38" creationId="{498089BE-41CD-49BA-BE67-76D395D45A9D}"/>
          </ac:spMkLst>
        </pc:spChg>
        <pc:spChg chg="mod">
          <ac:chgData name="Choi Jeomki" userId="f1912f8b0928b9f1" providerId="LiveId" clId="{87A2D2B5-65FF-4A81-BB2F-74A5A8C11D8B}" dt="2019-02-22T12:58:39.476" v="18190" actId="1076"/>
          <ac:spMkLst>
            <pc:docMk/>
            <pc:sldMk cId="1892357331" sldId="400"/>
            <ac:spMk id="39" creationId="{1CE92A92-49EB-4CAB-A3BA-1E62BF464F71}"/>
          </ac:spMkLst>
        </pc:spChg>
        <pc:spChg chg="del mod">
          <ac:chgData name="Choi Jeomki" userId="f1912f8b0928b9f1" providerId="LiveId" clId="{87A2D2B5-65FF-4A81-BB2F-74A5A8C11D8B}" dt="2019-02-22T13:00:59.784" v="18243" actId="478"/>
          <ac:spMkLst>
            <pc:docMk/>
            <pc:sldMk cId="1892357331" sldId="400"/>
            <ac:spMk id="40" creationId="{A2F13F7E-4043-4037-8B25-DAD052CA4114}"/>
          </ac:spMkLst>
        </pc:spChg>
        <pc:spChg chg="mod">
          <ac:chgData name="Choi Jeomki" userId="f1912f8b0928b9f1" providerId="LiveId" clId="{87A2D2B5-65FF-4A81-BB2F-74A5A8C11D8B}" dt="2019-02-22T13:02:10.004" v="18284" actId="1076"/>
          <ac:spMkLst>
            <pc:docMk/>
            <pc:sldMk cId="1892357331" sldId="400"/>
            <ac:spMk id="42" creationId="{4890DA7A-6799-4D3B-896B-3C7C173A2010}"/>
          </ac:spMkLst>
        </pc:spChg>
        <pc:spChg chg="del">
          <ac:chgData name="Choi Jeomki" userId="f1912f8b0928b9f1" providerId="LiveId" clId="{87A2D2B5-65FF-4A81-BB2F-74A5A8C11D8B}" dt="2019-02-22T12:14:53.773" v="15857" actId="478"/>
          <ac:spMkLst>
            <pc:docMk/>
            <pc:sldMk cId="1892357331" sldId="400"/>
            <ac:spMk id="43" creationId="{9A0D69FF-64B3-41A2-BCB6-C0ABE196497D}"/>
          </ac:spMkLst>
        </pc:spChg>
        <pc:spChg chg="mod">
          <ac:chgData name="Choi Jeomki" userId="f1912f8b0928b9f1" providerId="LiveId" clId="{87A2D2B5-65FF-4A81-BB2F-74A5A8C11D8B}" dt="2019-02-22T12:13:46.040" v="15844" actId="1076"/>
          <ac:spMkLst>
            <pc:docMk/>
            <pc:sldMk cId="1892357331" sldId="400"/>
            <ac:spMk id="44" creationId="{16F08C8C-1E03-4246-8752-D4A1F8D451A2}"/>
          </ac:spMkLst>
        </pc:spChg>
        <pc:spChg chg="mod">
          <ac:chgData name="Choi Jeomki" userId="f1912f8b0928b9f1" providerId="LiveId" clId="{87A2D2B5-65FF-4A81-BB2F-74A5A8C11D8B}" dt="2019-02-22T12:58:39.476" v="18190" actId="1076"/>
          <ac:spMkLst>
            <pc:docMk/>
            <pc:sldMk cId="1892357331" sldId="400"/>
            <ac:spMk id="45" creationId="{2B5F1D4E-ECD6-4B18-9A87-21588EE78D6C}"/>
          </ac:spMkLst>
        </pc:spChg>
        <pc:spChg chg="del">
          <ac:chgData name="Choi Jeomki" userId="f1912f8b0928b9f1" providerId="LiveId" clId="{87A2D2B5-65FF-4A81-BB2F-74A5A8C11D8B}" dt="2019-02-22T12:14:53.773" v="15857" actId="478"/>
          <ac:spMkLst>
            <pc:docMk/>
            <pc:sldMk cId="1892357331" sldId="400"/>
            <ac:spMk id="46" creationId="{DD3C2633-92C3-4071-89B3-AE45149A0915}"/>
          </ac:spMkLst>
        </pc:spChg>
        <pc:spChg chg="add mod">
          <ac:chgData name="Choi Jeomki" userId="f1912f8b0928b9f1" providerId="LiveId" clId="{87A2D2B5-65FF-4A81-BB2F-74A5A8C11D8B}" dt="2019-02-22T12:58:39.476" v="18190" actId="1076"/>
          <ac:spMkLst>
            <pc:docMk/>
            <pc:sldMk cId="1892357331" sldId="400"/>
            <ac:spMk id="47" creationId="{30EA2BE5-E3E0-4BDC-9F72-423DEAF56A0B}"/>
          </ac:spMkLst>
        </pc:spChg>
        <pc:spChg chg="add mod">
          <ac:chgData name="Choi Jeomki" userId="f1912f8b0928b9f1" providerId="LiveId" clId="{87A2D2B5-65FF-4A81-BB2F-74A5A8C11D8B}" dt="2019-02-22T12:58:43.119" v="18191" actId="14100"/>
          <ac:spMkLst>
            <pc:docMk/>
            <pc:sldMk cId="1892357331" sldId="400"/>
            <ac:spMk id="48" creationId="{613ACBD4-7434-4D19-B977-ECDD3681E992}"/>
          </ac:spMkLst>
        </pc:spChg>
        <pc:grpChg chg="del mod">
          <ac:chgData name="Choi Jeomki" userId="f1912f8b0928b9f1" providerId="LiveId" clId="{87A2D2B5-65FF-4A81-BB2F-74A5A8C11D8B}" dt="2019-02-22T12:12:16.584" v="15790" actId="165"/>
          <ac:grpSpMkLst>
            <pc:docMk/>
            <pc:sldMk cId="1892357331" sldId="400"/>
            <ac:grpSpMk id="4" creationId="{EB668873-726A-43D9-9CA6-1C1181381030}"/>
          </ac:grpSpMkLst>
        </pc:grpChg>
        <pc:grpChg chg="del mod">
          <ac:chgData name="Choi Jeomki" userId="f1912f8b0928b9f1" providerId="LiveId" clId="{87A2D2B5-65FF-4A81-BB2F-74A5A8C11D8B}" dt="2019-02-22T12:12:16.584" v="15790" actId="165"/>
          <ac:grpSpMkLst>
            <pc:docMk/>
            <pc:sldMk cId="1892357331" sldId="400"/>
            <ac:grpSpMk id="5" creationId="{CE172DB3-EF56-4A3E-8FC2-9011443A26F4}"/>
          </ac:grpSpMkLst>
        </pc:grpChg>
        <pc:grpChg chg="add del mod">
          <ac:chgData name="Choi Jeomki" userId="f1912f8b0928b9f1" providerId="LiveId" clId="{87A2D2B5-65FF-4A81-BB2F-74A5A8C11D8B}" dt="2019-02-22T12:12:16.584" v="15790" actId="165"/>
          <ac:grpSpMkLst>
            <pc:docMk/>
            <pc:sldMk cId="1892357331" sldId="400"/>
            <ac:grpSpMk id="8" creationId="{CBE4D0DF-193C-43CB-97B7-35511BC8B2EC}"/>
          </ac:grpSpMkLst>
        </pc:grpChg>
        <pc:grpChg chg="add mod">
          <ac:chgData name="Choi Jeomki" userId="f1912f8b0928b9f1" providerId="LiveId" clId="{87A2D2B5-65FF-4A81-BB2F-74A5A8C11D8B}" dt="2019-02-22T12:58:39.476" v="18190" actId="1076"/>
          <ac:grpSpMkLst>
            <pc:docMk/>
            <pc:sldMk cId="1892357331" sldId="400"/>
            <ac:grpSpMk id="9" creationId="{E2562F81-6836-454B-9EFD-1D9F4ABF1239}"/>
          </ac:grpSpMkLst>
        </pc:grpChg>
        <pc:grpChg chg="add mod">
          <ac:chgData name="Choi Jeomki" userId="f1912f8b0928b9f1" providerId="LiveId" clId="{87A2D2B5-65FF-4A81-BB2F-74A5A8C11D8B}" dt="2019-02-22T12:58:39.476" v="18190" actId="1076"/>
          <ac:grpSpMkLst>
            <pc:docMk/>
            <pc:sldMk cId="1892357331" sldId="400"/>
            <ac:grpSpMk id="10" creationId="{C5396FD4-2ABC-4952-9DDA-488F061E1989}"/>
          </ac:grpSpMkLst>
        </pc:grpChg>
        <pc:grpChg chg="add mod">
          <ac:chgData name="Choi Jeomki" userId="f1912f8b0928b9f1" providerId="LiveId" clId="{87A2D2B5-65FF-4A81-BB2F-74A5A8C11D8B}" dt="2019-02-22T13:00:49.852" v="18242" actId="1036"/>
          <ac:grpSpMkLst>
            <pc:docMk/>
            <pc:sldMk cId="1892357331" sldId="400"/>
            <ac:grpSpMk id="11" creationId="{33E9CC24-682A-47E7-9C2A-6D7F6668D6B2}"/>
          </ac:grpSpMkLst>
        </pc:grpChg>
        <pc:grpChg chg="mod topLvl">
          <ac:chgData name="Choi Jeomki" userId="f1912f8b0928b9f1" providerId="LiveId" clId="{87A2D2B5-65FF-4A81-BB2F-74A5A8C11D8B}" dt="2019-02-22T12:13:14.183" v="15830" actId="164"/>
          <ac:grpSpMkLst>
            <pc:docMk/>
            <pc:sldMk cId="1892357331" sldId="400"/>
            <ac:grpSpMk id="24" creationId="{AE857B8B-D9C7-4B76-9DEE-D62B441D3663}"/>
          </ac:grpSpMkLst>
        </pc:grpChg>
        <pc:grpChg chg="mod topLvl">
          <ac:chgData name="Choi Jeomki" userId="f1912f8b0928b9f1" providerId="LiveId" clId="{87A2D2B5-65FF-4A81-BB2F-74A5A8C11D8B}" dt="2019-02-22T12:13:20.763" v="15832" actId="164"/>
          <ac:grpSpMkLst>
            <pc:docMk/>
            <pc:sldMk cId="1892357331" sldId="400"/>
            <ac:grpSpMk id="29" creationId="{58BE8756-1B3D-42D8-B1E6-DC4A42CDA267}"/>
          </ac:grpSpMkLst>
        </pc:grpChg>
        <pc:grpChg chg="mod topLvl">
          <ac:chgData name="Choi Jeomki" userId="f1912f8b0928b9f1" providerId="LiveId" clId="{87A2D2B5-65FF-4A81-BB2F-74A5A8C11D8B}" dt="2019-02-22T12:13:17.422" v="15831" actId="164"/>
          <ac:grpSpMkLst>
            <pc:docMk/>
            <pc:sldMk cId="1892357331" sldId="400"/>
            <ac:grpSpMk id="34" creationId="{45C7C127-8F92-40F3-B69F-C4898D64DC6C}"/>
          </ac:grpSpMkLst>
        </pc:grpChg>
        <pc:cxnChg chg="mod">
          <ac:chgData name="Choi Jeomki" userId="f1912f8b0928b9f1" providerId="LiveId" clId="{87A2D2B5-65FF-4A81-BB2F-74A5A8C11D8B}" dt="2019-02-22T13:01:57.045" v="18282" actId="14100"/>
          <ac:cxnSpMkLst>
            <pc:docMk/>
            <pc:sldMk cId="1892357331" sldId="400"/>
            <ac:cxnSpMk id="33" creationId="{5498E9F7-F5A9-4E32-8BE1-EA09A47B301A}"/>
          </ac:cxnSpMkLst>
        </pc:cxnChg>
        <pc:cxnChg chg="mod">
          <ac:chgData name="Choi Jeomki" userId="f1912f8b0928b9f1" providerId="LiveId" clId="{87A2D2B5-65FF-4A81-BB2F-74A5A8C11D8B}" dt="2019-02-22T13:02:02.013" v="18283" actId="14100"/>
          <ac:cxnSpMkLst>
            <pc:docMk/>
            <pc:sldMk cId="1892357331" sldId="400"/>
            <ac:cxnSpMk id="41" creationId="{32C8B8BF-F6BC-4A57-9FEC-83D8C7EA4CB5}"/>
          </ac:cxnSpMkLst>
        </pc:cxnChg>
      </pc:sldChg>
      <pc:sldChg chg="addSp delSp modSp add">
        <pc:chgData name="Choi Jeomki" userId="f1912f8b0928b9f1" providerId="LiveId" clId="{87A2D2B5-65FF-4A81-BB2F-74A5A8C11D8B}" dt="2019-02-22T15:17:42.193" v="23102" actId="478"/>
        <pc:sldMkLst>
          <pc:docMk/>
          <pc:sldMk cId="2214193999" sldId="403"/>
        </pc:sldMkLst>
        <pc:spChg chg="add del mod">
          <ac:chgData name="Choi Jeomki" userId="f1912f8b0928b9f1" providerId="LiveId" clId="{87A2D2B5-65FF-4A81-BB2F-74A5A8C11D8B}" dt="2019-02-22T15:17:42.193" v="23102" actId="478"/>
          <ac:spMkLst>
            <pc:docMk/>
            <pc:sldMk cId="2214193999" sldId="403"/>
            <ac:spMk id="38" creationId="{56EC8324-ADDE-45BE-A669-8F023BDDEBD6}"/>
          </ac:spMkLst>
        </pc:spChg>
      </pc:sldChg>
      <pc:sldChg chg="modSp add">
        <pc:chgData name="Choi Jeomki" userId="f1912f8b0928b9f1" providerId="LiveId" clId="{87A2D2B5-65FF-4A81-BB2F-74A5A8C11D8B}" dt="2019-02-22T16:05:36.425" v="23146" actId="14100"/>
        <pc:sldMkLst>
          <pc:docMk/>
          <pc:sldMk cId="425626669" sldId="405"/>
        </pc:sldMkLst>
        <pc:spChg chg="mod">
          <ac:chgData name="Choi Jeomki" userId="f1912f8b0928b9f1" providerId="LiveId" clId="{87A2D2B5-65FF-4A81-BB2F-74A5A8C11D8B}" dt="2019-02-22T16:05:18.409" v="23133" actId="1036"/>
          <ac:spMkLst>
            <pc:docMk/>
            <pc:sldMk cId="425626669" sldId="405"/>
            <ac:spMk id="42" creationId="{4890DA7A-6799-4D3B-896B-3C7C173A2010}"/>
          </ac:spMkLst>
        </pc:spChg>
        <pc:cxnChg chg="mod">
          <ac:chgData name="Choi Jeomki" userId="f1912f8b0928b9f1" providerId="LiveId" clId="{87A2D2B5-65FF-4A81-BB2F-74A5A8C11D8B}" dt="2019-02-22T16:05:36.425" v="23146" actId="14100"/>
          <ac:cxnSpMkLst>
            <pc:docMk/>
            <pc:sldMk cId="425626669" sldId="405"/>
            <ac:cxnSpMk id="33" creationId="{5498E9F7-F5A9-4E32-8BE1-EA09A47B301A}"/>
          </ac:cxnSpMkLst>
        </pc:cxnChg>
        <pc:cxnChg chg="mod">
          <ac:chgData name="Choi Jeomki" userId="f1912f8b0928b9f1" providerId="LiveId" clId="{87A2D2B5-65FF-4A81-BB2F-74A5A8C11D8B}" dt="2019-02-22T16:05:33.866" v="23145" actId="14100"/>
          <ac:cxnSpMkLst>
            <pc:docMk/>
            <pc:sldMk cId="425626669" sldId="405"/>
            <ac:cxnSpMk id="41" creationId="{32C8B8BF-F6BC-4A57-9FEC-83D8C7EA4CB5}"/>
          </ac:cxnSpMkLst>
        </pc:cxnChg>
      </pc:sldChg>
      <pc:sldChg chg="addSp delSp modSp add">
        <pc:chgData name="Choi Jeomki" userId="f1912f8b0928b9f1" providerId="LiveId" clId="{87A2D2B5-65FF-4A81-BB2F-74A5A8C11D8B}" dt="2019-02-22T14:35:44.754" v="21943" actId="1035"/>
        <pc:sldMkLst>
          <pc:docMk/>
          <pc:sldMk cId="3042065811" sldId="406"/>
        </pc:sldMkLst>
        <pc:spChg chg="mod">
          <ac:chgData name="Choi Jeomki" userId="f1912f8b0928b9f1" providerId="LiveId" clId="{87A2D2B5-65FF-4A81-BB2F-74A5A8C11D8B}" dt="2019-02-22T13:48:08.282" v="20939"/>
          <ac:spMkLst>
            <pc:docMk/>
            <pc:sldMk cId="3042065811" sldId="406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2T14:18:44.299" v="21503" actId="20577"/>
          <ac:spMkLst>
            <pc:docMk/>
            <pc:sldMk cId="3042065811" sldId="406"/>
            <ac:spMk id="3" creationId="{00000000-0000-0000-0000-000000000000}"/>
          </ac:spMkLst>
        </pc:spChg>
        <pc:spChg chg="del">
          <ac:chgData name="Choi Jeomki" userId="f1912f8b0928b9f1" providerId="LiveId" clId="{87A2D2B5-65FF-4A81-BB2F-74A5A8C11D8B}" dt="2019-02-22T14:21:33.641" v="21521" actId="478"/>
          <ac:spMkLst>
            <pc:docMk/>
            <pc:sldMk cId="3042065811" sldId="406"/>
            <ac:spMk id="5" creationId="{A339D399-F722-4686-9D90-0D79D02B6F96}"/>
          </ac:spMkLst>
        </pc:spChg>
        <pc:spChg chg="del mod">
          <ac:chgData name="Choi Jeomki" userId="f1912f8b0928b9f1" providerId="LiveId" clId="{87A2D2B5-65FF-4A81-BB2F-74A5A8C11D8B}" dt="2019-02-22T14:35:13.235" v="21930" actId="478"/>
          <ac:spMkLst>
            <pc:docMk/>
            <pc:sldMk cId="3042065811" sldId="406"/>
            <ac:spMk id="8" creationId="{D6004900-81E4-425F-9F1B-B8A115D9A8CE}"/>
          </ac:spMkLst>
        </pc:spChg>
        <pc:spChg chg="add mod ord">
          <ac:chgData name="Choi Jeomki" userId="f1912f8b0928b9f1" providerId="LiveId" clId="{87A2D2B5-65FF-4A81-BB2F-74A5A8C11D8B}" dt="2019-02-22T14:35:41.482" v="21940" actId="14100"/>
          <ac:spMkLst>
            <pc:docMk/>
            <pc:sldMk cId="3042065811" sldId="406"/>
            <ac:spMk id="14" creationId="{D783567B-C42E-4245-84F7-7C04A7232CFF}"/>
          </ac:spMkLst>
        </pc:spChg>
        <pc:spChg chg="add mod ord">
          <ac:chgData name="Choi Jeomki" userId="f1912f8b0928b9f1" providerId="LiveId" clId="{87A2D2B5-65FF-4A81-BB2F-74A5A8C11D8B}" dt="2019-02-22T14:34:56.341" v="21926" actId="20577"/>
          <ac:spMkLst>
            <pc:docMk/>
            <pc:sldMk cId="3042065811" sldId="406"/>
            <ac:spMk id="15" creationId="{3C6D1080-FF6E-42DA-9B65-E8B775137E9B}"/>
          </ac:spMkLst>
        </pc:spChg>
        <pc:picChg chg="del">
          <ac:chgData name="Choi Jeomki" userId="f1912f8b0928b9f1" providerId="LiveId" clId="{87A2D2B5-65FF-4A81-BB2F-74A5A8C11D8B}" dt="2019-02-22T14:18:52.759" v="21506" actId="478"/>
          <ac:picMkLst>
            <pc:docMk/>
            <pc:sldMk cId="3042065811" sldId="406"/>
            <ac:picMk id="4" creationId="{C09E0336-0568-411A-ACD1-4BFC5BFC18C8}"/>
          </ac:picMkLst>
        </pc:picChg>
        <pc:picChg chg="del">
          <ac:chgData name="Choi Jeomki" userId="f1912f8b0928b9f1" providerId="LiveId" clId="{87A2D2B5-65FF-4A81-BB2F-74A5A8C11D8B}" dt="2019-02-22T14:18:51.599" v="21504" actId="478"/>
          <ac:picMkLst>
            <pc:docMk/>
            <pc:sldMk cId="3042065811" sldId="406"/>
            <ac:picMk id="6" creationId="{595B985E-1F56-49AE-BBC2-B01A362A3B3A}"/>
          </ac:picMkLst>
        </pc:picChg>
        <pc:picChg chg="add mod">
          <ac:chgData name="Choi Jeomki" userId="f1912f8b0928b9f1" providerId="LiveId" clId="{87A2D2B5-65FF-4A81-BB2F-74A5A8C11D8B}" dt="2019-02-22T14:35:01.443" v="21928" actId="552"/>
          <ac:picMkLst>
            <pc:docMk/>
            <pc:sldMk cId="3042065811" sldId="406"/>
            <ac:picMk id="7" creationId="{EEFED513-6B78-49F3-A1D3-24A32D4FB300}"/>
          </ac:picMkLst>
        </pc:picChg>
        <pc:picChg chg="del">
          <ac:chgData name="Choi Jeomki" userId="f1912f8b0928b9f1" providerId="LiveId" clId="{87A2D2B5-65FF-4A81-BB2F-74A5A8C11D8B}" dt="2019-02-22T14:21:33.641" v="21521" actId="478"/>
          <ac:picMkLst>
            <pc:docMk/>
            <pc:sldMk cId="3042065811" sldId="406"/>
            <ac:picMk id="9" creationId="{77C4F66C-731D-407A-BBEC-7DD6051D7F9C}"/>
          </ac:picMkLst>
        </pc:picChg>
        <pc:picChg chg="del">
          <ac:chgData name="Choi Jeomki" userId="f1912f8b0928b9f1" providerId="LiveId" clId="{87A2D2B5-65FF-4A81-BB2F-74A5A8C11D8B}" dt="2019-02-22T14:18:52.136" v="21505" actId="478"/>
          <ac:picMkLst>
            <pc:docMk/>
            <pc:sldMk cId="3042065811" sldId="406"/>
            <ac:picMk id="10" creationId="{25693F61-5221-4BAD-B867-9121F6BE46F5}"/>
          </ac:picMkLst>
        </pc:picChg>
        <pc:picChg chg="add mod">
          <ac:chgData name="Choi Jeomki" userId="f1912f8b0928b9f1" providerId="LiveId" clId="{87A2D2B5-65FF-4A81-BB2F-74A5A8C11D8B}" dt="2019-02-22T14:35:01.443" v="21928" actId="552"/>
          <ac:picMkLst>
            <pc:docMk/>
            <pc:sldMk cId="3042065811" sldId="406"/>
            <ac:picMk id="11" creationId="{EC44C232-FECD-41A5-BC38-020A799F7A38}"/>
          </ac:picMkLst>
        </pc:picChg>
        <pc:picChg chg="add mod">
          <ac:chgData name="Choi Jeomki" userId="f1912f8b0928b9f1" providerId="LiveId" clId="{87A2D2B5-65FF-4A81-BB2F-74A5A8C11D8B}" dt="2019-02-22T14:35:44.754" v="21943" actId="1035"/>
          <ac:picMkLst>
            <pc:docMk/>
            <pc:sldMk cId="3042065811" sldId="406"/>
            <ac:picMk id="12" creationId="{CF49B26F-A7E2-471A-A986-FCA4C68807A2}"/>
          </ac:picMkLst>
        </pc:picChg>
        <pc:picChg chg="add mod">
          <ac:chgData name="Choi Jeomki" userId="f1912f8b0928b9f1" providerId="LiveId" clId="{87A2D2B5-65FF-4A81-BB2F-74A5A8C11D8B}" dt="2019-02-22T14:35:36.787" v="21939" actId="552"/>
          <ac:picMkLst>
            <pc:docMk/>
            <pc:sldMk cId="3042065811" sldId="406"/>
            <ac:picMk id="13" creationId="{D4C1E34C-1966-407E-9196-D55A7BDAEF60}"/>
          </ac:picMkLst>
        </pc:picChg>
      </pc:sldChg>
      <pc:sldChg chg="addSp delSp modSp add">
        <pc:chgData name="Choi Jeomki" userId="f1912f8b0928b9f1" providerId="LiveId" clId="{87A2D2B5-65FF-4A81-BB2F-74A5A8C11D8B}" dt="2019-02-22T14:39:24.855" v="22477" actId="20577"/>
        <pc:sldMkLst>
          <pc:docMk/>
          <pc:sldMk cId="3821635586" sldId="407"/>
        </pc:sldMkLst>
        <pc:spChg chg="mod">
          <ac:chgData name="Choi Jeomki" userId="f1912f8b0928b9f1" providerId="LiveId" clId="{87A2D2B5-65FF-4A81-BB2F-74A5A8C11D8B}" dt="2019-02-22T14:26:05.808" v="21803"/>
          <ac:spMkLst>
            <pc:docMk/>
            <pc:sldMk cId="3821635586" sldId="407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2T14:39:24.855" v="22477" actId="20577"/>
          <ac:spMkLst>
            <pc:docMk/>
            <pc:sldMk cId="3821635586" sldId="407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2T14:36:39.745" v="21962" actId="14100"/>
          <ac:spMkLst>
            <pc:docMk/>
            <pc:sldMk cId="3821635586" sldId="407"/>
            <ac:spMk id="4" creationId="{665B5B3B-926F-4815-9DE7-05FC61417AC3}"/>
          </ac:spMkLst>
        </pc:spChg>
        <pc:spChg chg="del mod">
          <ac:chgData name="Choi Jeomki" userId="f1912f8b0928b9f1" providerId="LiveId" clId="{87A2D2B5-65FF-4A81-BB2F-74A5A8C11D8B}" dt="2019-02-22T14:28:43.055" v="21864" actId="478"/>
          <ac:spMkLst>
            <pc:docMk/>
            <pc:sldMk cId="3821635586" sldId="407"/>
            <ac:spMk id="5" creationId="{BEF821EF-E80F-41CE-91E9-4DD520758BF4}"/>
          </ac:spMkLst>
        </pc:spChg>
        <pc:spChg chg="add mod ord">
          <ac:chgData name="Choi Jeomki" userId="f1912f8b0928b9f1" providerId="LiveId" clId="{87A2D2B5-65FF-4A81-BB2F-74A5A8C11D8B}" dt="2019-02-22T14:36:42.082" v="21963" actId="14100"/>
          <ac:spMkLst>
            <pc:docMk/>
            <pc:sldMk cId="3821635586" sldId="407"/>
            <ac:spMk id="12" creationId="{7BC4DFC8-BE6A-4719-80F4-8DD586C17E03}"/>
          </ac:spMkLst>
        </pc:spChg>
        <pc:picChg chg="add mod">
          <ac:chgData name="Choi Jeomki" userId="f1912f8b0928b9f1" providerId="LiveId" clId="{87A2D2B5-65FF-4A81-BB2F-74A5A8C11D8B}" dt="2019-02-22T14:36:00.937" v="21948" actId="1076"/>
          <ac:picMkLst>
            <pc:docMk/>
            <pc:sldMk cId="3821635586" sldId="407"/>
            <ac:picMk id="6" creationId="{85850E8A-E72C-418F-886F-4FC110261FE2}"/>
          </ac:picMkLst>
        </pc:picChg>
        <pc:picChg chg="add mod">
          <ac:chgData name="Choi Jeomki" userId="f1912f8b0928b9f1" providerId="LiveId" clId="{87A2D2B5-65FF-4A81-BB2F-74A5A8C11D8B}" dt="2019-02-22T14:36:47.639" v="21965" actId="1037"/>
          <ac:picMkLst>
            <pc:docMk/>
            <pc:sldMk cId="3821635586" sldId="407"/>
            <ac:picMk id="7" creationId="{95D9701D-6C6A-4924-8CBA-8F124516469A}"/>
          </ac:picMkLst>
        </pc:picChg>
        <pc:picChg chg="add mod">
          <ac:chgData name="Choi Jeomki" userId="f1912f8b0928b9f1" providerId="LiveId" clId="{87A2D2B5-65FF-4A81-BB2F-74A5A8C11D8B}" dt="2019-02-22T14:36:47.639" v="21965" actId="1037"/>
          <ac:picMkLst>
            <pc:docMk/>
            <pc:sldMk cId="3821635586" sldId="407"/>
            <ac:picMk id="8" creationId="{B12EF175-6155-4351-9FB5-17C2C976C7FF}"/>
          </ac:picMkLst>
        </pc:picChg>
        <pc:picChg chg="del">
          <ac:chgData name="Choi Jeomki" userId="f1912f8b0928b9f1" providerId="LiveId" clId="{87A2D2B5-65FF-4A81-BB2F-74A5A8C11D8B}" dt="2019-02-22T14:26:33.130" v="21805" actId="478"/>
          <ac:picMkLst>
            <pc:docMk/>
            <pc:sldMk cId="3821635586" sldId="407"/>
            <ac:picMk id="13" creationId="{5C615B3B-5FFC-4BB4-95CC-877DC1DAA6A6}"/>
          </ac:picMkLst>
        </pc:picChg>
        <pc:picChg chg="del">
          <ac:chgData name="Choi Jeomki" userId="f1912f8b0928b9f1" providerId="LiveId" clId="{87A2D2B5-65FF-4A81-BB2F-74A5A8C11D8B}" dt="2019-02-22T14:26:34.134" v="21806" actId="478"/>
          <ac:picMkLst>
            <pc:docMk/>
            <pc:sldMk cId="3821635586" sldId="407"/>
            <ac:picMk id="14" creationId="{50EB8979-FB0E-4CB2-80E6-4CB6AEE10CA8}"/>
          </ac:picMkLst>
        </pc:picChg>
        <pc:picChg chg="del">
          <ac:chgData name="Choi Jeomki" userId="f1912f8b0928b9f1" providerId="LiveId" clId="{87A2D2B5-65FF-4A81-BB2F-74A5A8C11D8B}" dt="2019-02-22T14:26:34.455" v="21807" actId="478"/>
          <ac:picMkLst>
            <pc:docMk/>
            <pc:sldMk cId="3821635586" sldId="407"/>
            <ac:picMk id="15" creationId="{796A432E-336D-4DDC-94DF-8FF8D8A9220B}"/>
          </ac:picMkLst>
        </pc:picChg>
      </pc:sldChg>
      <pc:sldChg chg="addSp delSp modSp add">
        <pc:chgData name="Choi Jeomki" userId="f1912f8b0928b9f1" providerId="LiveId" clId="{87A2D2B5-65FF-4A81-BB2F-74A5A8C11D8B}" dt="2019-02-22T15:16:44.421" v="23097" actId="1076"/>
        <pc:sldMkLst>
          <pc:docMk/>
          <pc:sldMk cId="2612354971" sldId="408"/>
        </pc:sldMkLst>
        <pc:spChg chg="mod">
          <ac:chgData name="Choi Jeomki" userId="f1912f8b0928b9f1" providerId="LiveId" clId="{87A2D2B5-65FF-4A81-BB2F-74A5A8C11D8B}" dt="2019-02-22T15:06:56.185" v="22838" actId="20577"/>
          <ac:spMkLst>
            <pc:docMk/>
            <pc:sldMk cId="2612354971" sldId="408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2T15:07:36.591" v="22968"/>
          <ac:spMkLst>
            <pc:docMk/>
            <pc:sldMk cId="2612354971" sldId="408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2T15:16:42.652" v="23096" actId="20577"/>
          <ac:spMkLst>
            <pc:docMk/>
            <pc:sldMk cId="2612354971" sldId="408"/>
            <ac:spMk id="4" creationId="{665B5B3B-926F-4815-9DE7-05FC61417AC3}"/>
          </ac:spMkLst>
        </pc:spChg>
        <pc:spChg chg="add mod ord">
          <ac:chgData name="Choi Jeomki" userId="f1912f8b0928b9f1" providerId="LiveId" clId="{87A2D2B5-65FF-4A81-BB2F-74A5A8C11D8B}" dt="2019-02-22T15:16:36.821" v="23094" actId="14100"/>
          <ac:spMkLst>
            <pc:docMk/>
            <pc:sldMk cId="2612354971" sldId="408"/>
            <ac:spMk id="12" creationId="{F6FD46E5-C1E2-4B38-8958-5F5719034E8C}"/>
          </ac:spMkLst>
        </pc:spChg>
        <pc:picChg chg="add del mod">
          <ac:chgData name="Choi Jeomki" userId="f1912f8b0928b9f1" providerId="LiveId" clId="{87A2D2B5-65FF-4A81-BB2F-74A5A8C11D8B}" dt="2019-02-22T15:13:08.549" v="23005"/>
          <ac:picMkLst>
            <pc:docMk/>
            <pc:sldMk cId="2612354971" sldId="408"/>
            <ac:picMk id="5" creationId="{2AD3BD48-6988-44D9-AF34-9E4E7C706D36}"/>
          </ac:picMkLst>
        </pc:picChg>
        <pc:picChg chg="del">
          <ac:chgData name="Choi Jeomki" userId="f1912f8b0928b9f1" providerId="LiveId" clId="{87A2D2B5-65FF-4A81-BB2F-74A5A8C11D8B}" dt="2019-02-22T15:06:38.319" v="22827" actId="478"/>
          <ac:picMkLst>
            <pc:docMk/>
            <pc:sldMk cId="2612354971" sldId="408"/>
            <ac:picMk id="6" creationId="{BCF0C5DD-7075-4A7F-81C8-7F16FB7C95A9}"/>
          </ac:picMkLst>
        </pc:picChg>
        <pc:picChg chg="del">
          <ac:chgData name="Choi Jeomki" userId="f1912f8b0928b9f1" providerId="LiveId" clId="{87A2D2B5-65FF-4A81-BB2F-74A5A8C11D8B}" dt="2019-02-22T15:06:38.319" v="22827" actId="478"/>
          <ac:picMkLst>
            <pc:docMk/>
            <pc:sldMk cId="2612354971" sldId="408"/>
            <ac:picMk id="7" creationId="{5DD551D5-3E53-4F04-AB42-1FE8BB0345D8}"/>
          </ac:picMkLst>
        </pc:picChg>
        <pc:picChg chg="add mod">
          <ac:chgData name="Choi Jeomki" userId="f1912f8b0928b9f1" providerId="LiveId" clId="{87A2D2B5-65FF-4A81-BB2F-74A5A8C11D8B}" dt="2019-02-22T15:15:58.266" v="23075" actId="1037"/>
          <ac:picMkLst>
            <pc:docMk/>
            <pc:sldMk cId="2612354971" sldId="408"/>
            <ac:picMk id="8" creationId="{4DD09037-B77A-4DCF-B5BB-5FC66ABDA01A}"/>
          </ac:picMkLst>
        </pc:picChg>
        <pc:picChg chg="add del mod">
          <ac:chgData name="Choi Jeomki" userId="f1912f8b0928b9f1" providerId="LiveId" clId="{87A2D2B5-65FF-4A81-BB2F-74A5A8C11D8B}" dt="2019-02-22T15:12:09.901" v="22995" actId="478"/>
          <ac:picMkLst>
            <pc:docMk/>
            <pc:sldMk cId="2612354971" sldId="408"/>
            <ac:picMk id="9" creationId="{BEFA8E0C-CFC5-422C-8E4C-D3F8AE734F90}"/>
          </ac:picMkLst>
        </pc:picChg>
        <pc:picChg chg="add mod">
          <ac:chgData name="Choi Jeomki" userId="f1912f8b0928b9f1" providerId="LiveId" clId="{87A2D2B5-65FF-4A81-BB2F-74A5A8C11D8B}" dt="2019-02-22T15:16:44.421" v="23097" actId="1076"/>
          <ac:picMkLst>
            <pc:docMk/>
            <pc:sldMk cId="2612354971" sldId="408"/>
            <ac:picMk id="10" creationId="{E4EFCF19-0BE9-449B-A922-FDB10DDAE3D3}"/>
          </ac:picMkLst>
        </pc:picChg>
        <pc:picChg chg="add mod">
          <ac:chgData name="Choi Jeomki" userId="f1912f8b0928b9f1" providerId="LiveId" clId="{87A2D2B5-65FF-4A81-BB2F-74A5A8C11D8B}" dt="2019-02-22T15:16:38.638" v="23095" actId="1076"/>
          <ac:picMkLst>
            <pc:docMk/>
            <pc:sldMk cId="2612354971" sldId="408"/>
            <ac:picMk id="11" creationId="{BC04C7C0-90FC-4352-AB72-99C0A458CA73}"/>
          </ac:picMkLst>
        </pc:picChg>
      </pc:sldChg>
    </pc:docChg>
  </pc:docChgLst>
  <pc:docChgLst>
    <pc:chgData name="Choi Jeomki" userId="f1912f8b0928b9f1" providerId="LiveId" clId="{B4B7B63D-7C3A-4F4D-8645-46B1095D79C5}"/>
    <pc:docChg chg="undo custSel addSld delSld modSld sldOrd">
      <pc:chgData name="Choi Jeomki" userId="f1912f8b0928b9f1" providerId="LiveId" clId="{B4B7B63D-7C3A-4F4D-8645-46B1095D79C5}" dt="2019-02-18T00:35:26.056" v="7985" actId="1076"/>
      <pc:docMkLst>
        <pc:docMk/>
      </pc:docMkLst>
    </pc:docChg>
  </pc:docChgLst>
  <pc:docChgLst>
    <pc:chgData name="Choi Jeomki" userId="f1912f8b0928b9f1" providerId="LiveId" clId="{3125F63D-9B4B-464C-A171-C6D67B09C83B}"/>
    <pc:docChg chg="undo custSel addSld delSld modSld sldOrd">
      <pc:chgData name="Choi Jeomki" userId="f1912f8b0928b9f1" providerId="LiveId" clId="{3125F63D-9B4B-464C-A171-C6D67B09C83B}" dt="2019-02-21T00:37:27.369" v="6828" actId="2696"/>
      <pc:docMkLst>
        <pc:docMk/>
      </pc:docMkLst>
      <pc:sldChg chg="addSp delSp modSp">
        <pc:chgData name="Choi Jeomki" userId="f1912f8b0928b9f1" providerId="LiveId" clId="{3125F63D-9B4B-464C-A171-C6D67B09C83B}" dt="2019-02-20T06:19:43.673" v="93"/>
        <pc:sldMkLst>
          <pc:docMk/>
          <pc:sldMk cId="2342380751" sldId="328"/>
        </pc:sldMkLst>
        <pc:spChg chg="mod">
          <ac:chgData name="Choi Jeomki" userId="f1912f8b0928b9f1" providerId="LiveId" clId="{3125F63D-9B4B-464C-A171-C6D67B09C83B}" dt="2019-02-20T06:19:35.280" v="90" actId="5793"/>
          <ac:spMkLst>
            <pc:docMk/>
            <pc:sldMk cId="2342380751" sldId="328"/>
            <ac:spMk id="21" creationId="{9F771F1A-289E-4A2A-9DA2-873F091B5C83}"/>
          </ac:spMkLst>
        </pc:spChg>
        <pc:spChg chg="add">
          <ac:chgData name="Choi Jeomki" userId="f1912f8b0928b9f1" providerId="LiveId" clId="{3125F63D-9B4B-464C-A171-C6D67B09C83B}" dt="2019-02-20T06:19:43.673" v="93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3125F63D-9B4B-464C-A171-C6D67B09C83B}" dt="2019-02-20T06:18:57.400" v="7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3125F63D-9B4B-464C-A171-C6D67B09C83B}" dt="2019-02-20T06:19:43.327" v="92" actId="14100"/>
          <ac:spMkLst>
            <pc:docMk/>
            <pc:sldMk cId="2342380751" sldId="328"/>
            <ac:spMk id="39" creationId="{00000000-0000-0000-0000-000000000000}"/>
          </ac:spMkLst>
        </pc:spChg>
        <pc:spChg chg="del mod">
          <ac:chgData name="Choi Jeomki" userId="f1912f8b0928b9f1" providerId="LiveId" clId="{3125F63D-9B4B-464C-A171-C6D67B09C83B}" dt="2019-02-20T06:19:41.263" v="91"/>
          <ac:spMkLst>
            <pc:docMk/>
            <pc:sldMk cId="2342380751" sldId="328"/>
            <ac:spMk id="40" creationId="{2E8B52F4-5469-4176-A3F4-7DE5E5DE621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33.png"/><Relationship Id="rId5" Type="http://schemas.openxmlformats.org/officeDocument/2006/relationships/tags" Target="../tags/tag13.xml"/><Relationship Id="rId10" Type="http://schemas.openxmlformats.org/officeDocument/2006/relationships/image" Target="../media/image6.png"/><Relationship Id="rId4" Type="http://schemas.openxmlformats.org/officeDocument/2006/relationships/tags" Target="../tags/tag12.xml"/><Relationship Id="rId9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image" Target="../media/image33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6.png"/><Relationship Id="rId5" Type="http://schemas.openxmlformats.org/officeDocument/2006/relationships/tags" Target="../tags/tag21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20.xml"/><Relationship Id="rId9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7.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가공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487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 리코딩 하기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요약변수 만들기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53714" y="3169652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파생변수 만들기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6" y="4339639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18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38026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2144146"/>
            <a:ext cx="2719531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4672614" y="3246480"/>
            <a:ext cx="2562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요약변수 만들기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4672613" y="4344615"/>
            <a:ext cx="2650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파생변수 만들기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1A322131-E279-448F-9C8D-3FD113363A3D}"/>
              </a:ext>
            </a:extLst>
          </p:cNvPr>
          <p:cNvSpPr txBox="1"/>
          <p:nvPr/>
        </p:nvSpPr>
        <p:spPr>
          <a:xfrm>
            <a:off x="4672614" y="2148345"/>
            <a:ext cx="26504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 리코딩 하기</a:t>
            </a:r>
          </a:p>
        </p:txBody>
      </p:sp>
    </p:spTree>
    <p:extLst>
      <p:ext uri="{BB962C8B-B14F-4D97-AF65-F5344CB8AC3E}">
        <p14:creationId xmlns:p14="http://schemas.microsoft.com/office/powerpoint/2010/main" val="2342380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리코딩 하기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데이터셋을 구성하는 개별 변수들을 대상으로 가공하는 </a:t>
            </a:r>
            <a:r>
              <a:rPr lang="ko-KR" altLang="en-US" dirty="0" err="1"/>
              <a:t>전처리</a:t>
            </a:r>
            <a:r>
              <a:rPr lang="ko-KR" altLang="en-US" dirty="0"/>
              <a:t> 기법</a:t>
            </a:r>
            <a:r>
              <a:rPr lang="en-US" altLang="ko-KR" dirty="0"/>
              <a:t> </a:t>
            </a:r>
            <a:r>
              <a:rPr lang="ko-KR" altLang="en-US" dirty="0"/>
              <a:t>중 리코딩변수는 </a:t>
            </a:r>
            <a:r>
              <a:rPr lang="ko-KR" altLang="en-US" dirty="0" smtClean="0"/>
              <a:t>데이터 </a:t>
            </a:r>
            <a:r>
              <a:rPr lang="ko-KR" altLang="en-US" dirty="0" err="1" smtClean="0"/>
              <a:t>가독성을</a:t>
            </a:r>
            <a:r>
              <a:rPr lang="ko-KR" altLang="en-US" dirty="0" smtClean="0"/>
              <a:t> </a:t>
            </a:r>
            <a:r>
              <a:rPr lang="ko-KR" altLang="en-US" dirty="0"/>
              <a:t>높이기 위해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원본 데이터의 숫자</a:t>
            </a:r>
            <a:r>
              <a:rPr lang="en-US" altLang="ko-KR" dirty="0"/>
              <a:t>·</a:t>
            </a:r>
            <a:r>
              <a:rPr lang="ko-KR" altLang="en-US" dirty="0"/>
              <a:t>문자</a:t>
            </a:r>
            <a:r>
              <a:rPr lang="en-US" altLang="ko-KR" dirty="0"/>
              <a:t>·</a:t>
            </a:r>
            <a:r>
              <a:rPr lang="ko-KR" altLang="en-US" dirty="0"/>
              <a:t>논리값 유형을 다른 코드체계로 변경하거나 </a:t>
            </a:r>
            <a:r>
              <a:rPr lang="ko-KR" altLang="en-US" dirty="0" err="1" smtClean="0"/>
              <a:t>리버스</a:t>
            </a:r>
            <a:r>
              <a:rPr lang="ko-KR" altLang="en-US" dirty="0" smtClean="0"/>
              <a:t> 스케일링 </a:t>
            </a:r>
            <a:r>
              <a:rPr lang="ko-KR" altLang="en-US" dirty="0"/>
              <a:t>하는 방법임 </a:t>
            </a:r>
            <a:endParaRPr lang="en-US" altLang="ko-KR" dirty="0"/>
          </a:p>
        </p:txBody>
      </p:sp>
      <p:sp>
        <p:nvSpPr>
          <p:cNvPr id="19" name="모서리가 둥근 직사각형 29">
            <a:extLst>
              <a:ext uri="{FF2B5EF4-FFF2-40B4-BE49-F238E27FC236}">
                <a16:creationId xmlns:a16="http://schemas.microsoft.com/office/drawing/2014/main" xmlns="" id="{1676B505-3A8C-4C4E-954F-0F9C9FA165FD}"/>
              </a:ext>
            </a:extLst>
          </p:cNvPr>
          <p:cNvSpPr/>
          <p:nvPr/>
        </p:nvSpPr>
        <p:spPr bwMode="auto">
          <a:xfrm>
            <a:off x="5436638" y="4329100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 변수의 리코딩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1CC67DDD-A2E6-4908-A523-C5E28C2014C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39516" y="4146914"/>
            <a:ext cx="3116902" cy="886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기술통계함수로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대칭성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측면의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단일한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대표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특성값을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만드는 방법이며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여러 개 관찰치를 하나의 관찰치로 만드는 단일화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여러 개 변수들을 단일변수로 만드는 요인화가 있음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C2373626-04D2-4B63-A2A1-4F1E88AC7F9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39515" y="5606602"/>
            <a:ext cx="3204357" cy="109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10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기존변수들을 활용해 새로운 의미를 갖는 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변수를 만들어 내는 방법이며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항목들을 일정한 그룹으로 묶는 유형화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연속수치를 일정 범위로 분할하는 구간화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2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이상 변수를 결합시키는 지수화가 있음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DD287236-34BD-4067-97EA-54E9723D152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39516" y="2721453"/>
            <a:ext cx="3116902" cy="886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 변수의 코드 내용을 다른 숫자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논리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기호를 가진 코드로 변환해 가독성과 이해도를 높이는 방법이며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주제와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요소 개수에는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변화가 없음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2562F81-6836-454B-9EFD-1D9F4ABF1239}"/>
              </a:ext>
            </a:extLst>
          </p:cNvPr>
          <p:cNvGrpSpPr/>
          <p:nvPr/>
        </p:nvGrpSpPr>
        <p:grpSpPr>
          <a:xfrm>
            <a:off x="1739517" y="3720053"/>
            <a:ext cx="3116902" cy="396044"/>
            <a:chOff x="1790966" y="3614207"/>
            <a:chExt cx="3116902" cy="396044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E857B8B-D9C7-4B76-9DEE-D62B441D3663}"/>
                </a:ext>
              </a:extLst>
            </p:cNvPr>
            <p:cNvGrpSpPr/>
            <p:nvPr/>
          </p:nvGrpSpPr>
          <p:grpSpPr>
            <a:xfrm>
              <a:off x="1790966" y="3614207"/>
              <a:ext cx="3116902" cy="396044"/>
              <a:chOff x="6673389" y="2491579"/>
              <a:chExt cx="4147837" cy="623886"/>
            </a:xfrm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AD74EA2E-C83E-431C-BF87-C6BD82DA731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5606C522-0774-48F7-8EAC-F994C4E82387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3D5D45AC-541E-4CF2-B2FA-F20F4ACF5FEC}"/>
                </a:ext>
              </a:extLst>
            </p:cNvPr>
            <p:cNvSpPr txBox="1"/>
            <p:nvPr/>
          </p:nvSpPr>
          <p:spPr>
            <a:xfrm>
              <a:off x="1917166" y="3717234"/>
              <a:ext cx="2864503" cy="189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요약변수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(summarized variable)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33E9CC24-682A-47E7-9C2A-6D7F6668D6B2}"/>
              </a:ext>
            </a:extLst>
          </p:cNvPr>
          <p:cNvGrpSpPr/>
          <p:nvPr/>
        </p:nvGrpSpPr>
        <p:grpSpPr>
          <a:xfrm>
            <a:off x="1739517" y="5174554"/>
            <a:ext cx="3116902" cy="396044"/>
            <a:chOff x="1790966" y="5193196"/>
            <a:chExt cx="3116902" cy="396044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xmlns="" id="{58BE8756-1B3D-42D8-B1E6-DC4A42CDA267}"/>
                </a:ext>
              </a:extLst>
            </p:cNvPr>
            <p:cNvGrpSpPr/>
            <p:nvPr/>
          </p:nvGrpSpPr>
          <p:grpSpPr>
            <a:xfrm>
              <a:off x="1790966" y="5193196"/>
              <a:ext cx="3116902" cy="396044"/>
              <a:chOff x="6673389" y="2491579"/>
              <a:chExt cx="4147837" cy="623886"/>
            </a:xfrm>
          </p:grpSpPr>
          <p:sp>
            <p:nvSpPr>
              <p:cNvPr id="31" name="오른쪽 대괄호 8">
                <a:extLst>
                  <a:ext uri="{FF2B5EF4-FFF2-40B4-BE49-F238E27FC236}">
                    <a16:creationId xmlns:a16="http://schemas.microsoft.com/office/drawing/2014/main" xmlns="" id="{AB507B47-FE46-44FF-8623-A0E7100E70D7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FE8101F5-D36D-4D70-A072-FD8A890DE80A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AF830C43-2089-4A09-93CD-4442D4B4705C}"/>
                </a:ext>
              </a:extLst>
            </p:cNvPr>
            <p:cNvSpPr txBox="1"/>
            <p:nvPr/>
          </p:nvSpPr>
          <p:spPr>
            <a:xfrm>
              <a:off x="2144920" y="5296223"/>
              <a:ext cx="2408994" cy="189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파생변수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(derived variable)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C5396FD4-2ABC-4952-9DDA-488F061E1989}"/>
              </a:ext>
            </a:extLst>
          </p:cNvPr>
          <p:cNvGrpSpPr/>
          <p:nvPr/>
        </p:nvGrpSpPr>
        <p:grpSpPr>
          <a:xfrm>
            <a:off x="1739517" y="2290539"/>
            <a:ext cx="3116902" cy="396044"/>
            <a:chOff x="1790966" y="2184693"/>
            <a:chExt cx="3116902" cy="396044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xmlns="" id="{45C7C127-8F92-40F3-B69F-C4898D64DC6C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36" name="오른쪽 대괄호 8">
                <a:extLst>
                  <a:ext uri="{FF2B5EF4-FFF2-40B4-BE49-F238E27FC236}">
                    <a16:creationId xmlns:a16="http://schemas.microsoft.com/office/drawing/2014/main" xmlns="" id="{2B2DD359-8FA9-44AD-82DC-289994DF10C8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7" name="오른쪽 대괄호 8">
                <a:extLst>
                  <a:ext uri="{FF2B5EF4-FFF2-40B4-BE49-F238E27FC236}">
                    <a16:creationId xmlns:a16="http://schemas.microsoft.com/office/drawing/2014/main" xmlns="" id="{0A78881E-5E5F-4B8B-990C-646D63273F46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3604002B-AF08-471C-8E4C-9D9A875670A5}"/>
                </a:ext>
              </a:extLst>
            </p:cNvPr>
            <p:cNvSpPr txBox="1"/>
            <p:nvPr/>
          </p:nvSpPr>
          <p:spPr>
            <a:xfrm>
              <a:off x="2026971" y="2287720"/>
              <a:ext cx="2644891" cy="189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리코딩변수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(recoded variable)</a:t>
              </a:r>
            </a:p>
          </p:txBody>
        </p:sp>
      </p:grpSp>
      <p:sp>
        <p:nvSpPr>
          <p:cNvPr id="39" name="모서리가 둥근 직사각형 29">
            <a:extLst>
              <a:ext uri="{FF2B5EF4-FFF2-40B4-BE49-F238E27FC236}">
                <a16:creationId xmlns:a16="http://schemas.microsoft.com/office/drawing/2014/main" xmlns="" id="{1CE92A92-49EB-4CAB-A3BA-1E62BF464F71}"/>
              </a:ext>
            </a:extLst>
          </p:cNvPr>
          <p:cNvSpPr/>
          <p:nvPr/>
        </p:nvSpPr>
        <p:spPr bwMode="auto">
          <a:xfrm>
            <a:off x="5436638" y="2346714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 변수의 리코딩</a:t>
            </a: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xmlns="" id="{8704CB08-960C-46C9-83BF-464F05547EF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51206" y="2274371"/>
            <a:ext cx="5569207" cy="4431229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5498E9F7-F5A9-4E32-8BE1-EA09A47B301A}"/>
              </a:ext>
            </a:extLst>
          </p:cNvPr>
          <p:cNvCxnSpPr>
            <a:cxnSpLocks/>
          </p:cNvCxnSpPr>
          <p:nvPr/>
        </p:nvCxnSpPr>
        <p:spPr>
          <a:xfrm>
            <a:off x="4740971" y="2271642"/>
            <a:ext cx="634949" cy="2729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xmlns="" id="{32C8B8BF-F6BC-4A57-9FEC-83D8C7EA4CB5}"/>
              </a:ext>
            </a:extLst>
          </p:cNvPr>
          <p:cNvCxnSpPr>
            <a:cxnSpLocks/>
          </p:cNvCxnSpPr>
          <p:nvPr/>
        </p:nvCxnSpPr>
        <p:spPr>
          <a:xfrm>
            <a:off x="4835860" y="2686584"/>
            <a:ext cx="515345" cy="401878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sp>
        <p:nvSpPr>
          <p:cNvPr id="42" name="AutoShape 8">
            <a:extLst>
              <a:ext uri="{FF2B5EF4-FFF2-40B4-BE49-F238E27FC236}">
                <a16:creationId xmlns:a16="http://schemas.microsoft.com/office/drawing/2014/main" xmlns="" id="{4890DA7A-6799-4D3B-896B-3C7C173A2010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0">
            <a:off x="4444117" y="3058683"/>
            <a:ext cx="1440000" cy="164730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44" name="타원 91">
            <a:extLst>
              <a:ext uri="{FF2B5EF4-FFF2-40B4-BE49-F238E27FC236}">
                <a16:creationId xmlns:a16="http://schemas.microsoft.com/office/drawing/2014/main" xmlns="" id="{16F08C8C-1E03-4246-8752-D4A1F8D451A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12162" y="3933769"/>
            <a:ext cx="1049880" cy="1006350"/>
          </a:xfrm>
          <a:prstGeom prst="ellipse">
            <a:avLst/>
          </a:prstGeom>
          <a:solidFill>
            <a:srgbClr val="336699"/>
          </a:solidFill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개별변수</a:t>
            </a:r>
            <a: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가공방법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왼쪽 중괄호 44">
            <a:extLst>
              <a:ext uri="{FF2B5EF4-FFF2-40B4-BE49-F238E27FC236}">
                <a16:creationId xmlns:a16="http://schemas.microsoft.com/office/drawing/2014/main" xmlns="" id="{2B5F1D4E-ECD6-4B18-9A87-21588EE78D6C}"/>
              </a:ext>
            </a:extLst>
          </p:cNvPr>
          <p:cNvSpPr/>
          <p:nvPr/>
        </p:nvSpPr>
        <p:spPr bwMode="auto">
          <a:xfrm>
            <a:off x="1467960" y="2454726"/>
            <a:ext cx="216000" cy="4212034"/>
          </a:xfrm>
          <a:prstGeom prst="leftBrac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xmlns="" id="{30EA2BE5-E3E0-4BDC-9F72-423DEAF56A0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490855" y="2671085"/>
            <a:ext cx="5429557" cy="14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1, 2, 2, 1, 2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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0,   2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</a:t>
            </a: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1, 2, 2, 1, 2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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M,   2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F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1, 2, 2, 1, 2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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논리형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TRUE,   2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FALSE</a:t>
            </a: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M,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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M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남성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  F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여성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1, 2, 2, 1, 2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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순서변경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2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  2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1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613ACBD4-7434-4D19-B977-ECDD3681E9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627949" y="4653136"/>
            <a:ext cx="5220580" cy="125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1, 2, 3, 4, 5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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0, 25, 50, 75, 100</a:t>
            </a: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1, 2, 3, 4, 5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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		1: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매우불만족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2: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불만족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3: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4: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5: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매우만족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1, 2, 3, 4, 5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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(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리버스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스케일링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reverse scaling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		  1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5,   2  4,   3  3,   4  2,   5  1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모서리가 둥근 직사각형 154">
            <a:extLst>
              <a:ext uri="{FF2B5EF4-FFF2-40B4-BE49-F238E27FC236}">
                <a16:creationId xmlns:a16="http://schemas.microsoft.com/office/drawing/2014/main" xmlns="" id="{03B684B0-55D9-41F4-9361-DC3A01385238}"/>
              </a:ext>
            </a:extLst>
          </p:cNvPr>
          <p:cNvSpPr/>
          <p:nvPr/>
        </p:nvSpPr>
        <p:spPr>
          <a:xfrm>
            <a:off x="5490855" y="6078045"/>
            <a:ext cx="5220580" cy="562691"/>
          </a:xfrm>
          <a:prstGeom prst="roundRect">
            <a:avLst>
              <a:gd name="adj" fmla="val 10468"/>
            </a:avLst>
          </a:prstGeom>
          <a:solidFill>
            <a:srgbClr val="B2CDE4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eaLnBrk="0" latinLnBrk="0" hangingPunct="0">
              <a:defRPr/>
            </a:pP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리코딩기법은 요약변수와 파생변수를 만드는 </a:t>
            </a:r>
            <a: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가공처리 과정에서도 사용될 수 있음</a:t>
            </a:r>
          </a:p>
        </p:txBody>
      </p:sp>
    </p:spTree>
    <p:extLst>
      <p:ext uri="{BB962C8B-B14F-4D97-AF65-F5344CB8AC3E}">
        <p14:creationId xmlns:p14="http://schemas.microsoft.com/office/powerpoint/2010/main" val="425626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리코딩 대상 범주형 변수 준비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원본 데이터셋에서 범주형 변수로 측정된 변수 중에서 성별</a:t>
            </a:r>
            <a:r>
              <a:rPr lang="en-US" altLang="ko-KR" dirty="0"/>
              <a:t>(gender) </a:t>
            </a:r>
            <a:r>
              <a:rPr lang="ko-KR" altLang="en-US" dirty="0"/>
              <a:t>변수를 중심으로 리코딩을 적용함</a:t>
            </a:r>
            <a:endParaRPr lang="en-US" altLang="ko-KR" dirty="0"/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A339D399-F722-4686-9D90-0D79D02B6F96}"/>
              </a:ext>
            </a:extLst>
          </p:cNvPr>
          <p:cNvSpPr/>
          <p:nvPr/>
        </p:nvSpPr>
        <p:spPr>
          <a:xfrm>
            <a:off x="1740074" y="2176936"/>
            <a:ext cx="403189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로딩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D6004900-81E4-425F-9F1B-B8A115D9A8CE}"/>
              </a:ext>
            </a:extLst>
          </p:cNvPr>
          <p:cNvSpPr/>
          <p:nvPr/>
        </p:nvSpPr>
        <p:spPr>
          <a:xfrm>
            <a:off x="6168008" y="2176936"/>
            <a:ext cx="439248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기본탐색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77C4F66C-731D-407A-BBEC-7DD6051D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112" y="3438691"/>
            <a:ext cx="2598405" cy="3168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51F97D33-4DEF-4932-90DE-8F9D7944AF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5751"/>
          <a:stretch/>
        </p:blipFill>
        <p:spPr>
          <a:xfrm>
            <a:off x="6479421" y="2636912"/>
            <a:ext cx="3657600" cy="2863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EF302C6B-63E3-40E9-AB89-D32AB11006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220" b="57117"/>
          <a:stretch/>
        </p:blipFill>
        <p:spPr>
          <a:xfrm>
            <a:off x="6479421" y="3645023"/>
            <a:ext cx="3657600" cy="5760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9672C854-8E3A-4CA8-9140-3B4947D681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228"/>
          <a:stretch/>
        </p:blipFill>
        <p:spPr>
          <a:xfrm>
            <a:off x="6458212" y="5265204"/>
            <a:ext cx="3657600" cy="11811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680628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범주형 변수 </a:t>
            </a:r>
            <a:r>
              <a:rPr lang="ko-KR" altLang="en-US" dirty="0"/>
              <a:t>원본 수치형에서 다른 수치형으로 리코딩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이항 </a:t>
            </a:r>
            <a:r>
              <a:rPr lang="ko-KR" altLang="en-US" dirty="0" err="1" smtClean="0"/>
              <a:t>명목형으로</a:t>
            </a:r>
            <a:r>
              <a:rPr lang="ko-KR" altLang="en-US" dirty="0" smtClean="0"/>
              <a:t> </a:t>
            </a:r>
            <a:r>
              <a:rPr lang="ko-KR" altLang="en-US" dirty="0"/>
              <a:t>측정된 성별</a:t>
            </a:r>
            <a:r>
              <a:rPr lang="en-US" altLang="ko-KR" dirty="0"/>
              <a:t>(gender)</a:t>
            </a:r>
            <a:r>
              <a:rPr lang="ko-KR" altLang="en-US" dirty="0"/>
              <a:t>변수의 측정값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r>
              <a:rPr lang="ko-KR" altLang="en-US" dirty="0"/>
              <a:t>를 원본 수치형에서 다른 수치형으로 리코딩 실시함</a:t>
            </a:r>
          </a:p>
          <a:p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4FF1EEA-F908-4074-93A9-E363B5A639F7}"/>
              </a:ext>
            </a:extLst>
          </p:cNvPr>
          <p:cNvSpPr/>
          <p:nvPr/>
        </p:nvSpPr>
        <p:spPr>
          <a:xfrm>
            <a:off x="515937" y="2024063"/>
            <a:ext cx="10044113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대괄호연산자 조건비교 이용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my$gender_n1[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1] &lt;- 5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my$gender_n1[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2] &lt;- 10 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my$gender_n2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1,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            yes = 5, no = 10)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my$gender_n3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'1' = 5 , '2' = 10)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리코딩결과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컬럼명으로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정규표현식으로 성별 관련변수들만 인덱싱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'^gender[:alpha:]{0,}')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'^gender[:alpha:]{0,}', value = TRUE)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 결과 변수특성으로 확인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], table)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gender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변수들 빈도분석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], unique)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gender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변수들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고유값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67FC6B3A-9C78-4273-B81E-67146F435A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911"/>
          <a:stretch/>
        </p:blipFill>
        <p:spPr>
          <a:xfrm>
            <a:off x="6919179" y="2970262"/>
            <a:ext cx="3476625" cy="5909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EE42E86E-9BB3-4251-A3EC-7E715C6661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230"/>
          <a:stretch/>
        </p:blipFill>
        <p:spPr>
          <a:xfrm>
            <a:off x="6919179" y="3791782"/>
            <a:ext cx="3476625" cy="115748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2717C3C7-AFFD-4DB4-A799-BA570C8B56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322"/>
          <a:stretch/>
        </p:blipFill>
        <p:spPr>
          <a:xfrm>
            <a:off x="7528779" y="5967871"/>
            <a:ext cx="2867025" cy="5574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ECC1E980-754E-4A96-9BE6-0732E4F67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354" y="2168197"/>
            <a:ext cx="2076450" cy="571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E40DA5F2-D709-49FF-A681-CD32FB339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126" y="2163435"/>
            <a:ext cx="1552575" cy="6000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DF73B7B4-5679-4C54-A0F1-6AA608A8981A}"/>
              </a:ext>
            </a:extLst>
          </p:cNvPr>
          <p:cNvSpPr/>
          <p:nvPr/>
        </p:nvSpPr>
        <p:spPr>
          <a:xfrm>
            <a:off x="7545987" y="2324973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xmlns="" id="{8030BAF2-3988-4418-8AE7-DA18A49A11D6}"/>
              </a:ext>
            </a:extLst>
          </p:cNvPr>
          <p:cNvSpPr/>
          <p:nvPr/>
        </p:nvSpPr>
        <p:spPr>
          <a:xfrm>
            <a:off x="6612755" y="2103069"/>
            <a:ext cx="432000" cy="720000"/>
          </a:xfrm>
          <a:prstGeom prst="roundRect">
            <a:avLst>
              <a:gd name="adj" fmla="val 8018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731D4635-3A1F-4362-8C3D-9CEE1D9886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323"/>
          <a:stretch/>
        </p:blipFill>
        <p:spPr>
          <a:xfrm>
            <a:off x="7528779" y="5179832"/>
            <a:ext cx="2867025" cy="5574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081076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범주형 변수 </a:t>
            </a:r>
            <a:r>
              <a:rPr lang="ko-KR" altLang="en-US" dirty="0"/>
              <a:t>원본 수치형에서 문자형으로 리코딩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이항 </a:t>
            </a:r>
            <a:r>
              <a:rPr lang="ko-KR" altLang="en-US" dirty="0" err="1" smtClean="0"/>
              <a:t>명목형으로</a:t>
            </a:r>
            <a:r>
              <a:rPr lang="ko-KR" altLang="en-US" dirty="0" smtClean="0"/>
              <a:t> </a:t>
            </a:r>
            <a:r>
              <a:rPr lang="ko-KR" altLang="en-US" dirty="0"/>
              <a:t>측정된 성별</a:t>
            </a:r>
            <a:r>
              <a:rPr lang="en-US" altLang="ko-KR" dirty="0"/>
              <a:t>(gender)</a:t>
            </a:r>
            <a:r>
              <a:rPr lang="ko-KR" altLang="en-US" dirty="0"/>
              <a:t>변수의 측정값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r>
              <a:rPr lang="ko-KR" altLang="en-US" dirty="0"/>
              <a:t>를 원본 수치형에서 문자형으로 리코딩 실시함</a:t>
            </a:r>
          </a:p>
          <a:p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4FF1EEA-F908-4074-93A9-E363B5A639F7}"/>
              </a:ext>
            </a:extLst>
          </p:cNvPr>
          <p:cNvSpPr/>
          <p:nvPr/>
        </p:nvSpPr>
        <p:spPr>
          <a:xfrm>
            <a:off x="515937" y="2024063"/>
            <a:ext cx="10044113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대괄호연산자 조건비교 이용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my$gender_c1[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1]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남성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my$gender_c1[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2]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my$gender_c2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1,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yes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남성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no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my$gender_c3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'1'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남성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, '2'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리코딩결과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정규표현식으로 성별 관련변수들만 인덱싱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[:alpha:]{0,}')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[:alpha:]{0,}', value = TRUE)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head(my[c('gender',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 결과 변수특성으로 확인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(my[c('gender',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)], table)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gender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변수들 빈도분석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(my[c('gender',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)], unique)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gender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변수들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고유값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34E95663-ABC0-4496-BCAE-185AAEC6D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029" y="2172960"/>
            <a:ext cx="2009775" cy="590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7C01D152-5487-4B65-9392-4EF8523A6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654" y="2975405"/>
            <a:ext cx="2724150" cy="6096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34680229-8809-4AAC-87B5-96499E48B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126" y="2163435"/>
            <a:ext cx="1552575" cy="6000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A10C99AE-B73D-4655-B69F-98412505DF88}"/>
              </a:ext>
            </a:extLst>
          </p:cNvPr>
          <p:cNvSpPr/>
          <p:nvPr/>
        </p:nvSpPr>
        <p:spPr>
          <a:xfrm>
            <a:off x="7545987" y="2324973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9A621343-CD55-45A2-85E7-86C6974A1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854" y="3796900"/>
            <a:ext cx="264795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DB588563-5155-4B21-BE29-719BC5866E9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5855"/>
          <a:stretch/>
        </p:blipFill>
        <p:spPr>
          <a:xfrm>
            <a:off x="7338279" y="5161320"/>
            <a:ext cx="3057525" cy="5760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0BCFA5B9-F1C0-4B24-AB77-F2209101E16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5855"/>
          <a:stretch/>
        </p:blipFill>
        <p:spPr>
          <a:xfrm>
            <a:off x="7338279" y="5949280"/>
            <a:ext cx="3057525" cy="5760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xmlns="" id="{D6AEBC48-DDCF-4421-BDF4-21DBCCD1CD3C}"/>
              </a:ext>
            </a:extLst>
          </p:cNvPr>
          <p:cNvSpPr/>
          <p:nvPr/>
        </p:nvSpPr>
        <p:spPr>
          <a:xfrm>
            <a:off x="6612755" y="2103069"/>
            <a:ext cx="432000" cy="720000"/>
          </a:xfrm>
          <a:prstGeom prst="roundRect">
            <a:avLst>
              <a:gd name="adj" fmla="val 8018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560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범주형 변수 </a:t>
            </a:r>
            <a:r>
              <a:rPr lang="ko-KR" altLang="en-US" dirty="0"/>
              <a:t>문자형에서 논리형으로 리코딩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이항 </a:t>
            </a:r>
            <a:r>
              <a:rPr lang="ko-KR" altLang="en-US" dirty="0" err="1" smtClean="0"/>
              <a:t>명목형으로</a:t>
            </a:r>
            <a:r>
              <a:rPr lang="ko-KR" altLang="en-US" dirty="0" smtClean="0"/>
              <a:t> </a:t>
            </a:r>
            <a:r>
              <a:rPr lang="ko-KR" altLang="en-US" dirty="0"/>
              <a:t>측정된 성별</a:t>
            </a:r>
            <a:r>
              <a:rPr lang="en-US" altLang="ko-KR" dirty="0"/>
              <a:t>(gender)</a:t>
            </a:r>
            <a:r>
              <a:rPr lang="ko-KR" altLang="en-US" dirty="0"/>
              <a:t>변수의 측정값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r>
              <a:rPr lang="ko-KR" altLang="en-US" dirty="0"/>
              <a:t>를 문자형에서 논리형으로 리코딩 실시함</a:t>
            </a:r>
          </a:p>
          <a:p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4FF1EEA-F908-4074-93A9-E363B5A639F7}"/>
              </a:ext>
            </a:extLst>
          </p:cNvPr>
          <p:cNvSpPr/>
          <p:nvPr/>
        </p:nvSpPr>
        <p:spPr>
          <a:xfrm>
            <a:off x="515937" y="2024063"/>
            <a:ext cx="10044113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대괄호연산자 조건비교 이용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my$gender_l1[my$gender_c1 ==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남성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'] &lt;- TRUE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my$gender_l1[my$gender_c1 ==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'] &lt;- FALSE 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my$gender_l2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(my$gender_c1 ==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남성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yes = TRUE, no = FALSE)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my$gender_l3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::recode(my$gender_c1,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남성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= TRUE 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= FALSE)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리코딩결과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컬럼명으로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정규표현식으로 성별 관련변수들만 인덱싱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[:alpha:]{0,}')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gender_l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[:alpha:]{0,}', value = TRUE)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head(my[c('gender_c1',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 결과 변수특성으로 확인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(my[c('gender_c1',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)], table) # gender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변수들 빈도분석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(my[c('gender_c1',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)], unique) # gender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변수들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고유값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34680229-8809-4AAC-87B5-96499E48B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64" y="2163435"/>
            <a:ext cx="1552575" cy="6000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A10C99AE-B73D-4655-B69F-98412505DF88}"/>
              </a:ext>
            </a:extLst>
          </p:cNvPr>
          <p:cNvSpPr/>
          <p:nvPr/>
        </p:nvSpPr>
        <p:spPr>
          <a:xfrm>
            <a:off x="6532162" y="2324973"/>
            <a:ext cx="346249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BD652848-FDCD-4C6C-BD3B-9F2A5267B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679" y="2172960"/>
            <a:ext cx="2143125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F6407B99-322B-4EAA-B945-56BB60553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754" y="2974165"/>
            <a:ext cx="2686050" cy="571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99693126-C5A5-4371-BA06-DD2D776F783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5882"/>
          <a:stretch/>
        </p:blipFill>
        <p:spPr>
          <a:xfrm>
            <a:off x="7252554" y="5157600"/>
            <a:ext cx="3143250" cy="571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D021CC96-09D2-42E3-BE1A-55C10794ECC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5530"/>
          <a:stretch/>
        </p:blipFill>
        <p:spPr>
          <a:xfrm>
            <a:off x="7252554" y="5949279"/>
            <a:ext cx="3143250" cy="5760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F3270DF6-DB27-4CB3-9E8D-85DE44A689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134" y="2163435"/>
            <a:ext cx="70485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D5270310-C4BD-49D9-BB83-337CA67940E8}"/>
              </a:ext>
            </a:extLst>
          </p:cNvPr>
          <p:cNvSpPr/>
          <p:nvPr/>
        </p:nvSpPr>
        <p:spPr>
          <a:xfrm>
            <a:off x="7798707" y="2324973"/>
            <a:ext cx="346249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263C1D71-4B2E-483F-9C66-B13C2DDE3D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8304" y="3765845"/>
            <a:ext cx="2857500" cy="1171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xmlns="" id="{A58784B6-93E1-4557-87F7-062F364C5EAD}"/>
              </a:ext>
            </a:extLst>
          </p:cNvPr>
          <p:cNvSpPr/>
          <p:nvPr/>
        </p:nvSpPr>
        <p:spPr>
          <a:xfrm>
            <a:off x="5680954" y="2103069"/>
            <a:ext cx="432000" cy="720000"/>
          </a:xfrm>
          <a:prstGeom prst="roundRect">
            <a:avLst>
              <a:gd name="adj" fmla="val 8018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xmlns="" id="{E634137B-19FF-4F3B-9D5F-561A21405298}"/>
              </a:ext>
            </a:extLst>
          </p:cNvPr>
          <p:cNvSpPr/>
          <p:nvPr/>
        </p:nvSpPr>
        <p:spPr>
          <a:xfrm>
            <a:off x="7193122" y="2103069"/>
            <a:ext cx="432000" cy="720000"/>
          </a:xfrm>
          <a:prstGeom prst="roundRect">
            <a:avLst>
              <a:gd name="adj" fmla="val 8018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120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리코딩 대상 연속형 변수 준비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원본 데이터셋에서 연속형 변수로 측정된 변수 중에서 추천의지</a:t>
            </a:r>
            <a:r>
              <a:rPr lang="en-US" altLang="ko-KR" dirty="0"/>
              <a:t>(</a:t>
            </a:r>
            <a:r>
              <a:rPr lang="en-US" altLang="ko-KR" dirty="0" err="1"/>
              <a:t>recom</a:t>
            </a:r>
            <a:r>
              <a:rPr lang="en-US" altLang="ko-KR" dirty="0"/>
              <a:t>) </a:t>
            </a:r>
            <a:r>
              <a:rPr lang="ko-KR" altLang="en-US" dirty="0"/>
              <a:t>변수를 중심으로 리코딩을 적용함</a:t>
            </a:r>
            <a:endParaRPr lang="en-US" altLang="ko-KR" dirty="0"/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A339D399-F722-4686-9D90-0D79D02B6F96}"/>
              </a:ext>
            </a:extLst>
          </p:cNvPr>
          <p:cNvSpPr/>
          <p:nvPr/>
        </p:nvSpPr>
        <p:spPr>
          <a:xfrm>
            <a:off x="1740074" y="2176936"/>
            <a:ext cx="403189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로딩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D6004900-81E4-425F-9F1B-B8A115D9A8CE}"/>
              </a:ext>
            </a:extLst>
          </p:cNvPr>
          <p:cNvSpPr/>
          <p:nvPr/>
        </p:nvSpPr>
        <p:spPr>
          <a:xfrm>
            <a:off x="6168008" y="2176936"/>
            <a:ext cx="439248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추천의지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기본탐색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77C4F66C-731D-407A-BBEC-7DD6051D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112" y="3438691"/>
            <a:ext cx="2598405" cy="3168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6F51D74-F587-445B-8427-39C23BD9C5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5601"/>
          <a:stretch/>
        </p:blipFill>
        <p:spPr>
          <a:xfrm>
            <a:off x="6486555" y="2600908"/>
            <a:ext cx="3638550" cy="2880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C9CD0149-E175-4595-8C31-4A350830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24" b="57780"/>
          <a:stretch/>
        </p:blipFill>
        <p:spPr>
          <a:xfrm>
            <a:off x="6486555" y="3653098"/>
            <a:ext cx="3638550" cy="5679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92C2968-D865-40EF-AFBF-870D84FECB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549"/>
          <a:stretch/>
        </p:blipFill>
        <p:spPr>
          <a:xfrm>
            <a:off x="6486555" y="5046746"/>
            <a:ext cx="3638550" cy="11491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41473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원본 수치형에서 다른 수치형으로 리코딩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등간형으로</a:t>
            </a:r>
            <a:r>
              <a:rPr lang="ko-KR" altLang="en-US" dirty="0"/>
              <a:t> 측정된 추천의지</a:t>
            </a:r>
            <a:r>
              <a:rPr lang="en-US" altLang="ko-KR" dirty="0"/>
              <a:t>(</a:t>
            </a:r>
            <a:r>
              <a:rPr lang="en-US" altLang="ko-KR" dirty="0" err="1"/>
              <a:t>recom</a:t>
            </a:r>
            <a:r>
              <a:rPr lang="en-US" altLang="ko-KR" dirty="0"/>
              <a:t>)</a:t>
            </a:r>
            <a:r>
              <a:rPr lang="ko-KR" altLang="en-US" dirty="0"/>
              <a:t>변수의 측정값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r>
              <a:rPr lang="ko-KR" altLang="en-US" dirty="0"/>
              <a:t>를 원본 수치형에서 다른 수치형으로 리코딩 실시함</a:t>
            </a:r>
          </a:p>
          <a:p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4FF1EEA-F908-4074-93A9-E363B5A639F7}"/>
              </a:ext>
            </a:extLst>
          </p:cNvPr>
          <p:cNvSpPr/>
          <p:nvPr/>
        </p:nvSpPr>
        <p:spPr>
          <a:xfrm>
            <a:off x="515937" y="2024063"/>
            <a:ext cx="10044113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대괄호연산자 조건비교 이용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my$recom_n1[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1] &lt;- 50 ; my$recom_n1[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2] &lt;- 60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my$recom_n1[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3] &lt;- 70 ; my$recom_n1[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4] &lt;- 80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my$recom_n1[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5] &lt;- 90 </a:t>
            </a: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my$recom_n2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1, yes = 50,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2, yes = 60,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3, yes = 70,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4, yes = 80, no = 90))))</a:t>
            </a: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my$recom_n3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'1' = 50 , '2' = 60 , '3' = 70 , '4' = 80 , '5' = 90)</a:t>
            </a: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head(my)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리코딩결과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컬럼명으로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정규표현식으로 추천의지 관련변수들만 인덱싱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[:alpha:]{0,}')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[:alpha:]{0,}', value = TRUE)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</a:p>
          <a:p>
            <a:pPr>
              <a:lnSpc>
                <a:spcPct val="9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추천의지 관련 리코딩 결과를 변수특성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빈도수와 고유치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 확인</a:t>
            </a:r>
          </a:p>
          <a:p>
            <a:pPr>
              <a:lnSpc>
                <a:spcPct val="9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], table);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], unique) 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5697E890-8DEE-4FA2-A8DE-73D1290E4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54" y="2171390"/>
            <a:ext cx="1295400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5C72B536-2E05-4325-B2AA-0A29B7375E79}"/>
              </a:ext>
            </a:extLst>
          </p:cNvPr>
          <p:cNvSpPr/>
          <p:nvPr/>
        </p:nvSpPr>
        <p:spPr>
          <a:xfrm>
            <a:off x="7494689" y="2324973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77405174-B954-4355-8F96-BC49469818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5521"/>
          <a:stretch/>
        </p:blipFill>
        <p:spPr>
          <a:xfrm>
            <a:off x="7835205" y="3628220"/>
            <a:ext cx="2581275" cy="105922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FCBF1F57-63EC-4F34-8623-B231E7164A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896"/>
          <a:stretch/>
        </p:blipFill>
        <p:spPr>
          <a:xfrm>
            <a:off x="7835205" y="5694083"/>
            <a:ext cx="2581275" cy="95555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62381DF1-92A5-42B2-ABFA-46213F347B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469" b="30441"/>
          <a:stretch/>
        </p:blipFill>
        <p:spPr>
          <a:xfrm>
            <a:off x="7835205" y="4713208"/>
            <a:ext cx="2581275" cy="95511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7A37E861-28CA-48EB-86A3-0D160A7F7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055" y="2349624"/>
            <a:ext cx="2257425" cy="561975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xmlns="" id="{81575637-7005-4581-9C7D-03D581A471DF}"/>
              </a:ext>
            </a:extLst>
          </p:cNvPr>
          <p:cNvSpPr/>
          <p:nvPr/>
        </p:nvSpPr>
        <p:spPr>
          <a:xfrm>
            <a:off x="8157801" y="2103069"/>
            <a:ext cx="432000" cy="857880"/>
          </a:xfrm>
          <a:prstGeom prst="roundRect">
            <a:avLst>
              <a:gd name="adj" fmla="val 8018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9DE53AD3-6FBF-4D06-8686-F784ADEA3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130" y="3014788"/>
            <a:ext cx="318135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3709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원본 수치형에서 문자형으로 리코딩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등간형으로</a:t>
            </a:r>
            <a:r>
              <a:rPr lang="ko-KR" altLang="en-US" dirty="0"/>
              <a:t> 측정된 추천의지</a:t>
            </a:r>
            <a:r>
              <a:rPr lang="en-US" altLang="ko-KR" dirty="0"/>
              <a:t>(</a:t>
            </a:r>
            <a:r>
              <a:rPr lang="en-US" altLang="ko-KR" dirty="0" err="1"/>
              <a:t>recom</a:t>
            </a:r>
            <a:r>
              <a:rPr lang="en-US" altLang="ko-KR" dirty="0"/>
              <a:t>)</a:t>
            </a:r>
            <a:r>
              <a:rPr lang="ko-KR" altLang="en-US" dirty="0"/>
              <a:t>변수의 측정값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r>
              <a:rPr lang="ko-KR" altLang="en-US" dirty="0"/>
              <a:t>를 원본 수치형에서 문자형으로 리코딩 실시함</a:t>
            </a:r>
          </a:p>
          <a:p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4FF1EEA-F908-4074-93A9-E363B5A639F7}"/>
              </a:ext>
            </a:extLst>
          </p:cNvPr>
          <p:cNvSpPr/>
          <p:nvPr/>
        </p:nvSpPr>
        <p:spPr>
          <a:xfrm>
            <a:off x="515937" y="2024063"/>
            <a:ext cx="10044113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my$recom_c1[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1] &lt;-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매우불만족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대괄호연산자 조건비교 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my$recom_c1[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2]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불만족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'; my$recom_c1[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3]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보통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my$recom_c1[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4]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'; my$recom_c1[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5] &lt;-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매우만족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</a:p>
          <a:p>
            <a:pPr>
              <a:lnSpc>
                <a:spcPct val="93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my$recom_c2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1,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yes =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매우불만족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2, yes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불만족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3, yes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보통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4, yes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no =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매우만족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'))))</a:t>
            </a:r>
          </a:p>
          <a:p>
            <a:pPr>
              <a:lnSpc>
                <a:spcPct val="93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my$recom_c3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'1' =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매우불만족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, '2'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불만족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, 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'3'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보통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, '4'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, '5' =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매우만족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93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head(my)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리코딩결과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컬럼명으로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</a:p>
          <a:p>
            <a:pPr>
              <a:lnSpc>
                <a:spcPct val="93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정규표현식으로 추천의지 관련변수들만 인덱싱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[:alpha:]{0,}')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[:alpha:]{0,}', value = TRUE)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)])</a:t>
            </a:r>
          </a:p>
          <a:p>
            <a:pPr>
              <a:lnSpc>
                <a:spcPct val="93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추천의지 관련 리코딩 결과를 변수특성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빈도수와 고유치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 확인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)], table) 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)], unique) 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BB03FA23-3E17-4349-AC1B-3C3A3ADDA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832" y="2171390"/>
            <a:ext cx="1125399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BE11311C-00FC-4195-BDD9-76CF832311B1}"/>
              </a:ext>
            </a:extLst>
          </p:cNvPr>
          <p:cNvSpPr/>
          <p:nvPr/>
        </p:nvSpPr>
        <p:spPr>
          <a:xfrm>
            <a:off x="8043268" y="2481606"/>
            <a:ext cx="346249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</a:t>
            </a:r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519CC26F-14B0-4841-BFDA-817C60797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264" y="2349624"/>
            <a:ext cx="1944216" cy="590550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xmlns="" id="{C4797559-AA40-48CD-BA68-5B3CC188FED1}"/>
              </a:ext>
            </a:extLst>
          </p:cNvPr>
          <p:cNvSpPr/>
          <p:nvPr/>
        </p:nvSpPr>
        <p:spPr>
          <a:xfrm>
            <a:off x="8400256" y="2237049"/>
            <a:ext cx="432000" cy="723900"/>
          </a:xfrm>
          <a:prstGeom prst="roundRect">
            <a:avLst>
              <a:gd name="adj" fmla="val 8018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7D165D52-F5E3-4320-BA2A-70E1A7D07A50}"/>
              </a:ext>
            </a:extLst>
          </p:cNvPr>
          <p:cNvGrpSpPr/>
          <p:nvPr/>
        </p:nvGrpSpPr>
        <p:grpSpPr>
          <a:xfrm>
            <a:off x="7101780" y="3589392"/>
            <a:ext cx="3314700" cy="3007959"/>
            <a:chOff x="7101780" y="3631484"/>
            <a:chExt cx="3314700" cy="322990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xmlns="" id="{64294378-A87B-4F4E-B827-C7580A7E51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8660"/>
            <a:stretch/>
          </p:blipFill>
          <p:spPr>
            <a:xfrm>
              <a:off x="7101780" y="5828527"/>
              <a:ext cx="3314700" cy="1032858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xmlns="" id="{FDA12BE9-8085-4A12-A71B-1AD8475FEE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8982" b="30429"/>
            <a:stretch/>
          </p:blipFill>
          <p:spPr>
            <a:xfrm>
              <a:off x="7101780" y="4798411"/>
              <a:ext cx="3314700" cy="1008112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xmlns="" id="{4BB36022-07E0-4D93-848B-4E222A8FAC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65260"/>
            <a:stretch/>
          </p:blipFill>
          <p:spPr>
            <a:xfrm>
              <a:off x="7101780" y="3631484"/>
              <a:ext cx="3314700" cy="1144922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4CB7B633-1A3A-4B66-9518-859F986E5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204" y="2994200"/>
            <a:ext cx="3133725" cy="571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005363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연속형변수</a:t>
            </a:r>
            <a:r>
              <a:rPr lang="ko-KR" altLang="en-US" dirty="0"/>
              <a:t> 원본 </a:t>
            </a:r>
            <a:r>
              <a:rPr lang="ko-KR" altLang="en-US" dirty="0" err="1"/>
              <a:t>수치형을</a:t>
            </a:r>
            <a:r>
              <a:rPr lang="ko-KR" altLang="en-US" dirty="0"/>
              <a:t> </a:t>
            </a:r>
            <a:r>
              <a:rPr lang="ko-KR" altLang="en-US" dirty="0" err="1" smtClean="0"/>
              <a:t>리버스</a:t>
            </a:r>
            <a:r>
              <a:rPr lang="ko-KR" altLang="en-US" dirty="0" smtClean="0"/>
              <a:t> 스케일링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등간형으로</a:t>
            </a:r>
            <a:r>
              <a:rPr lang="ko-KR" altLang="en-US" dirty="0"/>
              <a:t> 측정된 추천의지</a:t>
            </a:r>
            <a:r>
              <a:rPr lang="en-US" altLang="ko-KR" dirty="0"/>
              <a:t>(</a:t>
            </a:r>
            <a:r>
              <a:rPr lang="en-US" altLang="ko-KR" dirty="0" err="1"/>
              <a:t>recom</a:t>
            </a:r>
            <a:r>
              <a:rPr lang="en-US" altLang="ko-KR" dirty="0"/>
              <a:t>)</a:t>
            </a:r>
            <a:r>
              <a:rPr lang="ko-KR" altLang="en-US" dirty="0"/>
              <a:t>변수의 측정값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r>
              <a:rPr lang="ko-KR" altLang="en-US" dirty="0"/>
              <a:t>를 원본 </a:t>
            </a:r>
            <a:r>
              <a:rPr lang="ko-KR" altLang="en-US" dirty="0" err="1"/>
              <a:t>수치형에서</a:t>
            </a:r>
            <a:r>
              <a:rPr lang="ko-KR" altLang="en-US" dirty="0"/>
              <a:t> </a:t>
            </a:r>
            <a:r>
              <a:rPr lang="ko-KR" altLang="en-US" dirty="0" err="1" smtClean="0"/>
              <a:t>리버스</a:t>
            </a:r>
            <a:r>
              <a:rPr lang="ko-KR" altLang="en-US" dirty="0" smtClean="0"/>
              <a:t> 스케일링을 </a:t>
            </a:r>
            <a:r>
              <a:rPr lang="ko-KR" altLang="en-US" dirty="0"/>
              <a:t>실시함</a:t>
            </a:r>
          </a:p>
          <a:p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4FF1EEA-F908-4074-93A9-E363B5A639F7}"/>
              </a:ext>
            </a:extLst>
          </p:cNvPr>
          <p:cNvSpPr/>
          <p:nvPr/>
        </p:nvSpPr>
        <p:spPr>
          <a:xfrm>
            <a:off x="515937" y="2024063"/>
            <a:ext cx="10044113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my$recom_r1[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1] &lt;- 5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대괄호연산자 조건비교 이용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my$recom_r1[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2] &lt;- 4; my$recom_r1[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3] &lt;- 3 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my$recom_r1[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4] &lt;- 2; my$recom_r1[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5] &lt;- 1 </a:t>
            </a:r>
          </a:p>
          <a:p>
            <a:pPr>
              <a:lnSpc>
                <a:spcPct val="93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my$recom_r2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1, yes = 5, 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2, yes = 4,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3, yes = 3,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== 4, yes = 2, no = 1))))</a:t>
            </a:r>
          </a:p>
          <a:p>
            <a:pPr>
              <a:lnSpc>
                <a:spcPct val="93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my$recom_r3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::recode(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'1' = 5 , '2' = 4 , 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'3' = 3 , '4' = 2 , '5' = 1)</a:t>
            </a:r>
          </a:p>
          <a:p>
            <a:pPr>
              <a:lnSpc>
                <a:spcPct val="93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head(my)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리코딩결과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정규표현식으로 추천의지 관련변수들만 인덱싱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recom_r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[:alpha:]{0,}')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gd_idx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grep(names(my), pattern = '^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recom_r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[:alpha:]{0,}', value = TRUE)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)])</a:t>
            </a:r>
          </a:p>
          <a:p>
            <a:pPr>
              <a:lnSpc>
                <a:spcPct val="93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93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추천의지 관련 리코딩 결과를 변수특성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빈도수와 고유치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 확인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)], table) </a:t>
            </a:r>
          </a:p>
          <a:p>
            <a:pPr>
              <a:lnSpc>
                <a:spcPct val="93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gd_names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)], unique)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BB03FA23-3E17-4349-AC1B-3C3A3ADDA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832" y="2171390"/>
            <a:ext cx="1125399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BE11311C-00FC-4195-BDD9-76CF832311B1}"/>
              </a:ext>
            </a:extLst>
          </p:cNvPr>
          <p:cNvSpPr/>
          <p:nvPr/>
        </p:nvSpPr>
        <p:spPr>
          <a:xfrm>
            <a:off x="8043268" y="2481606"/>
            <a:ext cx="346249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7E935E1A-F959-467B-A4A9-2E5E3BE3D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554" y="2349624"/>
            <a:ext cx="1997926" cy="561975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xmlns="" id="{C4797559-AA40-48CD-BA68-5B3CC188FED1}"/>
              </a:ext>
            </a:extLst>
          </p:cNvPr>
          <p:cNvSpPr/>
          <p:nvPr/>
        </p:nvSpPr>
        <p:spPr>
          <a:xfrm>
            <a:off x="8400256" y="2237049"/>
            <a:ext cx="432000" cy="723900"/>
          </a:xfrm>
          <a:prstGeom prst="roundRect">
            <a:avLst>
              <a:gd name="adj" fmla="val 8018"/>
            </a:avLst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198AEECA-208F-47F2-B4F2-5256C5BBCD21}"/>
              </a:ext>
            </a:extLst>
          </p:cNvPr>
          <p:cNvGrpSpPr/>
          <p:nvPr/>
        </p:nvGrpSpPr>
        <p:grpSpPr>
          <a:xfrm>
            <a:off x="7520880" y="3596888"/>
            <a:ext cx="2895600" cy="3000465"/>
            <a:chOff x="7520880" y="3643408"/>
            <a:chExt cx="2895600" cy="324197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09FCFBF3-1114-412D-ABA1-FE01204255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8851"/>
            <a:stretch/>
          </p:blipFill>
          <p:spPr>
            <a:xfrm>
              <a:off x="7520880" y="5852889"/>
              <a:ext cx="2895600" cy="1032495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xmlns="" id="{7BF010CA-AE49-4594-ABA1-08157EF581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9224" b="30855"/>
            <a:stretch/>
          </p:blipFill>
          <p:spPr>
            <a:xfrm>
              <a:off x="7520880" y="4827181"/>
              <a:ext cx="2895600" cy="991780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xmlns="" id="{95256721-67BA-4DA2-B476-1E1F434AD3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65311"/>
            <a:stretch/>
          </p:blipFill>
          <p:spPr>
            <a:xfrm>
              <a:off x="7520880" y="3643408"/>
              <a:ext cx="2895600" cy="1149844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43BB9AC6-E23D-4D6F-AD96-9EA833D6F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8555" y="2981443"/>
            <a:ext cx="2447925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262329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3229599"/>
            <a:ext cx="2719531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4672614" y="3246480"/>
            <a:ext cx="2562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요약변수 만들기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4672613" y="4344615"/>
            <a:ext cx="2650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파생변수 만들기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39C4D080-B38E-432A-9386-C746BFC73A8C}"/>
              </a:ext>
            </a:extLst>
          </p:cNvPr>
          <p:cNvSpPr txBox="1"/>
          <p:nvPr/>
        </p:nvSpPr>
        <p:spPr>
          <a:xfrm>
            <a:off x="4672614" y="2148345"/>
            <a:ext cx="26504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 리코딩 하기</a:t>
            </a:r>
          </a:p>
        </p:txBody>
      </p:sp>
    </p:spTree>
    <p:extLst>
      <p:ext uri="{BB962C8B-B14F-4D97-AF65-F5344CB8AC3E}">
        <p14:creationId xmlns:p14="http://schemas.microsoft.com/office/powerpoint/2010/main" val="33233697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요약변수 가공하기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요약변수는 기술통계함수를 적용해 여러 개의 관찰치나 변수들을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중심성</a:t>
            </a:r>
            <a:r>
              <a:rPr lang="en-US" altLang="ko-KR" dirty="0"/>
              <a:t>, </a:t>
            </a:r>
            <a:r>
              <a:rPr lang="ko-KR" altLang="en-US" dirty="0"/>
              <a:t>변동성</a:t>
            </a:r>
            <a:r>
              <a:rPr lang="en-US" altLang="ko-KR" dirty="0"/>
              <a:t>, </a:t>
            </a:r>
            <a:r>
              <a:rPr lang="ko-KR" altLang="en-US" dirty="0"/>
              <a:t>대칭성 측면의 단일한 </a:t>
            </a:r>
            <a:r>
              <a:rPr lang="ko-KR" altLang="en-US" dirty="0" smtClean="0"/>
              <a:t>대표 </a:t>
            </a:r>
            <a:r>
              <a:rPr lang="ko-KR" altLang="en-US" dirty="0" err="1" smtClean="0"/>
              <a:t>특성값으로</a:t>
            </a:r>
            <a:r>
              <a:rPr lang="ko-KR" altLang="en-US" dirty="0" smtClean="0"/>
              <a:t> </a:t>
            </a:r>
            <a:r>
              <a:rPr lang="ko-KR" altLang="en-US" dirty="0"/>
              <a:t>만드는 데이터 가공방법임</a:t>
            </a:r>
            <a:endParaRPr lang="en-US" altLang="ko-KR" dirty="0"/>
          </a:p>
        </p:txBody>
      </p:sp>
      <p:sp>
        <p:nvSpPr>
          <p:cNvPr id="19" name="모서리가 둥근 직사각형 29">
            <a:extLst>
              <a:ext uri="{FF2B5EF4-FFF2-40B4-BE49-F238E27FC236}">
                <a16:creationId xmlns:a16="http://schemas.microsoft.com/office/drawing/2014/main" xmlns="" id="{1676B505-3A8C-4C4E-954F-0F9C9FA165FD}"/>
              </a:ext>
            </a:extLst>
          </p:cNvPr>
          <p:cNvSpPr/>
          <p:nvPr/>
        </p:nvSpPr>
        <p:spPr bwMode="auto">
          <a:xfrm>
            <a:off x="5436638" y="5384976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요인화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여러 개의 변수들을 하나의 대표변수로 요약함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1CC67DDD-A2E6-4908-A523-C5E28C2014C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39516" y="4146914"/>
            <a:ext cx="3116902" cy="886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기술통계함수로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대칭성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측면의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단일한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대표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특성값을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만드는 방법이며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여러 개 관찰치를 하나의 관찰치로 만드는 단일화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여러 개 변수들을 단일변수로 만드는 요인화가 있음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C2373626-04D2-4B63-A2A1-4F1E88AC7F9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39515" y="5606602"/>
            <a:ext cx="3204357" cy="109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10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기존변수들을 활용해 새로운 의미를 갖는 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변수를 만들어 내는 방법이며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항목들을 일정한 그룹으로 묶는 유형화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연속수치를 일정 범위로 분할하는 구간화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2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이상 변수를 결합시키는 지수화가 있음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DD287236-34BD-4067-97EA-54E9723D152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39516" y="2721453"/>
            <a:ext cx="3116902" cy="886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 변수의 코드 내용을 다른 숫자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논리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기호를 가진 코드로 변환해 가독성과 이해도를 높이는 방법이며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주제와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요소개수에는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변화가 없음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2562F81-6836-454B-9EFD-1D9F4ABF1239}"/>
              </a:ext>
            </a:extLst>
          </p:cNvPr>
          <p:cNvGrpSpPr/>
          <p:nvPr/>
        </p:nvGrpSpPr>
        <p:grpSpPr>
          <a:xfrm>
            <a:off x="1739517" y="3720053"/>
            <a:ext cx="3116902" cy="396044"/>
            <a:chOff x="1790966" y="3614207"/>
            <a:chExt cx="3116902" cy="396044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E857B8B-D9C7-4B76-9DEE-D62B441D3663}"/>
                </a:ext>
              </a:extLst>
            </p:cNvPr>
            <p:cNvGrpSpPr/>
            <p:nvPr/>
          </p:nvGrpSpPr>
          <p:grpSpPr>
            <a:xfrm>
              <a:off x="1790966" y="3614207"/>
              <a:ext cx="3116902" cy="396044"/>
              <a:chOff x="6673389" y="2491579"/>
              <a:chExt cx="4147837" cy="623886"/>
            </a:xfrm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AD74EA2E-C83E-431C-BF87-C6BD82DA731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5606C522-0774-48F7-8EAC-F994C4E82387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3D5D45AC-541E-4CF2-B2FA-F20F4ACF5FEC}"/>
                </a:ext>
              </a:extLst>
            </p:cNvPr>
            <p:cNvSpPr txBox="1"/>
            <p:nvPr/>
          </p:nvSpPr>
          <p:spPr>
            <a:xfrm>
              <a:off x="1917166" y="3717234"/>
              <a:ext cx="2864503" cy="189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요약변수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(summarized variable)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33E9CC24-682A-47E7-9C2A-6D7F6668D6B2}"/>
              </a:ext>
            </a:extLst>
          </p:cNvPr>
          <p:cNvGrpSpPr/>
          <p:nvPr/>
        </p:nvGrpSpPr>
        <p:grpSpPr>
          <a:xfrm>
            <a:off x="1739517" y="5174554"/>
            <a:ext cx="3116902" cy="396044"/>
            <a:chOff x="1790966" y="5193196"/>
            <a:chExt cx="3116902" cy="396044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xmlns="" id="{58BE8756-1B3D-42D8-B1E6-DC4A42CDA267}"/>
                </a:ext>
              </a:extLst>
            </p:cNvPr>
            <p:cNvGrpSpPr/>
            <p:nvPr/>
          </p:nvGrpSpPr>
          <p:grpSpPr>
            <a:xfrm>
              <a:off x="1790966" y="5193196"/>
              <a:ext cx="3116902" cy="396044"/>
              <a:chOff x="6673389" y="2491579"/>
              <a:chExt cx="4147837" cy="623886"/>
            </a:xfrm>
          </p:grpSpPr>
          <p:sp>
            <p:nvSpPr>
              <p:cNvPr id="31" name="오른쪽 대괄호 8">
                <a:extLst>
                  <a:ext uri="{FF2B5EF4-FFF2-40B4-BE49-F238E27FC236}">
                    <a16:creationId xmlns:a16="http://schemas.microsoft.com/office/drawing/2014/main" xmlns="" id="{AB507B47-FE46-44FF-8623-A0E7100E70D7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FE8101F5-D36D-4D70-A072-FD8A890DE80A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AF830C43-2089-4A09-93CD-4442D4B4705C}"/>
                </a:ext>
              </a:extLst>
            </p:cNvPr>
            <p:cNvSpPr txBox="1"/>
            <p:nvPr/>
          </p:nvSpPr>
          <p:spPr>
            <a:xfrm>
              <a:off x="2144920" y="5296223"/>
              <a:ext cx="2408994" cy="189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파생변수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(derived variable)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C5396FD4-2ABC-4952-9DDA-488F061E1989}"/>
              </a:ext>
            </a:extLst>
          </p:cNvPr>
          <p:cNvGrpSpPr/>
          <p:nvPr/>
        </p:nvGrpSpPr>
        <p:grpSpPr>
          <a:xfrm>
            <a:off x="1739517" y="2290539"/>
            <a:ext cx="3116902" cy="396044"/>
            <a:chOff x="1790966" y="2184693"/>
            <a:chExt cx="3116902" cy="396044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xmlns="" id="{45C7C127-8F92-40F3-B69F-C4898D64DC6C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36" name="오른쪽 대괄호 8">
                <a:extLst>
                  <a:ext uri="{FF2B5EF4-FFF2-40B4-BE49-F238E27FC236}">
                    <a16:creationId xmlns:a16="http://schemas.microsoft.com/office/drawing/2014/main" xmlns="" id="{2B2DD359-8FA9-44AD-82DC-289994DF10C8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7" name="오른쪽 대괄호 8">
                <a:extLst>
                  <a:ext uri="{FF2B5EF4-FFF2-40B4-BE49-F238E27FC236}">
                    <a16:creationId xmlns:a16="http://schemas.microsoft.com/office/drawing/2014/main" xmlns="" id="{0A78881E-5E5F-4B8B-990C-646D63273F46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3604002B-AF08-471C-8E4C-9D9A875670A5}"/>
                </a:ext>
              </a:extLst>
            </p:cNvPr>
            <p:cNvSpPr txBox="1"/>
            <p:nvPr/>
          </p:nvSpPr>
          <p:spPr>
            <a:xfrm>
              <a:off x="2026971" y="2287720"/>
              <a:ext cx="2644891" cy="189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리코딩변수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(recoded variable)</a:t>
              </a:r>
            </a:p>
          </p:txBody>
        </p:sp>
      </p:grpSp>
      <p:sp>
        <p:nvSpPr>
          <p:cNvPr id="39" name="모서리가 둥근 직사각형 29">
            <a:extLst>
              <a:ext uri="{FF2B5EF4-FFF2-40B4-BE49-F238E27FC236}">
                <a16:creationId xmlns:a16="http://schemas.microsoft.com/office/drawing/2014/main" xmlns="" id="{1CE92A92-49EB-4CAB-A3BA-1E62BF464F71}"/>
              </a:ext>
            </a:extLst>
          </p:cNvPr>
          <p:cNvSpPr/>
          <p:nvPr/>
        </p:nvSpPr>
        <p:spPr bwMode="auto">
          <a:xfrm>
            <a:off x="5436638" y="2346714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단일화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여러 개의 관찰치를 하나의 대표관찰치로 요약함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xmlns="" id="{8704CB08-960C-46C9-83BF-464F05547EF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51206" y="2274371"/>
            <a:ext cx="5569207" cy="4431229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5498E9F7-F5A9-4E32-8BE1-EA09A47B301A}"/>
              </a:ext>
            </a:extLst>
          </p:cNvPr>
          <p:cNvCxnSpPr>
            <a:cxnSpLocks/>
          </p:cNvCxnSpPr>
          <p:nvPr/>
        </p:nvCxnSpPr>
        <p:spPr>
          <a:xfrm flipV="1">
            <a:off x="4799856" y="2290538"/>
            <a:ext cx="551349" cy="1429515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xmlns="" id="{32C8B8BF-F6BC-4A57-9FEC-83D8C7EA4CB5}"/>
              </a:ext>
            </a:extLst>
          </p:cNvPr>
          <p:cNvCxnSpPr>
            <a:cxnSpLocks/>
          </p:cNvCxnSpPr>
          <p:nvPr/>
        </p:nvCxnSpPr>
        <p:spPr>
          <a:xfrm>
            <a:off x="4828138" y="4116097"/>
            <a:ext cx="523067" cy="2589267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sp>
        <p:nvSpPr>
          <p:cNvPr id="42" name="AutoShape 8">
            <a:extLst>
              <a:ext uri="{FF2B5EF4-FFF2-40B4-BE49-F238E27FC236}">
                <a16:creationId xmlns:a16="http://schemas.microsoft.com/office/drawing/2014/main" xmlns="" id="{4890DA7A-6799-4D3B-896B-3C7C173A2010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0">
            <a:off x="4444117" y="4031686"/>
            <a:ext cx="1440000" cy="164730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44" name="타원 91">
            <a:extLst>
              <a:ext uri="{FF2B5EF4-FFF2-40B4-BE49-F238E27FC236}">
                <a16:creationId xmlns:a16="http://schemas.microsoft.com/office/drawing/2014/main" xmlns="" id="{16F08C8C-1E03-4246-8752-D4A1F8D451A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12162" y="3933769"/>
            <a:ext cx="1049880" cy="1006350"/>
          </a:xfrm>
          <a:prstGeom prst="ellipse">
            <a:avLst/>
          </a:prstGeom>
          <a:solidFill>
            <a:srgbClr val="336699"/>
          </a:solidFill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개별변수</a:t>
            </a:r>
            <a: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가공방법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왼쪽 중괄호 44">
            <a:extLst>
              <a:ext uri="{FF2B5EF4-FFF2-40B4-BE49-F238E27FC236}">
                <a16:creationId xmlns:a16="http://schemas.microsoft.com/office/drawing/2014/main" xmlns="" id="{2B5F1D4E-ECD6-4B18-9A87-21588EE78D6C}"/>
              </a:ext>
            </a:extLst>
          </p:cNvPr>
          <p:cNvSpPr/>
          <p:nvPr/>
        </p:nvSpPr>
        <p:spPr bwMode="auto">
          <a:xfrm>
            <a:off x="1467960" y="2454726"/>
            <a:ext cx="216000" cy="4212034"/>
          </a:xfrm>
          <a:prstGeom prst="leftBrac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xmlns="" id="{30EA2BE5-E3E0-4BDC-9F72-423DEAF56A0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490855" y="2671085"/>
            <a:ext cx="5429557" cy="2627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개인별 매일매일의 신용카드 거래내역 로그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월평균 사용횟수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월평균 사용금액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1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 평균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사용금액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최빈치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주구매상품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주사용시간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요일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주이용매장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지역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상품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카드로 구매하는 상품의 집중도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다양성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상품구매순서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카드사용 채널종류의 집중도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다양성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카드사용 시간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요일의 집중도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다양성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이용소요시간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재이용주기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카드사용 지역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장소의 집중도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다양성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대칭성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상품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저관여와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고관여 상품간 사용횟수구매 빈도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금액 차이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대칭성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온라인과 오프라인 채널간 구매빈도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금액 차이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대칭성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평일과 주말간 구매 빈도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금액 차이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대칭성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도심지와 간 구매빈도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금액 차이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613ACBD4-7434-4D19-B977-ECDD3681E9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627949" y="5709012"/>
            <a:ext cx="5220580" cy="77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0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숙박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음식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언어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경비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안전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볼거리 등 여러 개 관광관련 세부 만족도 변수들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관광상품변수와 관광인프라 변수로 이원화 하여 평균만족도를 계산해 요약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전체변수들을 모두 결합해 평균을 구해 전반적 만족도로 요약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23573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요인화를 통한 요약변수 생성대상 연속변수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외래관광객의 국내여행상품 및 서비스이용에 따른 세부만족정도를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연속형 변수로 측정한 데이터셋을 이용해</a:t>
            </a:r>
            <a:r>
              <a:rPr lang="en-US" altLang="ko-KR" dirty="0"/>
              <a:t> </a:t>
            </a:r>
            <a:r>
              <a:rPr lang="ko-KR" altLang="en-US" dirty="0" err="1"/>
              <a:t>대표값을</a:t>
            </a:r>
            <a:r>
              <a:rPr lang="ko-KR" altLang="en-US" dirty="0"/>
              <a:t> 갖는 요인화를 실시해 요약변수로 생성함</a:t>
            </a:r>
            <a:endParaRPr lang="en-US" altLang="ko-KR" dirty="0"/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A339D399-F722-4686-9D90-0D79D02B6F96}"/>
              </a:ext>
            </a:extLst>
          </p:cNvPr>
          <p:cNvSpPr/>
          <p:nvPr/>
        </p:nvSpPr>
        <p:spPr>
          <a:xfrm>
            <a:off x="524905" y="2176936"/>
            <a:ext cx="416694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세부만족도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(ds: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detail_satisfaction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로딩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로딩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 &lt;- read.csv(file = 'tour_ds.csv',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head(ds)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id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제외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 &lt;- ds[-1]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D6004900-81E4-425F-9F1B-B8A115D9A8CE}"/>
              </a:ext>
            </a:extLst>
          </p:cNvPr>
          <p:cNvSpPr/>
          <p:nvPr/>
        </p:nvSpPr>
        <p:spPr>
          <a:xfrm>
            <a:off x="5447928" y="2176936"/>
            <a:ext cx="525658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세부만족도 변수들 기본탐색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str(ds)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psych::describe(ds)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::describe(ds)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D23178E5-B871-43B9-B037-C244D76CC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948" y="2611348"/>
            <a:ext cx="2962275" cy="1724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ED961BC5-C51E-4453-AF78-B47E35DDF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948" y="4871231"/>
            <a:ext cx="5543550" cy="17430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F8BB1A06-F67D-46EE-A856-D21469858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49" y="4335373"/>
            <a:ext cx="435292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636176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연속형변수</a:t>
            </a:r>
            <a:r>
              <a:rPr lang="ko-KR" altLang="en-US" dirty="0"/>
              <a:t> </a:t>
            </a:r>
            <a:r>
              <a:rPr lang="ko-KR" altLang="en-US" dirty="0" err="1"/>
              <a:t>요인화방식을</a:t>
            </a:r>
            <a:r>
              <a:rPr lang="ko-KR" altLang="en-US" dirty="0"/>
              <a:t> 적용해 요약변수화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외래관광객의 국내여행상품 및 서비스이용에 따른 세부만족정도를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관광상품만족도</a:t>
            </a:r>
            <a:r>
              <a:rPr lang="en-US" altLang="ko-KR" dirty="0"/>
              <a:t>(</a:t>
            </a:r>
            <a:r>
              <a:rPr lang="en-US" altLang="ko-KR" dirty="0" err="1"/>
              <a:t>tour_prd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ko-KR" altLang="en-US" dirty="0" err="1"/>
              <a:t>관광인프라만족도</a:t>
            </a:r>
            <a:r>
              <a:rPr lang="en-US" altLang="ko-KR" dirty="0"/>
              <a:t>(</a:t>
            </a:r>
            <a:r>
              <a:rPr lang="en-US" altLang="ko-KR" dirty="0" err="1"/>
              <a:t>tour_infra</a:t>
            </a:r>
            <a:r>
              <a:rPr lang="en-US" altLang="ko-KR" dirty="0"/>
              <a:t>)</a:t>
            </a:r>
            <a:r>
              <a:rPr lang="ko-KR" altLang="en-US" dirty="0"/>
              <a:t>로 요인화를 실시해 </a:t>
            </a:r>
            <a:r>
              <a:rPr lang="en-US" altLang="ko-KR" dirty="0"/>
              <a:t>2</a:t>
            </a:r>
            <a:r>
              <a:rPr lang="ko-KR" altLang="en-US" dirty="0"/>
              <a:t>개 요약변수를 생성함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665B5B3B-926F-4815-9DE7-05FC61417AC3}"/>
              </a:ext>
            </a:extLst>
          </p:cNvPr>
          <p:cNvSpPr/>
          <p:nvPr/>
        </p:nvSpPr>
        <p:spPr>
          <a:xfrm>
            <a:off x="515937" y="2176936"/>
            <a:ext cx="68762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관광상품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tour_prd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		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숙박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(lodge),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음식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(food),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쇼핑물품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(goods),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볼거리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(site),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여행경비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(cost)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관광인프라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tour_infra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출입국절차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(process),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대중교통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(trans),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관광안내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(guide),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언어소통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(comm),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치안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(safety)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관광상품 관련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컬럼목록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tour_prd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c('lodge', 'food', 'goods', 'site', 'cost')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tour_prd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관광인프라 관련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컬럼목록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tour_infra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(names(ds),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tour_prd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tour_infra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관광상품과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관광인프라별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평균만족도 계산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ds$tour_prd_sat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apply(ds[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tour_prd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], 1,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ds$tour_infra_sat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apply(ds[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tour_infra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], 1,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세부만족도 변수들을 전체적으로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요약집계하여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전반적 평균만족도 변수로 생성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ds$tour_overal_sat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apply(ds, 1,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head(ds)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CF0C5DD-7075-4A7F-81C8-7F16FB7C9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64" y="3396814"/>
            <a:ext cx="3524250" cy="571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F4307363-BA03-43E3-9963-2A2255943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864" y="4535202"/>
            <a:ext cx="7010400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1289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76">
            <a:extLst>
              <a:ext uri="{FF2B5EF4-FFF2-40B4-BE49-F238E27FC236}">
                <a16:creationId xmlns:a16="http://schemas.microsoft.com/office/drawing/2014/main" xmlns="" id="{F6FD46E5-C1E2-4B38-8958-5F5719034E8C}"/>
              </a:ext>
            </a:extLst>
          </p:cNvPr>
          <p:cNvSpPr/>
          <p:nvPr/>
        </p:nvSpPr>
        <p:spPr>
          <a:xfrm>
            <a:off x="6348028" y="2176936"/>
            <a:ext cx="471912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시각화를 통한 비교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tour_satis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연속형변수</a:t>
            </a:r>
            <a:r>
              <a:rPr lang="ko-KR" altLang="en-US" dirty="0"/>
              <a:t> </a:t>
            </a:r>
            <a:r>
              <a:rPr lang="ko-KR" altLang="en-US" dirty="0" err="1"/>
              <a:t>요인화방식을</a:t>
            </a:r>
            <a:r>
              <a:rPr lang="ko-KR" altLang="en-US" dirty="0"/>
              <a:t> 적용해 요약변수화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외래관광객의 국내여행상품 및 서비스이용에 따른 세부만족도를 측정한 모든 변수들을 활용해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전반적인 만족도 변수로 요인화를 실시해 </a:t>
            </a:r>
            <a:r>
              <a:rPr lang="en-US" altLang="ko-KR" dirty="0"/>
              <a:t>1</a:t>
            </a:r>
            <a:r>
              <a:rPr lang="ko-KR" altLang="en-US" dirty="0"/>
              <a:t>개 요약변수를 생성함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665B5B3B-926F-4815-9DE7-05FC61417AC3}"/>
              </a:ext>
            </a:extLst>
          </p:cNvPr>
          <p:cNvSpPr/>
          <p:nvPr/>
        </p:nvSpPr>
        <p:spPr>
          <a:xfrm>
            <a:off x="515937" y="2176936"/>
            <a:ext cx="565207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세부만족도 변수들을 활용해 요약집계한 변수들 기술통계분석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tour_satis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ds[c('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tour_prd_sat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tour_infra_sat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tour_overal_sat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tour_satis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tour_satis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tour_satis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4DD09037-B77A-4DCF-B5BB-5FC66ABDA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2900480"/>
            <a:ext cx="3095625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E4EFCF19-0BE9-449B-A922-FDB10DDAE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68" y="4929710"/>
            <a:ext cx="5472608" cy="7334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C04C7C0-90FC-4352-AB72-99C0A458C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056" y="2827748"/>
            <a:ext cx="5312948" cy="3514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23549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4357013"/>
            <a:ext cx="2719531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4672613" y="4344615"/>
            <a:ext cx="2650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파생변수 만들기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39C4D080-B38E-432A-9386-C746BFC73A8C}"/>
              </a:ext>
            </a:extLst>
          </p:cNvPr>
          <p:cNvSpPr txBox="1"/>
          <p:nvPr/>
        </p:nvSpPr>
        <p:spPr>
          <a:xfrm>
            <a:off x="4672614" y="2148345"/>
            <a:ext cx="26504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 리코딩 하기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E5BADB1-3965-4634-946E-D5A5957029C2}"/>
              </a:ext>
            </a:extLst>
          </p:cNvPr>
          <p:cNvSpPr txBox="1"/>
          <p:nvPr/>
        </p:nvSpPr>
        <p:spPr>
          <a:xfrm>
            <a:off x="4672614" y="3246480"/>
            <a:ext cx="2562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요약변수 만들기</a:t>
            </a:r>
          </a:p>
        </p:txBody>
      </p:sp>
    </p:spTree>
    <p:extLst>
      <p:ext uri="{BB962C8B-B14F-4D97-AF65-F5344CB8AC3E}">
        <p14:creationId xmlns:p14="http://schemas.microsoft.com/office/powerpoint/2010/main" val="27718886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파생변수 가공하기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파생변수는 특성이 비슷한 항목들을 묶어주는 유형화</a:t>
            </a:r>
            <a:r>
              <a:rPr lang="en-US" altLang="ko-KR" dirty="0"/>
              <a:t>, </a:t>
            </a:r>
            <a:r>
              <a:rPr lang="ko-KR" altLang="en-US" dirty="0"/>
              <a:t>연속수치를 일정범위로 분할하는 구간화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기존변수들과 여러 수식을 결합하는 지수화를 통해 새로운 의미를 갖는 제</a:t>
            </a:r>
            <a:r>
              <a:rPr lang="en-US" altLang="ko-KR" dirty="0"/>
              <a:t>3</a:t>
            </a:r>
            <a:r>
              <a:rPr lang="ko-KR" altLang="en-US" dirty="0"/>
              <a:t>의 변수를 만들어 내는 데이터 가공법임</a:t>
            </a:r>
            <a:endParaRPr lang="en-US" altLang="ko-KR" dirty="0"/>
          </a:p>
        </p:txBody>
      </p:sp>
      <p:sp>
        <p:nvSpPr>
          <p:cNvPr id="19" name="모서리가 둥근 직사각형 29">
            <a:extLst>
              <a:ext uri="{FF2B5EF4-FFF2-40B4-BE49-F238E27FC236}">
                <a16:creationId xmlns:a16="http://schemas.microsoft.com/office/drawing/2014/main" xmlns="" id="{1676B505-3A8C-4C4E-954F-0F9C9FA165FD}"/>
              </a:ext>
            </a:extLst>
          </p:cNvPr>
          <p:cNvSpPr/>
          <p:nvPr/>
        </p:nvSpPr>
        <p:spPr bwMode="auto">
          <a:xfrm>
            <a:off x="5436637" y="5985284"/>
            <a:ext cx="5220580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지수화 방법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여러 변수를 수식으로 결합해 새로운 변수를 만들어 냄</a:t>
            </a:r>
            <a:endParaRPr kumimoji="1" lang="en-US" altLang="ko-KR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1CC67DDD-A2E6-4908-A523-C5E28C2014C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39516" y="4146914"/>
            <a:ext cx="3116902" cy="886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기술통계함수로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변동성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대칭성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측면의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단일한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대표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특성값을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만드는 방법이며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여러 개 관찰치를 하나의 관찰치로 만드는 단일화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여러 개 변수들을 단일변수로 만드는 요인화가 있음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C2373626-04D2-4B63-A2A1-4F1E88AC7F9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39515" y="5606602"/>
            <a:ext cx="3204357" cy="109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기존변수들을 활용해 새로운 의미를 갖는 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변수를 만들어 내는 방법이며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항목들을 일정한 그룹으로 묶는 유형화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연속수치를 일정 범위로 분할하는 구간화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2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이상 변수를 결합시키는 지수화가 있음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DD287236-34BD-4067-97EA-54E9723D152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39516" y="2721453"/>
            <a:ext cx="3116902" cy="886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 변수의 코드 내용을 다른 숫자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논리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기호를 가진 코드로 변환해 가독성과 이해도를 높이는 방법이며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주제와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요소 개수에는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변화가 없음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2562F81-6836-454B-9EFD-1D9F4ABF1239}"/>
              </a:ext>
            </a:extLst>
          </p:cNvPr>
          <p:cNvGrpSpPr/>
          <p:nvPr/>
        </p:nvGrpSpPr>
        <p:grpSpPr>
          <a:xfrm>
            <a:off x="1739517" y="3720053"/>
            <a:ext cx="3116902" cy="396044"/>
            <a:chOff x="1790966" y="3614207"/>
            <a:chExt cx="3116902" cy="396044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E857B8B-D9C7-4B76-9DEE-D62B441D3663}"/>
                </a:ext>
              </a:extLst>
            </p:cNvPr>
            <p:cNvGrpSpPr/>
            <p:nvPr/>
          </p:nvGrpSpPr>
          <p:grpSpPr>
            <a:xfrm>
              <a:off x="1790966" y="3614207"/>
              <a:ext cx="3116902" cy="396044"/>
              <a:chOff x="6673389" y="2491579"/>
              <a:chExt cx="4147837" cy="623886"/>
            </a:xfrm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AD74EA2E-C83E-431C-BF87-C6BD82DA731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5606C522-0774-48F7-8EAC-F994C4E82387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3D5D45AC-541E-4CF2-B2FA-F20F4ACF5FEC}"/>
                </a:ext>
              </a:extLst>
            </p:cNvPr>
            <p:cNvSpPr txBox="1"/>
            <p:nvPr/>
          </p:nvSpPr>
          <p:spPr>
            <a:xfrm>
              <a:off x="1917166" y="3717234"/>
              <a:ext cx="2864503" cy="189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요약변수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(summarized variable)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33E9CC24-682A-47E7-9C2A-6D7F6668D6B2}"/>
              </a:ext>
            </a:extLst>
          </p:cNvPr>
          <p:cNvGrpSpPr/>
          <p:nvPr/>
        </p:nvGrpSpPr>
        <p:grpSpPr>
          <a:xfrm>
            <a:off x="1739517" y="5174554"/>
            <a:ext cx="3116902" cy="396044"/>
            <a:chOff x="1790966" y="5193196"/>
            <a:chExt cx="3116902" cy="396044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xmlns="" id="{58BE8756-1B3D-42D8-B1E6-DC4A42CDA267}"/>
                </a:ext>
              </a:extLst>
            </p:cNvPr>
            <p:cNvGrpSpPr/>
            <p:nvPr/>
          </p:nvGrpSpPr>
          <p:grpSpPr>
            <a:xfrm>
              <a:off x="1790966" y="5193196"/>
              <a:ext cx="3116902" cy="396044"/>
              <a:chOff x="6673389" y="2491579"/>
              <a:chExt cx="4147837" cy="623886"/>
            </a:xfrm>
          </p:grpSpPr>
          <p:sp>
            <p:nvSpPr>
              <p:cNvPr id="31" name="오른쪽 대괄호 8">
                <a:extLst>
                  <a:ext uri="{FF2B5EF4-FFF2-40B4-BE49-F238E27FC236}">
                    <a16:creationId xmlns:a16="http://schemas.microsoft.com/office/drawing/2014/main" xmlns="" id="{AB507B47-FE46-44FF-8623-A0E7100E70D7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FE8101F5-D36D-4D70-A072-FD8A890DE80A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AF830C43-2089-4A09-93CD-4442D4B4705C}"/>
                </a:ext>
              </a:extLst>
            </p:cNvPr>
            <p:cNvSpPr txBox="1"/>
            <p:nvPr/>
          </p:nvSpPr>
          <p:spPr>
            <a:xfrm>
              <a:off x="2144920" y="5296223"/>
              <a:ext cx="2408994" cy="189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파생변수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(derived variable)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C5396FD4-2ABC-4952-9DDA-488F061E1989}"/>
              </a:ext>
            </a:extLst>
          </p:cNvPr>
          <p:cNvGrpSpPr/>
          <p:nvPr/>
        </p:nvGrpSpPr>
        <p:grpSpPr>
          <a:xfrm>
            <a:off x="1739517" y="2290539"/>
            <a:ext cx="3116902" cy="396044"/>
            <a:chOff x="1790966" y="2184693"/>
            <a:chExt cx="3116902" cy="396044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xmlns="" id="{45C7C127-8F92-40F3-B69F-C4898D64DC6C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36" name="오른쪽 대괄호 8">
                <a:extLst>
                  <a:ext uri="{FF2B5EF4-FFF2-40B4-BE49-F238E27FC236}">
                    <a16:creationId xmlns:a16="http://schemas.microsoft.com/office/drawing/2014/main" xmlns="" id="{2B2DD359-8FA9-44AD-82DC-289994DF10C8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7" name="오른쪽 대괄호 8">
                <a:extLst>
                  <a:ext uri="{FF2B5EF4-FFF2-40B4-BE49-F238E27FC236}">
                    <a16:creationId xmlns:a16="http://schemas.microsoft.com/office/drawing/2014/main" xmlns="" id="{0A78881E-5E5F-4B8B-990C-646D63273F46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3604002B-AF08-471C-8E4C-9D9A875670A5}"/>
                </a:ext>
              </a:extLst>
            </p:cNvPr>
            <p:cNvSpPr txBox="1"/>
            <p:nvPr/>
          </p:nvSpPr>
          <p:spPr>
            <a:xfrm>
              <a:off x="2026971" y="2287720"/>
              <a:ext cx="2644891" cy="18999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리코딩변수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(recoded variable)</a:t>
              </a:r>
            </a:p>
          </p:txBody>
        </p:sp>
      </p:grpSp>
      <p:sp>
        <p:nvSpPr>
          <p:cNvPr id="39" name="모서리가 둥근 직사각형 29">
            <a:extLst>
              <a:ext uri="{FF2B5EF4-FFF2-40B4-BE49-F238E27FC236}">
                <a16:creationId xmlns:a16="http://schemas.microsoft.com/office/drawing/2014/main" xmlns="" id="{1CE92A92-49EB-4CAB-A3BA-1E62BF464F71}"/>
              </a:ext>
            </a:extLst>
          </p:cNvPr>
          <p:cNvSpPr/>
          <p:nvPr/>
        </p:nvSpPr>
        <p:spPr bwMode="auto">
          <a:xfrm>
            <a:off x="5436637" y="2346714"/>
            <a:ext cx="5220580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유형화 방법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특성이 비슷한 항목을 그룹으로 묶어 새로운 변수를 </a:t>
            </a: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만들어냄</a:t>
            </a:r>
            <a:endParaRPr kumimoji="1" lang="en-US" altLang="ko-KR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xmlns="" id="{8704CB08-960C-46C9-83BF-464F05547EF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51206" y="2274371"/>
            <a:ext cx="5569207" cy="4431229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5498E9F7-F5A9-4E32-8BE1-EA09A47B301A}"/>
              </a:ext>
            </a:extLst>
          </p:cNvPr>
          <p:cNvCxnSpPr>
            <a:cxnSpLocks/>
          </p:cNvCxnSpPr>
          <p:nvPr/>
        </p:nvCxnSpPr>
        <p:spPr>
          <a:xfrm flipV="1">
            <a:off x="4856418" y="2290539"/>
            <a:ext cx="494787" cy="2884014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xmlns="" id="{32C8B8BF-F6BC-4A57-9FEC-83D8C7EA4CB5}"/>
              </a:ext>
            </a:extLst>
          </p:cNvPr>
          <p:cNvCxnSpPr>
            <a:cxnSpLocks/>
          </p:cNvCxnSpPr>
          <p:nvPr/>
        </p:nvCxnSpPr>
        <p:spPr>
          <a:xfrm>
            <a:off x="4856418" y="5570598"/>
            <a:ext cx="494787" cy="1134766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sp>
        <p:nvSpPr>
          <p:cNvPr id="42" name="AutoShape 8">
            <a:extLst>
              <a:ext uri="{FF2B5EF4-FFF2-40B4-BE49-F238E27FC236}">
                <a16:creationId xmlns:a16="http://schemas.microsoft.com/office/drawing/2014/main" xmlns="" id="{4890DA7A-6799-4D3B-896B-3C7C173A2010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0">
            <a:off x="4444117" y="5074748"/>
            <a:ext cx="1440000" cy="164730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44" name="타원 91">
            <a:extLst>
              <a:ext uri="{FF2B5EF4-FFF2-40B4-BE49-F238E27FC236}">
                <a16:creationId xmlns:a16="http://schemas.microsoft.com/office/drawing/2014/main" xmlns="" id="{16F08C8C-1E03-4246-8752-D4A1F8D451A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12162" y="3933769"/>
            <a:ext cx="1049880" cy="1006350"/>
          </a:xfrm>
          <a:prstGeom prst="ellipse">
            <a:avLst/>
          </a:prstGeom>
          <a:solidFill>
            <a:srgbClr val="336699"/>
          </a:solidFill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개별변수</a:t>
            </a:r>
            <a: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가공방법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왼쪽 중괄호 44">
            <a:extLst>
              <a:ext uri="{FF2B5EF4-FFF2-40B4-BE49-F238E27FC236}">
                <a16:creationId xmlns:a16="http://schemas.microsoft.com/office/drawing/2014/main" xmlns="" id="{2B5F1D4E-ECD6-4B18-9A87-21588EE78D6C}"/>
              </a:ext>
            </a:extLst>
          </p:cNvPr>
          <p:cNvSpPr/>
          <p:nvPr/>
        </p:nvSpPr>
        <p:spPr bwMode="auto">
          <a:xfrm>
            <a:off x="1467960" y="2454726"/>
            <a:ext cx="216000" cy="4212034"/>
          </a:xfrm>
          <a:prstGeom prst="leftBrac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xmlns="" id="{30EA2BE5-E3E0-4BDC-9F72-423DEAF56A0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490855" y="2627387"/>
            <a:ext cx="5429557" cy="1690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이항 유형화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다양한 관광활동 항목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실내와 실외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도시와 농촌 활동 등으로 묶어서 유형화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2"/>
              </a:buBlip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5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점만족도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1~3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점을 부정고객그룹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4~5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점을 긍정고객그룹으로 구간화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다항 유형화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외래관광객 거주국가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북미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남미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동남아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유럽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등으로 묶어서 권역으로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유형화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서열 유형화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여러 숙박시설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이용금액대로 묶어서 최고급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고급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중급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일반으로 유형화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613ACBD4-7434-4D19-B977-ECDD3681E9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627949" y="6290270"/>
            <a:ext cx="5220580" cy="42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몸무게와 키 결합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비만정도를 나타내는 체질량지수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(BMI: Body Mass Index)</a:t>
            </a:r>
          </a:p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사전이미지와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사후이미지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사후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사전 이미지를 계산해 이미지개선도 변수생성 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0" name="모서리가 둥근 직사각형 29">
            <a:extLst>
              <a:ext uri="{FF2B5EF4-FFF2-40B4-BE49-F238E27FC236}">
                <a16:creationId xmlns:a16="http://schemas.microsoft.com/office/drawing/2014/main" xmlns="" id="{1BE43632-0D26-41C0-9F54-523A85E3483D}"/>
              </a:ext>
            </a:extLst>
          </p:cNvPr>
          <p:cNvSpPr/>
          <p:nvPr/>
        </p:nvSpPr>
        <p:spPr bwMode="auto">
          <a:xfrm>
            <a:off x="5436637" y="4405300"/>
            <a:ext cx="5220580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구간화 방법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연속수치를 일정한 범위로 분할해 새로운 변수를 만들어 냄</a:t>
            </a:r>
            <a:endParaRPr kumimoji="1" lang="en-US" altLang="ko-KR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xmlns="" id="{CE41F8EE-2905-4CA2-8C3A-9490410461B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627949" y="4681711"/>
            <a:ext cx="5220580" cy="1192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서열 구간화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연령변수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연령층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청년층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중년층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장년층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고령층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으로 구간화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지출금액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여러 구간에  따라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VIP, Gold, Silver, Pine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고객 등급으로 구간화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등간 구간화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연령변수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10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살간격으로 묶어 연령대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(10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20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···)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로 구간화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41939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유형화를 통한 파생변수 생성대상 범주변수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원본 데이터셋에서 범주형 변수로 측정된 변수 중에서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 </a:t>
            </a:r>
            <a:r>
              <a:rPr lang="ko-KR" altLang="en-US" dirty="0"/>
              <a:t>변수를 선정해 유형화방식을 적용해  새로운 의미와 값을 갖는 파생변수로 만들 수 있음</a:t>
            </a:r>
            <a:endParaRPr lang="en-US" altLang="ko-KR" dirty="0"/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A339D399-F722-4686-9D90-0D79D02B6F96}"/>
              </a:ext>
            </a:extLst>
          </p:cNvPr>
          <p:cNvSpPr/>
          <p:nvPr/>
        </p:nvSpPr>
        <p:spPr>
          <a:xfrm>
            <a:off x="523692" y="2176936"/>
            <a:ext cx="420415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로딩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D6004900-81E4-425F-9F1B-B8A115D9A8CE}"/>
              </a:ext>
            </a:extLst>
          </p:cNvPr>
          <p:cNvSpPr/>
          <p:nvPr/>
        </p:nvSpPr>
        <p:spPr>
          <a:xfrm>
            <a:off x="5270175" y="2176936"/>
            <a:ext cx="528987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기본탐색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77C4F66C-731D-407A-BBEC-7DD6051D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731" y="3438691"/>
            <a:ext cx="2598405" cy="3168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0D62D484-67DE-4D1C-9F28-A348380C9A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0522"/>
          <a:stretch/>
        </p:blipFill>
        <p:spPr>
          <a:xfrm>
            <a:off x="5528001" y="3140968"/>
            <a:ext cx="4743450" cy="2988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F5845D44-BD7A-4B99-B5FE-18AB4C2A0B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070"/>
          <a:stretch/>
        </p:blipFill>
        <p:spPr>
          <a:xfrm>
            <a:off x="5519936" y="4471549"/>
            <a:ext cx="4743450" cy="20155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D6A2945E-C4CF-4B20-A2A4-63124C8B77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41" b="63552"/>
          <a:stretch/>
        </p:blipFill>
        <p:spPr>
          <a:xfrm>
            <a:off x="5519936" y="3523620"/>
            <a:ext cx="4743450" cy="8640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595960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5C1B2681-1E30-4535-8D79-C708A668CD86}"/>
              </a:ext>
            </a:extLst>
          </p:cNvPr>
          <p:cNvSpPr/>
          <p:nvPr/>
        </p:nvSpPr>
        <p:spPr>
          <a:xfrm>
            <a:off x="515937" y="2176936"/>
            <a:ext cx="42839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 수치형에서 문자형으로 리코딩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c(1:19)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싱가포르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태국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말레이시아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호주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캐나다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영국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독일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프랑스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러시아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필리핀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인도네시아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베트남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from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to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리코딩결과 헤더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8A4475DC-4815-439A-A49D-DF75F14B1357}"/>
              </a:ext>
            </a:extLst>
          </p:cNvPr>
          <p:cNvSpPr/>
          <p:nvPr/>
        </p:nvSpPr>
        <p:spPr>
          <a:xfrm>
            <a:off x="4979876" y="2176936"/>
            <a:ext cx="594053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문자형으로 리코딩결과 기술통계분석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print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범주형 변수 </a:t>
            </a:r>
            <a:r>
              <a:rPr lang="ko-KR" altLang="en-US" dirty="0"/>
              <a:t>원본 수치형에서 문자형으로 리코딩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수치형 데이터로 측정된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변수의 내용을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문자형으로 리코딩 변환하여 어떤 국가들이 있는지를 파악함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3807CDF7-2F4A-41D6-B0F7-BB14B16AE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620" y="5472839"/>
            <a:ext cx="1990725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53C122FC-6743-49F7-9F19-E0A591827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350" y="1868949"/>
            <a:ext cx="1266825" cy="28956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44CF9654-82DE-49C2-A604-D80A5CC32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888" y="4904747"/>
            <a:ext cx="6933921" cy="1695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0B4923D3-F9D3-42D8-B3E9-AD1445D86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7888" y="3069704"/>
            <a:ext cx="5124450" cy="12954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13018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범주형 변수 </a:t>
            </a:r>
            <a:r>
              <a:rPr lang="ko-KR" altLang="en-US" dirty="0"/>
              <a:t>유형화방식을 적용해 파생변수화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 </a:t>
            </a:r>
            <a:r>
              <a:rPr lang="ko-KR" altLang="en-US" dirty="0"/>
              <a:t>변수에 속한 </a:t>
            </a:r>
            <a:r>
              <a:rPr lang="en-US" altLang="ko-KR" dirty="0"/>
              <a:t>19</a:t>
            </a:r>
            <a:r>
              <a:rPr lang="ko-KR" altLang="en-US" dirty="0"/>
              <a:t>개 나라들을 권역</a:t>
            </a:r>
            <a:r>
              <a:rPr lang="en-US" altLang="ko-KR" dirty="0"/>
              <a:t>(</a:t>
            </a:r>
            <a:r>
              <a:rPr lang="en-US" altLang="ko-KR" dirty="0" err="1"/>
              <a:t>wzone</a:t>
            </a:r>
            <a:r>
              <a:rPr lang="en-US" altLang="ko-KR" dirty="0"/>
              <a:t>)</a:t>
            </a:r>
            <a:r>
              <a:rPr lang="ko-KR" altLang="en-US" dirty="0"/>
              <a:t>으로 유형화하여 파생변수로 만들어 냄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665B5B3B-926F-4815-9DE7-05FC61417AC3}"/>
              </a:ext>
            </a:extLst>
          </p:cNvPr>
          <p:cNvSpPr/>
          <p:nvPr/>
        </p:nvSpPr>
        <p:spPr>
          <a:xfrm>
            <a:off x="515937" y="2176936"/>
            <a:ext cx="572407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유형화를 통한 파생변수화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%in%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연산자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%in%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동아시아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%in%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필리핀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싱가포르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태국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말레이시아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인도네시아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베트남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동남아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%in%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 &lt;-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서남아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%in%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캐나다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호주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북미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%in%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영국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독일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프랑스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러시아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nation &lt;- list(c('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필리핀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싱가포르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태국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말레이시아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인도네시아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베트남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'),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캐나다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호주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영국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독일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프랑스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러시아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wzone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list('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동아시아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동남아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서남아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북미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nation;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wzone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pl-PL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pl-PL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recodeVar(my$nat_c, src = nation, tgt = wzone)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BEF821EF-E80F-41CE-91E9-4DD520758BF4}"/>
              </a:ext>
            </a:extLst>
          </p:cNvPr>
          <p:cNvSpPr/>
          <p:nvPr/>
        </p:nvSpPr>
        <p:spPr>
          <a:xfrm>
            <a:off x="6528048" y="2176936"/>
            <a:ext cx="439236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리코딩결과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  <a:p>
            <a:pPr>
              <a:lnSpc>
                <a:spcPct val="110000"/>
              </a:lnSpc>
            </a:pPr>
            <a:r>
              <a:rPr kumimoji="1" lang="pl-PL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head(my[c('nat', 'nat_c', 'nat_z', 'nat_z2')])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권역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wzone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유형화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파생변수화 결과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print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30961FBE-4DE4-4588-A652-8D1794E4E5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833"/>
          <a:stretch/>
        </p:blipFill>
        <p:spPr>
          <a:xfrm>
            <a:off x="6708068" y="4437112"/>
            <a:ext cx="3705225" cy="7128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8BE56FCB-1A80-4458-A404-3962CD8771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334"/>
          <a:stretch/>
        </p:blipFill>
        <p:spPr>
          <a:xfrm>
            <a:off x="7113240" y="5496594"/>
            <a:ext cx="3705225" cy="11622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177550CD-2464-44CB-9F8B-94FC743879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433" r="70849" b="41847"/>
          <a:stretch/>
        </p:blipFill>
        <p:spPr>
          <a:xfrm>
            <a:off x="10515241" y="4285851"/>
            <a:ext cx="1080120" cy="8640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5F8AF9CE-28CB-4270-A00E-6B786FC8D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0387" y="2617384"/>
            <a:ext cx="2219325" cy="10096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291882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xmlns="" id="{AAC3F922-63CF-4225-A1FF-AA664F32BCF6}"/>
              </a:ext>
            </a:extLst>
          </p:cNvPr>
          <p:cNvSpPr/>
          <p:nvPr/>
        </p:nvSpPr>
        <p:spPr>
          <a:xfrm>
            <a:off x="5015880" y="2176936"/>
            <a:ext cx="554417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기본탐색 분포내용을 토대로 구간화 기준설정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- 500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달러미만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500~1000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달러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1000~2000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달러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2000~5000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달러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- 5000~10000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달러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10000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달러 이상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구간화를 통한 파생변수 생성대상 연속변수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원본 데이터셋에서 연속형 변수로 측정된 변수 중에서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지출경비</a:t>
            </a:r>
            <a:r>
              <a:rPr lang="en-US" altLang="ko-KR" dirty="0"/>
              <a:t>(expense) </a:t>
            </a:r>
            <a:r>
              <a:rPr lang="ko-KR" altLang="en-US" dirty="0"/>
              <a:t>변수를 선정해 </a:t>
            </a:r>
            <a:r>
              <a:rPr lang="ko-KR" altLang="en-US" dirty="0" smtClean="0"/>
              <a:t>구간화 방식을 </a:t>
            </a:r>
            <a:r>
              <a:rPr lang="ko-KR" altLang="en-US" dirty="0"/>
              <a:t>적용해  새로운 의미와 값을 갖는 파생변수로 만들 수 있음</a:t>
            </a:r>
            <a:endParaRPr lang="en-US" altLang="ko-KR" dirty="0"/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D6004900-81E4-425F-9F1B-B8A115D9A8CE}"/>
              </a:ext>
            </a:extLst>
          </p:cNvPr>
          <p:cNvSpPr/>
          <p:nvPr/>
        </p:nvSpPr>
        <p:spPr>
          <a:xfrm>
            <a:off x="515938" y="2176936"/>
            <a:ext cx="421191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기본탐색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구조파악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 분석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C09E0336-0568-411A-ACD1-4BFC5BFC1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84" y="3421359"/>
            <a:ext cx="2600325" cy="304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25693F61-5221-4BAD-B867-9121F6BE4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04" y="4761148"/>
            <a:ext cx="3590925" cy="714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595B985E-1F56-49AE-BBC2-B01A362A3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184" y="2438153"/>
            <a:ext cx="6124575" cy="2009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788750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 err="1"/>
              <a:t>구간화방식을</a:t>
            </a:r>
            <a:r>
              <a:rPr lang="ko-KR" altLang="en-US" dirty="0"/>
              <a:t> 적용해 파생변수화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변수인 </a:t>
            </a:r>
            <a:r>
              <a:rPr lang="ko-KR" altLang="en-US" dirty="0"/>
              <a:t>지출금액</a:t>
            </a:r>
            <a:r>
              <a:rPr lang="en-US" altLang="ko-KR" dirty="0"/>
              <a:t>(expense) </a:t>
            </a:r>
            <a:r>
              <a:rPr lang="ko-KR" altLang="en-US" dirty="0"/>
              <a:t>변수의 분포특성을 토대로 구간을 설정하여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지출금액대</a:t>
            </a:r>
            <a:r>
              <a:rPr lang="en-US" altLang="ko-KR" dirty="0"/>
              <a:t>(expense range)</a:t>
            </a:r>
            <a:r>
              <a:rPr lang="ko-KR" altLang="en-US" dirty="0"/>
              <a:t>라는</a:t>
            </a:r>
            <a:r>
              <a:rPr lang="en-US" altLang="ko-KR" dirty="0"/>
              <a:t> </a:t>
            </a:r>
            <a:r>
              <a:rPr lang="ko-KR" altLang="en-US" dirty="0"/>
              <a:t>파생변수로 만들어 냄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665B5B3B-926F-4815-9DE7-05FC61417AC3}"/>
              </a:ext>
            </a:extLst>
          </p:cNvPr>
          <p:cNvSpPr/>
          <p:nvPr/>
        </p:nvSpPr>
        <p:spPr>
          <a:xfrm>
            <a:off x="515937" y="2176936"/>
            <a:ext cx="565207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지출금액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구간화를 통해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지출금액대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expense_r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expense range)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파생변수로 생성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base::cut()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my$expense_r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cut(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breaks = c(-Inf, 500, 1000, 2000, 5000, 10000, Inf),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include.lowest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right = FALSE,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labels = c('Tree', 'Pine', 'Silver',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'Gold', 'VIP', 'Ultra'))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구간화를 통한 파생변수 생성결과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head(my[c('expense',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expense_r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BEF821EF-E80F-41CE-91E9-4DD520758BF4}"/>
              </a:ext>
            </a:extLst>
          </p:cNvPr>
          <p:cNvSpPr/>
          <p:nvPr/>
        </p:nvSpPr>
        <p:spPr>
          <a:xfrm>
            <a:off x="6276020" y="2176936"/>
            <a:ext cx="464439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지출금액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구간화를 통한 파생변수 기술통계분석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my$expense_r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print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my$expense_r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5C615B3B-5FFC-4BB4-95CC-877DC1DAA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972" y="4508723"/>
            <a:ext cx="2486025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50EB8979-FB0E-4CB2-80E6-4CB6AEE10C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801"/>
          <a:stretch/>
        </p:blipFill>
        <p:spPr>
          <a:xfrm>
            <a:off x="7187691" y="5301208"/>
            <a:ext cx="3552825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796A432E-336D-4DDC-94DF-8FF8D8A922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661"/>
          <a:stretch/>
        </p:blipFill>
        <p:spPr>
          <a:xfrm>
            <a:off x="7187691" y="3068960"/>
            <a:ext cx="3552825" cy="17012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314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76">
            <a:extLst>
              <a:ext uri="{FF2B5EF4-FFF2-40B4-BE49-F238E27FC236}">
                <a16:creationId xmlns:a16="http://schemas.microsoft.com/office/drawing/2014/main" xmlns="" id="{3C6D1080-FF6E-42DA-9B65-E8B775137E9B}"/>
              </a:ext>
            </a:extLst>
          </p:cNvPr>
          <p:cNvSpPr/>
          <p:nvPr/>
        </p:nvSpPr>
        <p:spPr>
          <a:xfrm>
            <a:off x="515937" y="2176936"/>
            <a:ext cx="576008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이미지개선도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kbi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korea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brand index)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조작적 정의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외래관광객이 가진 한국에 대한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사전이미지와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사후이미지를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활용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이미지개선도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(awn) = </a:t>
            </a:r>
            <a:r>
              <a:rPr kumimoji="1" lang="ko-KR" altLang="en-US" sz="1200" b="1" dirty="0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사후 이미지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/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사전이미지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*100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(index)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기준값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(100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또는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설정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과 일정구간별 등급이 있어야 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kbi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지수가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100: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관광이 이미지향상에 기여하지 못함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kbi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지수가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관광이 이미지향상에 긍정적으로 기여함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kbi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지수가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관광이 이미지향상에 부정적으로 작용함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bf_img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)/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이미지 변수 기본탐색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subset(my, select = 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구조파악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사각형: 둥근 모서리 76">
            <a:extLst>
              <a:ext uri="{FF2B5EF4-FFF2-40B4-BE49-F238E27FC236}">
                <a16:creationId xmlns:a16="http://schemas.microsoft.com/office/drawing/2014/main" xmlns="" id="{D783567B-C42E-4245-84F7-7C04A7232CFF}"/>
              </a:ext>
            </a:extLst>
          </p:cNvPr>
          <p:cNvSpPr/>
          <p:nvPr/>
        </p:nvSpPr>
        <p:spPr>
          <a:xfrm>
            <a:off x="6456040" y="2176936"/>
            <a:ext cx="410331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기술통계분석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지수화를 통한 파생변수 생성대상 연속변수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원본 데이터셋에서 사전</a:t>
            </a:r>
            <a:r>
              <a:rPr lang="en-US" altLang="ko-KR" dirty="0"/>
              <a:t>(</a:t>
            </a:r>
            <a:r>
              <a:rPr lang="en-US" altLang="ko-KR" dirty="0" err="1"/>
              <a:t>bf_img</a:t>
            </a:r>
            <a:r>
              <a:rPr lang="en-US" altLang="ko-KR" dirty="0"/>
              <a:t>)·</a:t>
            </a:r>
            <a:r>
              <a:rPr lang="ko-KR" altLang="en-US" dirty="0"/>
              <a:t>사후</a:t>
            </a:r>
            <a:r>
              <a:rPr lang="en-US" altLang="ko-KR" dirty="0"/>
              <a:t>(</a:t>
            </a:r>
            <a:r>
              <a:rPr lang="en-US" altLang="ko-KR" dirty="0" err="1"/>
              <a:t>af_img</a:t>
            </a:r>
            <a:r>
              <a:rPr lang="en-US" altLang="ko-KR" dirty="0"/>
              <a:t>) </a:t>
            </a:r>
            <a:r>
              <a:rPr lang="ko-KR" altLang="en-US" dirty="0"/>
              <a:t>이미지</a:t>
            </a:r>
            <a:r>
              <a:rPr lang="en-US" altLang="ko-KR" dirty="0"/>
              <a:t> </a:t>
            </a:r>
            <a:r>
              <a:rPr lang="ko-KR" altLang="en-US" dirty="0"/>
              <a:t>변수에 지수화 방식을 적용해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사전대비 </a:t>
            </a:r>
            <a:r>
              <a:rPr lang="ko-KR" altLang="en-US" dirty="0" smtClean="0"/>
              <a:t>사후 이미지가 </a:t>
            </a:r>
            <a:r>
              <a:rPr lang="ko-KR" altLang="en-US" dirty="0"/>
              <a:t>얼마나 개선되었는지 이미지개선도라는 새로운 의미와 값을 갖는 파생변수로 만들 수 있음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EEFED513-6B78-49F3-A1D3-24A32D4FB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644" y="4293096"/>
            <a:ext cx="109537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EC44C232-FECD-41A5-BC38-020A799F7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644" y="5751923"/>
            <a:ext cx="2952750" cy="590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CF49B26F-A7E2-471A-A986-FCA4C6880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052" y="2626650"/>
            <a:ext cx="5438775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D4C1E34C-1966-407E-9196-D55A7BDAE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052" y="3621751"/>
            <a:ext cx="3648075" cy="2990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420658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76">
            <a:extLst>
              <a:ext uri="{FF2B5EF4-FFF2-40B4-BE49-F238E27FC236}">
                <a16:creationId xmlns:a16="http://schemas.microsoft.com/office/drawing/2014/main" xmlns="" id="{7BC4DFC8-BE6A-4719-80F4-8DD586C17E03}"/>
              </a:ext>
            </a:extLst>
          </p:cNvPr>
          <p:cNvSpPr/>
          <p:nvPr/>
        </p:nvSpPr>
        <p:spPr>
          <a:xfrm>
            <a:off x="4799856" y="2176936"/>
            <a:ext cx="612055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bf_img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)/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이미지변수 지수화를 통한 파생변수 기술통계분석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my$kbi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my$kbi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지수화방식을 적용해 파생변수화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이미지개선도</a:t>
            </a:r>
            <a:r>
              <a:rPr lang="en-US" altLang="ko-KR" dirty="0"/>
              <a:t>(</a:t>
            </a:r>
            <a:r>
              <a:rPr lang="en-US" altLang="ko-KR" dirty="0" err="1"/>
              <a:t>kbi</a:t>
            </a:r>
            <a:r>
              <a:rPr lang="en-US" altLang="ko-KR" dirty="0"/>
              <a:t>)</a:t>
            </a:r>
            <a:r>
              <a:rPr lang="ko-KR" altLang="en-US" dirty="0"/>
              <a:t>라는 지수를 도출하기 위한 계산수식을 산정</a:t>
            </a:r>
            <a:r>
              <a:rPr lang="en-US" altLang="ko-KR" dirty="0"/>
              <a:t>·</a:t>
            </a:r>
            <a:r>
              <a:rPr lang="ko-KR" altLang="en-US" dirty="0"/>
              <a:t>적용한 결과</a:t>
            </a:r>
            <a:r>
              <a:rPr lang="en-US" altLang="ko-KR" dirty="0"/>
              <a:t> </a:t>
            </a:r>
            <a:r>
              <a:rPr lang="ko-KR" altLang="en-US" dirty="0" err="1"/>
              <a:t>기준값인</a:t>
            </a:r>
            <a:r>
              <a:rPr lang="ko-KR" altLang="en-US" dirty="0"/>
              <a:t> </a:t>
            </a:r>
            <a:r>
              <a:rPr lang="en-US" altLang="ko-KR" dirty="0"/>
              <a:t>100</a:t>
            </a:r>
            <a:r>
              <a:rPr lang="ko-KR" altLang="en-US" dirty="0"/>
              <a:t>을 상회하여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관광상품</a:t>
            </a:r>
            <a:r>
              <a:rPr lang="en-US" altLang="ko-KR" dirty="0"/>
              <a:t>·</a:t>
            </a:r>
            <a:r>
              <a:rPr lang="ko-KR" altLang="en-US" dirty="0"/>
              <a:t>서비스</a:t>
            </a:r>
            <a:r>
              <a:rPr lang="en-US" altLang="ko-KR" dirty="0"/>
              <a:t>·</a:t>
            </a:r>
            <a:r>
              <a:rPr lang="ko-KR" altLang="en-US" dirty="0"/>
              <a:t>인프라 등이 </a:t>
            </a:r>
            <a:r>
              <a:rPr lang="ko-KR" altLang="en-US" dirty="0" smtClean="0"/>
              <a:t>한국 대외이미지 </a:t>
            </a:r>
            <a:r>
              <a:rPr lang="ko-KR" altLang="en-US" dirty="0"/>
              <a:t>향상에 긍정적으로 기여하는 것으로 나타남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665B5B3B-926F-4815-9DE7-05FC61417AC3}"/>
              </a:ext>
            </a:extLst>
          </p:cNvPr>
          <p:cNvSpPr/>
          <p:nvPr/>
        </p:nvSpPr>
        <p:spPr>
          <a:xfrm>
            <a:off x="515937" y="2176936"/>
            <a:ext cx="408337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파생변수 생성을 위한 계산공식 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my$kbi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* 100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지수화 통한 파생변수 생성결과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kbi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85850E8A-E72C-418F-886F-4FC110261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28" y="3320655"/>
            <a:ext cx="2733675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95D9701D-6C6A-4924-8CBA-8F1245164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80" y="2642931"/>
            <a:ext cx="5248275" cy="457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B12EF175-6155-4351-9FB5-17C2C976C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880" y="3861048"/>
            <a:ext cx="6772275" cy="2009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216355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LnJo.qek0GDHpTpIrHXo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LnJo.qek0GDHpTpIrHXo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LnJo.qek0GDHpTpIrHXo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15065</TotalTime>
  <Words>3061</Words>
  <Application>Microsoft Office PowerPoint</Application>
  <PresentationFormat>와이드스크린</PresentationFormat>
  <Paragraphs>589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7" baseType="lpstr">
      <vt:lpstr>나눔바른고딕</vt:lpstr>
      <vt:lpstr>휴먼모음T</vt:lpstr>
      <vt:lpstr>Webdings</vt:lpstr>
      <vt:lpstr>Impact</vt:lpstr>
      <vt:lpstr>나눔스퀘어 Bold</vt:lpstr>
      <vt:lpstr>스웨거 TTF</vt:lpstr>
      <vt:lpstr>Arial</vt:lpstr>
      <vt:lpstr>Wingdings</vt:lpstr>
      <vt:lpstr>맑은 고딕</vt:lpstr>
      <vt:lpstr>D2Coding</vt:lpstr>
      <vt:lpstr>Office 테마</vt:lpstr>
      <vt:lpstr>PowerPoint 프레젠테이션</vt:lpstr>
      <vt:lpstr>PowerPoint 프레젠테이션</vt:lpstr>
      <vt:lpstr>PowerPoint 프레젠테이션</vt:lpstr>
      <vt:lpstr>변수 리코딩 하기</vt:lpstr>
      <vt:lpstr>리코딩 대상 범주형 변수 준비</vt:lpstr>
      <vt:lpstr>범주형 변수 원본 수치형에서 다른 수치형으로 리코딩</vt:lpstr>
      <vt:lpstr>범주형 변수 원본 수치형에서 문자형으로 리코딩</vt:lpstr>
      <vt:lpstr>범주형 변수 문자형에서 논리형으로 리코딩</vt:lpstr>
      <vt:lpstr>리코딩 대상 연속형 변수 준비</vt:lpstr>
      <vt:lpstr>연속형 변수 원본 수치형에서 다른 수치형으로 리코딩</vt:lpstr>
      <vt:lpstr>연속형 변수 원본 수치형에서 문자형으로 리코딩</vt:lpstr>
      <vt:lpstr>연속형변수 원본 수치형을 리버스 스케일링</vt:lpstr>
      <vt:lpstr>PowerPoint 프레젠테이션</vt:lpstr>
      <vt:lpstr>요약변수 가공하기</vt:lpstr>
      <vt:lpstr>요인화를 통한 요약변수 생성대상 연속변수 로딩</vt:lpstr>
      <vt:lpstr>연속형변수 요인화방식을 적용해 요약변수화(1/2)</vt:lpstr>
      <vt:lpstr>연속형변수 요인화방식을 적용해 요약변수화(2/2)</vt:lpstr>
      <vt:lpstr>PowerPoint 프레젠테이션</vt:lpstr>
      <vt:lpstr>파생변수 가공하기</vt:lpstr>
      <vt:lpstr>유형화를 통한 파생변수 생성대상 범주변수 로딩</vt:lpstr>
      <vt:lpstr>범주형 변수 원본 수치형에서 문자형으로 리코딩</vt:lpstr>
      <vt:lpstr>범주형 변수 유형화방식을 적용해 파생변수화</vt:lpstr>
      <vt:lpstr>구간화를 통한 파생변수 생성대상 연속변수 로딩</vt:lpstr>
      <vt:lpstr>연속형 변수 구간화방식을 적용해 파생변수화</vt:lpstr>
      <vt:lpstr>지수화를 통한 파생변수 생성대상 연속변수 로딩</vt:lpstr>
      <vt:lpstr>연속형 변수 지수화방식을 적용해 파생변수화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659</cp:revision>
  <dcterms:created xsi:type="dcterms:W3CDTF">2019-01-19T08:23:23Z</dcterms:created>
  <dcterms:modified xsi:type="dcterms:W3CDTF">2020-01-09T02:38:53Z</dcterms:modified>
</cp:coreProperties>
</file>