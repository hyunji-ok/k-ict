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631" r:id="rId2"/>
    <p:sldId id="632" r:id="rId3"/>
    <p:sldId id="329" r:id="rId4"/>
    <p:sldId id="585" r:id="rId5"/>
    <p:sldId id="300" r:id="rId6"/>
    <p:sldId id="586" r:id="rId7"/>
    <p:sldId id="594" r:id="rId8"/>
    <p:sldId id="547" r:id="rId9"/>
    <p:sldId id="595" r:id="rId10"/>
    <p:sldId id="596" r:id="rId11"/>
    <p:sldId id="589" r:id="rId12"/>
    <p:sldId id="590" r:id="rId13"/>
    <p:sldId id="591" r:id="rId14"/>
    <p:sldId id="592" r:id="rId15"/>
    <p:sldId id="597" r:id="rId16"/>
    <p:sldId id="583" r:id="rId17"/>
    <p:sldId id="610" r:id="rId18"/>
    <p:sldId id="614" r:id="rId19"/>
    <p:sldId id="379" r:id="rId20"/>
    <p:sldId id="406" r:id="rId21"/>
    <p:sldId id="408" r:id="rId22"/>
    <p:sldId id="414" r:id="rId23"/>
    <p:sldId id="421" r:id="rId24"/>
    <p:sldId id="422" r:id="rId25"/>
    <p:sldId id="425" r:id="rId26"/>
    <p:sldId id="423" r:id="rId27"/>
    <p:sldId id="598" r:id="rId28"/>
    <p:sldId id="615" r:id="rId29"/>
    <p:sldId id="608" r:id="rId30"/>
    <p:sldId id="599" r:id="rId31"/>
    <p:sldId id="600" r:id="rId32"/>
    <p:sldId id="609" r:id="rId33"/>
    <p:sldId id="584" r:id="rId34"/>
    <p:sldId id="607" r:id="rId35"/>
    <p:sldId id="540" r:id="rId36"/>
    <p:sldId id="605" r:id="rId37"/>
    <p:sldId id="606" r:id="rId38"/>
    <p:sldId id="618" r:id="rId39"/>
    <p:sldId id="602" r:id="rId40"/>
    <p:sldId id="616" r:id="rId41"/>
    <p:sldId id="617" r:id="rId42"/>
    <p:sldId id="603" r:id="rId43"/>
    <p:sldId id="619" r:id="rId44"/>
    <p:sldId id="624" r:id="rId45"/>
    <p:sldId id="620" r:id="rId46"/>
    <p:sldId id="625" r:id="rId47"/>
    <p:sldId id="626" r:id="rId48"/>
    <p:sldId id="627" r:id="rId49"/>
    <p:sldId id="628" r:id="rId50"/>
    <p:sldId id="629" r:id="rId51"/>
    <p:sldId id="621" r:id="rId52"/>
    <p:sldId id="630" r:id="rId53"/>
  </p:sldIdLst>
  <p:sldSz cx="12192000" cy="6858000"/>
  <p:notesSz cx="6858000" cy="9144000"/>
  <p:embeddedFontLst>
    <p:embeddedFont>
      <p:font typeface="나눔바른고딕" panose="020B0603020101020101" pitchFamily="50" charset="-127"/>
      <p:regular r:id="rId56"/>
      <p:bold r:id="rId57"/>
    </p:embeddedFont>
    <p:embeddedFont>
      <p:font typeface="맑은 고딕" panose="020B0503020000020004" pitchFamily="50" charset="-127"/>
      <p:regular r:id="rId58"/>
      <p:bold r:id="rId59"/>
    </p:embeddedFont>
    <p:embeddedFont>
      <p:font typeface="D2Coding" panose="020B0600000101010101" charset="-127"/>
      <p:regular r:id="rId60"/>
      <p:bold r:id="rId61"/>
    </p:embeddedFont>
    <p:embeddedFont>
      <p:font typeface="스웨거 TTF" panose="020B0600000101010101" pitchFamily="50" charset="-127"/>
      <p:regular r:id="rId62"/>
    </p:embeddedFont>
    <p:embeddedFont>
      <p:font typeface="Webdings" panose="05030102010509060703" pitchFamily="18" charset="2"/>
      <p:regular r:id="rId63"/>
    </p:embeddedFont>
    <p:embeddedFont>
      <p:font typeface="Impact" panose="020B0806030902050204" pitchFamily="34" charset="0"/>
      <p:regular r:id="rId64"/>
    </p:embeddedFont>
    <p:embeddedFont>
      <p:font typeface="나눔스퀘어 Bold" panose="020B0600000101010101" pitchFamily="50" charset="-127"/>
      <p:bold r:id="rId6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4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6AAD9"/>
    <a:srgbClr val="FDE9D1"/>
    <a:srgbClr val="CFD5EA"/>
    <a:srgbClr val="E9EBF5"/>
    <a:srgbClr val="FBFBFB"/>
    <a:srgbClr val="163E94"/>
    <a:srgbClr val="95D5E1"/>
    <a:srgbClr val="173F9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1" d="100"/>
          <a:sy n="91" d="100"/>
        </p:scale>
        <p:origin x="114" y="192"/>
      </p:cViewPr>
      <p:guideLst>
        <p:guide orient="horz" pos="323"/>
        <p:guide orient="horz" pos="981"/>
        <p:guide orient="horz" pos="1434"/>
        <p:guide pos="483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9918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63" Type="http://schemas.openxmlformats.org/officeDocument/2006/relationships/font" Target="fonts/font8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61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2-21T00:37:27.369" v="6828" actId="2696"/>
      <pc:docMkLst>
        <pc:docMk/>
      </pc:docMkLst>
    </pc:docChg>
  </pc:docChgLst>
  <pc:docChgLst>
    <pc:chgData name="Choi Jeomki" userId="f1912f8b0928b9f1" providerId="LiveId" clId="{42054B8C-A000-4DBD-9F31-C2094E50BCA0}"/>
    <pc:docChg chg="undo custSel addSld delSld modSld sldOrd">
      <pc:chgData name="Choi Jeomki" userId="f1912f8b0928b9f1" providerId="LiveId" clId="{42054B8C-A000-4DBD-9F31-C2094E50BCA0}" dt="2019-02-26T00:21:01.910" v="7715" actId="207"/>
      <pc:docMkLst>
        <pc:docMk/>
      </pc:docMkLst>
    </pc:docChg>
  </pc:docChgLst>
  <pc:docChgLst>
    <pc:chgData name="Choi Jeomki" userId="f1912f8b0928b9f1" providerId="LiveId" clId="{A5D8EF6E-B5B7-4946-90FE-4183DE11540E}"/>
    <pc:docChg chg="undo custSel addSld delSld modSld sldOrd">
      <pc:chgData name="Choi Jeomki" userId="f1912f8b0928b9f1" providerId="LiveId" clId="{A5D8EF6E-B5B7-4946-90FE-4183DE11540E}" dt="2019-02-24T08:50:41.806" v="5278" actId="2696"/>
      <pc:docMkLst>
        <pc:docMk/>
      </pc:docMkLst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D8FB46F6-7F0E-4535-B1A9-CD101ADCF625}"/>
    <pc:docChg chg="undo custSel addSld delSld modSld sldOrd">
      <pc:chgData name="Choi Jeomki" userId="f1912f8b0928b9f1" providerId="LiveId" clId="{D8FB46F6-7F0E-4535-B1A9-CD101ADCF625}" dt="2019-02-23T23:09:41.493" v="18164" actId="465"/>
      <pc:docMkLst>
        <pc:docMk/>
      </pc:docMkLst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</pc:docChg>
  </pc:docChgLst>
  <pc:docChgLst>
    <pc:chgData name="Choi Jeomki" userId="f1912f8b0928b9f1" providerId="LiveId" clId="{2EB904E9-ED44-4D23-A32C-9D53BDF24188}"/>
    <pc:docChg chg="undo custSel addSld delSld modSld sldOrd">
      <pc:chgData name="Choi Jeomki" userId="f1912f8b0928b9f1" providerId="LiveId" clId="{2EB904E9-ED44-4D23-A32C-9D53BDF24188}" dt="2019-02-24T17:48:28.253" v="11054" actId="20577"/>
      <pc:docMkLst>
        <pc:docMk/>
      </pc:docMkLst>
    </pc:docChg>
  </pc:docChgLst>
  <pc:docChgLst>
    <pc:chgData name="Choi Jeomki" userId="f1912f8b0928b9f1" providerId="LiveId" clId="{29366F34-5D58-4B38-9DBA-7F5115FE4899}"/>
    <pc:docChg chg="undo redo custSel addSld delSld modSld sldOrd">
      <pc:chgData name="Choi Jeomki" userId="f1912f8b0928b9f1" providerId="LiveId" clId="{29366F34-5D58-4B38-9DBA-7F5115FE4899}" dt="2019-03-08T07:14:04.553" v="18435" actId="14100"/>
      <pc:docMkLst>
        <pc:docMk/>
      </pc:docMkLst>
      <pc:sldChg chg="addSp delSp modSp add">
        <pc:chgData name="Choi Jeomki" userId="f1912f8b0928b9f1" providerId="LiveId" clId="{29366F34-5D58-4B38-9DBA-7F5115FE4899}" dt="2019-02-26T15:23:12.309" v="3428"/>
        <pc:sldMkLst>
          <pc:docMk/>
          <pc:sldMk cId="4226674782" sldId="300"/>
        </pc:sldMkLst>
        <pc:spChg chg="mod">
          <ac:chgData name="Choi Jeomki" userId="f1912f8b0928b9f1" providerId="LiveId" clId="{29366F34-5D58-4B38-9DBA-7F5115FE4899}" dt="2019-02-26T15:14:24.053" v="3309" actId="20577"/>
          <ac:spMkLst>
            <pc:docMk/>
            <pc:sldMk cId="4226674782" sldId="300"/>
            <ac:spMk id="3" creationId="{00000000-0000-0000-0000-000000000000}"/>
          </ac:spMkLst>
        </pc:spChg>
        <pc:spChg chg="del">
          <ac:chgData name="Choi Jeomki" userId="f1912f8b0928b9f1" providerId="LiveId" clId="{29366F34-5D58-4B38-9DBA-7F5115FE4899}" dt="2019-02-26T15:04:49.725" v="2859" actId="478"/>
          <ac:spMkLst>
            <pc:docMk/>
            <pc:sldMk cId="4226674782" sldId="300"/>
            <ac:spMk id="9" creationId="{27F9FDD7-4C59-4D43-ADDD-9D661A8F78E8}"/>
          </ac:spMkLst>
        </pc:spChg>
        <pc:spChg chg="mod">
          <ac:chgData name="Choi Jeomki" userId="f1912f8b0928b9f1" providerId="LiveId" clId="{29366F34-5D58-4B38-9DBA-7F5115FE4899}" dt="2019-02-26T15:12:08.750" v="3198" actId="554"/>
          <ac:spMkLst>
            <pc:docMk/>
            <pc:sldMk cId="4226674782" sldId="300"/>
            <ac:spMk id="10" creationId="{0A819C74-8BCC-4907-8D21-86D8C2ECCB4B}"/>
          </ac:spMkLst>
        </pc:spChg>
        <pc:spChg chg="mod">
          <ac:chgData name="Choi Jeomki" userId="f1912f8b0928b9f1" providerId="LiveId" clId="{29366F34-5D58-4B38-9DBA-7F5115FE4899}" dt="2019-02-26T15:12:52.226" v="3248" actId="1038"/>
          <ac:spMkLst>
            <pc:docMk/>
            <pc:sldMk cId="4226674782" sldId="300"/>
            <ac:spMk id="11" creationId="{0835EE16-49AA-42DC-B62D-2DC5B72D65E0}"/>
          </ac:spMkLst>
        </pc:spChg>
        <pc:spChg chg="mod">
          <ac:chgData name="Choi Jeomki" userId="f1912f8b0928b9f1" providerId="LiveId" clId="{29366F34-5D58-4B38-9DBA-7F5115FE4899}" dt="2019-02-26T15:11:46.211" v="3161" actId="1036"/>
          <ac:spMkLst>
            <pc:docMk/>
            <pc:sldMk cId="4226674782" sldId="300"/>
            <ac:spMk id="12" creationId="{825033DA-144A-416C-9B83-B779C0404544}"/>
          </ac:spMkLst>
        </pc:spChg>
        <pc:spChg chg="mod">
          <ac:chgData name="Choi Jeomki" userId="f1912f8b0928b9f1" providerId="LiveId" clId="{29366F34-5D58-4B38-9DBA-7F5115FE4899}" dt="2019-02-26T15:23:12.309" v="3428"/>
          <ac:spMkLst>
            <pc:docMk/>
            <pc:sldMk cId="4226674782" sldId="300"/>
            <ac:spMk id="13" creationId="{D66B3D15-6E15-4225-8D2D-BEFA4C142946}"/>
          </ac:spMkLst>
        </pc:spChg>
        <pc:spChg chg="del mod">
          <ac:chgData name="Choi Jeomki" userId="f1912f8b0928b9f1" providerId="LiveId" clId="{29366F34-5D58-4B38-9DBA-7F5115FE4899}" dt="2019-02-26T15:07:25.137" v="3064" actId="478"/>
          <ac:spMkLst>
            <pc:docMk/>
            <pc:sldMk cId="4226674782" sldId="300"/>
            <ac:spMk id="14" creationId="{D6B38121-6FD2-4E79-BD58-0B54C1587AED}"/>
          </ac:spMkLst>
        </pc:spChg>
        <pc:spChg chg="del mod">
          <ac:chgData name="Choi Jeomki" userId="f1912f8b0928b9f1" providerId="LiveId" clId="{29366F34-5D58-4B38-9DBA-7F5115FE4899}" dt="2019-02-26T15:12:55.046" v="3249" actId="478"/>
          <ac:spMkLst>
            <pc:docMk/>
            <pc:sldMk cId="4226674782" sldId="300"/>
            <ac:spMk id="15" creationId="{CD3C6C49-DF0D-4188-B759-D981F033F0F9}"/>
          </ac:spMkLst>
        </pc:spChg>
        <pc:spChg chg="del mod">
          <ac:chgData name="Choi Jeomki" userId="f1912f8b0928b9f1" providerId="LiveId" clId="{29366F34-5D58-4B38-9DBA-7F5115FE4899}" dt="2019-02-26T15:13:39.890" v="3265" actId="478"/>
          <ac:spMkLst>
            <pc:docMk/>
            <pc:sldMk cId="4226674782" sldId="300"/>
            <ac:spMk id="16" creationId="{78B34C21-FC85-47B3-80C4-918B874409D2}"/>
          </ac:spMkLst>
        </pc:spChg>
        <pc:spChg chg="del mod">
          <ac:chgData name="Choi Jeomki" userId="f1912f8b0928b9f1" providerId="LiveId" clId="{29366F34-5D58-4B38-9DBA-7F5115FE4899}" dt="2019-02-26T15:13:40.730" v="3266" actId="478"/>
          <ac:spMkLst>
            <pc:docMk/>
            <pc:sldMk cId="4226674782" sldId="300"/>
            <ac:spMk id="17" creationId="{CDD0526D-18CF-4DCE-967A-FAF70E6C564E}"/>
          </ac:spMkLst>
        </pc:spChg>
        <pc:spChg chg="del mod">
          <ac:chgData name="Choi Jeomki" userId="f1912f8b0928b9f1" providerId="LiveId" clId="{29366F34-5D58-4B38-9DBA-7F5115FE4899}" dt="2019-02-26T15:13:38.916" v="3264" actId="478"/>
          <ac:spMkLst>
            <pc:docMk/>
            <pc:sldMk cId="4226674782" sldId="300"/>
            <ac:spMk id="18" creationId="{6A49B03F-F6C6-4F62-BB78-362C58AE033A}"/>
          </ac:spMkLst>
        </pc:spChg>
        <pc:spChg chg="add mod">
          <ac:chgData name="Choi Jeomki" userId="f1912f8b0928b9f1" providerId="LiveId" clId="{29366F34-5D58-4B38-9DBA-7F5115FE4899}" dt="2019-02-26T15:05:46.068" v="2889" actId="1035"/>
          <ac:spMkLst>
            <pc:docMk/>
            <pc:sldMk cId="4226674782" sldId="300"/>
            <ac:spMk id="21" creationId="{35800EA0-1FF1-4A0A-810E-72A643506FFD}"/>
          </ac:spMkLst>
        </pc:spChg>
        <pc:spChg chg="add del mod">
          <ac:chgData name="Choi Jeomki" userId="f1912f8b0928b9f1" providerId="LiveId" clId="{29366F34-5D58-4B38-9DBA-7F5115FE4899}" dt="2019-02-26T15:10:34.195" v="3137" actId="478"/>
          <ac:spMkLst>
            <pc:docMk/>
            <pc:sldMk cId="4226674782" sldId="300"/>
            <ac:spMk id="22" creationId="{948EB055-6713-42B3-A866-5CF60131F745}"/>
          </ac:spMkLst>
        </pc:spChg>
        <pc:spChg chg="add mod">
          <ac:chgData name="Choi Jeomki" userId="f1912f8b0928b9f1" providerId="LiveId" clId="{29366F34-5D58-4B38-9DBA-7F5115FE4899}" dt="2019-02-26T15:13:23.300" v="3258" actId="14100"/>
          <ac:spMkLst>
            <pc:docMk/>
            <pc:sldMk cId="4226674782" sldId="300"/>
            <ac:spMk id="23" creationId="{6303E3F9-B1B3-4D5F-9015-CD6272B15495}"/>
          </ac:spMkLst>
        </pc:spChg>
        <pc:spChg chg="add mod">
          <ac:chgData name="Choi Jeomki" userId="f1912f8b0928b9f1" providerId="LiveId" clId="{29366F34-5D58-4B38-9DBA-7F5115FE4899}" dt="2019-02-26T15:11:46.211" v="3161" actId="1036"/>
          <ac:spMkLst>
            <pc:docMk/>
            <pc:sldMk cId="4226674782" sldId="300"/>
            <ac:spMk id="25" creationId="{746827E0-28A9-477A-901D-1BA8D4703B76}"/>
          </ac:spMkLst>
        </pc:spChg>
        <pc:spChg chg="add mod">
          <ac:chgData name="Choi Jeomki" userId="f1912f8b0928b9f1" providerId="LiveId" clId="{29366F34-5D58-4B38-9DBA-7F5115FE4899}" dt="2019-02-26T15:13:47.108" v="3269" actId="1038"/>
          <ac:spMkLst>
            <pc:docMk/>
            <pc:sldMk cId="4226674782" sldId="300"/>
            <ac:spMk id="27" creationId="{29794F20-9526-42B0-BC3F-DCD6D46159E5}"/>
          </ac:spMkLst>
        </pc:spChg>
        <pc:spChg chg="add mod">
          <ac:chgData name="Choi Jeomki" userId="f1912f8b0928b9f1" providerId="LiveId" clId="{29366F34-5D58-4B38-9DBA-7F5115FE4899}" dt="2019-02-26T15:13:02.756" v="3251" actId="1076"/>
          <ac:spMkLst>
            <pc:docMk/>
            <pc:sldMk cId="4226674782" sldId="300"/>
            <ac:spMk id="28" creationId="{7C70C411-EAC8-4B3A-A010-094B7F6E4ECA}"/>
          </ac:spMkLst>
        </pc:spChg>
        <pc:spChg chg="add del mod">
          <ac:chgData name="Choi Jeomki" userId="f1912f8b0928b9f1" providerId="LiveId" clId="{29366F34-5D58-4B38-9DBA-7F5115FE4899}" dt="2019-02-26T15:20:33.049" v="3311" actId="478"/>
          <ac:spMkLst>
            <pc:docMk/>
            <pc:sldMk cId="4226674782" sldId="300"/>
            <ac:spMk id="41" creationId="{D52C41A2-B452-41AD-8065-34D6EC524FA5}"/>
          </ac:spMkLst>
        </pc:spChg>
        <pc:spChg chg="add mod">
          <ac:chgData name="Choi Jeomki" userId="f1912f8b0928b9f1" providerId="LiveId" clId="{29366F34-5D58-4B38-9DBA-7F5115FE4899}" dt="2019-02-26T15:21:09.661" v="3390" actId="552"/>
          <ac:spMkLst>
            <pc:docMk/>
            <pc:sldMk cId="4226674782" sldId="300"/>
            <ac:spMk id="42" creationId="{BBC09BC2-5B1E-4B7F-B66E-6649A9943677}"/>
          </ac:spMkLst>
        </pc:spChg>
        <pc:picChg chg="mod ord">
          <ac:chgData name="Choi Jeomki" userId="f1912f8b0928b9f1" providerId="LiveId" clId="{29366F34-5D58-4B38-9DBA-7F5115FE4899}" dt="2019-02-26T15:08:11.338" v="3076" actId="167"/>
          <ac:picMkLst>
            <pc:docMk/>
            <pc:sldMk cId="4226674782" sldId="300"/>
            <ac:picMk id="4" creationId="{532637A1-F5F9-4284-BD08-FCAF170F99A4}"/>
          </ac:picMkLst>
        </pc:picChg>
        <pc:picChg chg="del">
          <ac:chgData name="Choi Jeomki" userId="f1912f8b0928b9f1" providerId="LiveId" clId="{29366F34-5D58-4B38-9DBA-7F5115FE4899}" dt="2019-02-26T15:04:45.532" v="2858" actId="478"/>
          <ac:picMkLst>
            <pc:docMk/>
            <pc:sldMk cId="4226674782" sldId="300"/>
            <ac:picMk id="5" creationId="{10A1C2AD-B908-421A-B65C-5D8F8778F96B}"/>
          </ac:picMkLst>
        </pc:picChg>
        <pc:picChg chg="del">
          <ac:chgData name="Choi Jeomki" userId="f1912f8b0928b9f1" providerId="LiveId" clId="{29366F34-5D58-4B38-9DBA-7F5115FE4899}" dt="2019-02-26T15:03:02.856" v="2752" actId="478"/>
          <ac:picMkLst>
            <pc:docMk/>
            <pc:sldMk cId="4226674782" sldId="300"/>
            <ac:picMk id="6" creationId="{8B74DC76-A0E7-4231-AE0C-A0E9DAC8C337}"/>
          </ac:picMkLst>
        </pc:picChg>
        <pc:picChg chg="del">
          <ac:chgData name="Choi Jeomki" userId="f1912f8b0928b9f1" providerId="LiveId" clId="{29366F34-5D58-4B38-9DBA-7F5115FE4899}" dt="2019-02-26T15:07:50.888" v="3065" actId="478"/>
          <ac:picMkLst>
            <pc:docMk/>
            <pc:sldMk cId="4226674782" sldId="300"/>
            <ac:picMk id="7" creationId="{98119881-4235-4943-AB93-5AACDA4BBD0B}"/>
          </ac:picMkLst>
        </pc:picChg>
        <pc:picChg chg="del mod">
          <ac:chgData name="Choi Jeomki" userId="f1912f8b0928b9f1" providerId="LiveId" clId="{29366F34-5D58-4B38-9DBA-7F5115FE4899}" dt="2019-02-26T15:05:14.700" v="2864" actId="478"/>
          <ac:picMkLst>
            <pc:docMk/>
            <pc:sldMk cId="4226674782" sldId="300"/>
            <ac:picMk id="8" creationId="{7B257BE0-993A-4453-98F1-26B1B7578BED}"/>
          </ac:picMkLst>
        </pc:picChg>
        <pc:picChg chg="add mod ord">
          <ac:chgData name="Choi Jeomki" userId="f1912f8b0928b9f1" providerId="LiveId" clId="{29366F34-5D58-4B38-9DBA-7F5115FE4899}" dt="2019-02-26T15:12:52.226" v="3248" actId="1038"/>
          <ac:picMkLst>
            <pc:docMk/>
            <pc:sldMk cId="4226674782" sldId="300"/>
            <ac:picMk id="19" creationId="{02FE9272-F34F-45A0-8F50-385E33E0B0C2}"/>
          </ac:picMkLst>
        </pc:picChg>
        <pc:picChg chg="add del">
          <ac:chgData name="Choi Jeomki" userId="f1912f8b0928b9f1" providerId="LiveId" clId="{29366F34-5D58-4B38-9DBA-7F5115FE4899}" dt="2019-02-26T15:03:28.726" v="2759"/>
          <ac:picMkLst>
            <pc:docMk/>
            <pc:sldMk cId="4226674782" sldId="300"/>
            <ac:picMk id="20" creationId="{DD8592FC-9201-4273-90D5-979830BFE560}"/>
          </ac:picMkLst>
        </pc:picChg>
        <pc:picChg chg="add mod ord modCrop">
          <ac:chgData name="Choi Jeomki" userId="f1912f8b0928b9f1" providerId="LiveId" clId="{29366F34-5D58-4B38-9DBA-7F5115FE4899}" dt="2019-02-26T15:11:46.211" v="3161" actId="1036"/>
          <ac:picMkLst>
            <pc:docMk/>
            <pc:sldMk cId="4226674782" sldId="300"/>
            <ac:picMk id="24" creationId="{86D8CAC4-F934-4939-ABFA-C935E3707180}"/>
          </ac:picMkLst>
        </pc:picChg>
        <pc:picChg chg="add mod ord">
          <ac:chgData name="Choi Jeomki" userId="f1912f8b0928b9f1" providerId="LiveId" clId="{29366F34-5D58-4B38-9DBA-7F5115FE4899}" dt="2019-02-26T15:13:47.108" v="3269" actId="1038"/>
          <ac:picMkLst>
            <pc:docMk/>
            <pc:sldMk cId="4226674782" sldId="300"/>
            <ac:picMk id="26" creationId="{6215D853-5256-42BA-B9CA-36B920892C7E}"/>
          </ac:picMkLst>
        </pc:picChg>
        <pc:cxnChg chg="add mod">
          <ac:chgData name="Choi Jeomki" userId="f1912f8b0928b9f1" providerId="LiveId" clId="{29366F34-5D58-4B38-9DBA-7F5115FE4899}" dt="2019-02-26T15:13:23.300" v="3258" actId="14100"/>
          <ac:cxnSpMkLst>
            <pc:docMk/>
            <pc:sldMk cId="4226674782" sldId="300"/>
            <ac:cxnSpMk id="30" creationId="{D887D851-0804-4832-BC63-72771803A419}"/>
          </ac:cxnSpMkLst>
        </pc:cxnChg>
        <pc:cxnChg chg="add mod">
          <ac:chgData name="Choi Jeomki" userId="f1912f8b0928b9f1" providerId="LiveId" clId="{29366F34-5D58-4B38-9DBA-7F5115FE4899}" dt="2019-02-26T15:13:29.516" v="3260" actId="14100"/>
          <ac:cxnSpMkLst>
            <pc:docMk/>
            <pc:sldMk cId="4226674782" sldId="300"/>
            <ac:cxnSpMk id="31" creationId="{E479FADB-5B0E-4395-AA53-02ADD7CD5A54}"/>
          </ac:cxnSpMkLst>
        </pc:cxnChg>
        <pc:cxnChg chg="add mod">
          <ac:chgData name="Choi Jeomki" userId="f1912f8b0928b9f1" providerId="LiveId" clId="{29366F34-5D58-4B38-9DBA-7F5115FE4899}" dt="2019-02-26T15:13:37.596" v="3263" actId="14100"/>
          <ac:cxnSpMkLst>
            <pc:docMk/>
            <pc:sldMk cId="4226674782" sldId="300"/>
            <ac:cxnSpMk id="38" creationId="{A076ADC6-5A6C-432A-B359-7714D6379DF9}"/>
          </ac:cxnSpMkLst>
        </pc:cxnChg>
      </pc:sldChg>
      <pc:sldChg chg="addSp delSp modSp add">
        <pc:chgData name="Choi Jeomki" userId="f1912f8b0928b9f1" providerId="LiveId" clId="{29366F34-5D58-4B38-9DBA-7F5115FE4899}" dt="2019-02-26T13:36:30.476" v="127" actId="14100"/>
        <pc:sldMkLst>
          <pc:docMk/>
          <pc:sldMk cId="2762280916" sldId="329"/>
        </pc:sldMkLst>
        <pc:spChg chg="del mod">
          <ac:chgData name="Choi Jeomki" userId="f1912f8b0928b9f1" providerId="LiveId" clId="{29366F34-5D58-4B38-9DBA-7F5115FE4899}" dt="2019-02-26T13:36:09.055" v="84"/>
          <ac:spMkLst>
            <pc:docMk/>
            <pc:sldMk cId="2762280916" sldId="329"/>
            <ac:spMk id="28" creationId="{00000000-0000-0000-0000-000000000000}"/>
          </ac:spMkLst>
        </pc:spChg>
        <pc:spChg chg="add">
          <ac:chgData name="Choi Jeomki" userId="f1912f8b0928b9f1" providerId="LiveId" clId="{29366F34-5D58-4B38-9DBA-7F5115FE4899}" dt="2019-02-26T13:36:14.010" v="117"/>
          <ac:spMkLst>
            <pc:docMk/>
            <pc:sldMk cId="2762280916" sldId="329"/>
            <ac:spMk id="35" creationId="{64790E18-ABC7-47C6-937A-515A801D5D12}"/>
          </ac:spMkLst>
        </pc:spChg>
        <pc:spChg chg="mod">
          <ac:chgData name="Choi Jeomki" userId="f1912f8b0928b9f1" providerId="LiveId" clId="{29366F34-5D58-4B38-9DBA-7F5115FE4899}" dt="2019-02-26T13:33:01.345" v="46"/>
          <ac:spMkLst>
            <pc:docMk/>
            <pc:sldMk cId="2762280916" sldId="329"/>
            <ac:spMk id="37" creationId="{0D1C8D23-8591-4167-BBEC-E006AF3827B6}"/>
          </ac:spMkLst>
        </pc:spChg>
        <pc:spChg chg="mod">
          <ac:chgData name="Choi Jeomki" userId="f1912f8b0928b9f1" providerId="LiveId" clId="{29366F34-5D58-4B38-9DBA-7F5115FE4899}" dt="2019-02-26T13:36:30.476" v="127" actId="14100"/>
          <ac:spMkLst>
            <pc:docMk/>
            <pc:sldMk cId="2762280916" sldId="329"/>
            <ac:spMk id="39" creationId="{00000000-0000-0000-0000-000000000000}"/>
          </ac:spMkLst>
        </pc:spChg>
        <pc:spChg chg="mod">
          <ac:chgData name="Choi Jeomki" userId="f1912f8b0928b9f1" providerId="LiveId" clId="{29366F34-5D58-4B38-9DBA-7F5115FE4899}" dt="2019-02-26T13:33:44.474" v="82" actId="14100"/>
          <ac:spMkLst>
            <pc:docMk/>
            <pc:sldMk cId="2762280916" sldId="329"/>
            <ac:spMk id="41" creationId="{C02E41DF-A7D7-4963-A7C6-F4B8D3B8002F}"/>
          </ac:spMkLst>
        </pc:spChg>
        <pc:grpChg chg="mod">
          <ac:chgData name="Choi Jeomki" userId="f1912f8b0928b9f1" providerId="LiveId" clId="{29366F34-5D58-4B38-9DBA-7F5115FE4899}" dt="2019-02-26T13:36:09.055" v="84"/>
          <ac:grpSpMkLst>
            <pc:docMk/>
            <pc:sldMk cId="2762280916" sldId="329"/>
            <ac:grpSpMk id="23" creationId="{A49B5C0F-8F04-4D52-943C-1750C8E88D1E}"/>
          </ac:grpSpMkLst>
        </pc:grpChg>
        <pc:grpChg chg="del mod">
          <ac:chgData name="Choi Jeomki" userId="f1912f8b0928b9f1" providerId="LiveId" clId="{29366F34-5D58-4B38-9DBA-7F5115FE4899}" dt="2019-02-26T13:36:17.018" v="118"/>
          <ac:grpSpMkLst>
            <pc:docMk/>
            <pc:sldMk cId="2762280916" sldId="329"/>
            <ac:grpSpMk id="34" creationId="{118B57E0-BBC3-4F0A-A4B1-C6DE5C864103}"/>
          </ac:grpSpMkLst>
        </pc:grpChg>
        <pc:grpChg chg="del mod">
          <ac:chgData name="Choi Jeomki" userId="f1912f8b0928b9f1" providerId="LiveId" clId="{29366F34-5D58-4B38-9DBA-7F5115FE4899}" dt="2019-02-26T13:36:09.055" v="84"/>
          <ac:grpSpMkLst>
            <pc:docMk/>
            <pc:sldMk cId="2762280916" sldId="329"/>
            <ac:grpSpMk id="36" creationId="{00000000-0000-0000-0000-000000000000}"/>
          </ac:grpSpMkLst>
        </pc:grpChg>
        <pc:grpChg chg="add del">
          <ac:chgData name="Choi Jeomki" userId="f1912f8b0928b9f1" providerId="LiveId" clId="{29366F34-5D58-4B38-9DBA-7F5115FE4899}" dt="2019-02-26T13:36:22.025" v="121"/>
          <ac:grpSpMkLst>
            <pc:docMk/>
            <pc:sldMk cId="2762280916" sldId="329"/>
            <ac:grpSpMk id="45" creationId="{125B4CFD-D484-4B56-A79C-B7F249061722}"/>
          </ac:grpSpMkLst>
        </pc:grpChg>
        <pc:grpChg chg="add">
          <ac:chgData name="Choi Jeomki" userId="f1912f8b0928b9f1" providerId="LiveId" clId="{29366F34-5D58-4B38-9DBA-7F5115FE4899}" dt="2019-02-26T13:36:24.289" v="123"/>
          <ac:grpSpMkLst>
            <pc:docMk/>
            <pc:sldMk cId="2762280916" sldId="329"/>
            <ac:grpSpMk id="52" creationId="{68B2F5FF-7859-4F91-AC56-B3F406374C81}"/>
          </ac:grpSpMkLst>
        </pc:grpChg>
      </pc:sldChg>
      <pc:sldChg chg="addSp delSp modSp add">
        <pc:chgData name="Choi Jeomki" userId="f1912f8b0928b9f1" providerId="LiveId" clId="{29366F34-5D58-4B38-9DBA-7F5115FE4899}" dt="2019-02-27T07:38:07.952" v="12184" actId="208"/>
        <pc:sldMkLst>
          <pc:docMk/>
          <pc:sldMk cId="3368062862" sldId="379"/>
        </pc:sldMkLst>
        <pc:spChg chg="del mod">
          <ac:chgData name="Choi Jeomki" userId="f1912f8b0928b9f1" providerId="LiveId" clId="{29366F34-5D58-4B38-9DBA-7F5115FE4899}" dt="2019-02-27T07:24:07.664" v="12070" actId="478"/>
          <ac:spMkLst>
            <pc:docMk/>
            <pc:sldMk cId="3368062862" sldId="379"/>
            <ac:spMk id="5" creationId="{A339D399-F722-4686-9D90-0D79D02B6F96}"/>
          </ac:spMkLst>
        </pc:spChg>
        <pc:spChg chg="mod ord">
          <ac:chgData name="Choi Jeomki" userId="f1912f8b0928b9f1" providerId="LiveId" clId="{29366F34-5D58-4B38-9DBA-7F5115FE4899}" dt="2019-02-27T07:29:46.032" v="12102" actId="554"/>
          <ac:spMkLst>
            <pc:docMk/>
            <pc:sldMk cId="3368062862" sldId="379"/>
            <ac:spMk id="8" creationId="{D6004900-81E4-425F-9F1B-B8A115D9A8CE}"/>
          </ac:spMkLst>
        </pc:spChg>
        <pc:spChg chg="add del">
          <ac:chgData name="Choi Jeomki" userId="f1912f8b0928b9f1" providerId="LiveId" clId="{29366F34-5D58-4B38-9DBA-7F5115FE4899}" dt="2019-02-27T07:28:48.276" v="12082"/>
          <ac:spMkLst>
            <pc:docMk/>
            <pc:sldMk cId="3368062862" sldId="379"/>
            <ac:spMk id="21" creationId="{35D80DBE-7220-4BE8-A067-D42119BEE0AC}"/>
          </ac:spMkLst>
        </pc:spChg>
        <pc:spChg chg="add mod ord">
          <ac:chgData name="Choi Jeomki" userId="f1912f8b0928b9f1" providerId="LiveId" clId="{29366F34-5D58-4B38-9DBA-7F5115FE4899}" dt="2019-02-27T07:37:54.586" v="12183" actId="20577"/>
          <ac:spMkLst>
            <pc:docMk/>
            <pc:sldMk cId="3368062862" sldId="379"/>
            <ac:spMk id="22" creationId="{CBD55174-0F10-40EF-AA94-547F35F43068}"/>
          </ac:spMkLst>
        </pc:spChg>
        <pc:picChg chg="add del mod">
          <ac:chgData name="Choi Jeomki" userId="f1912f8b0928b9f1" providerId="LiveId" clId="{29366F34-5D58-4B38-9DBA-7F5115FE4899}" dt="2019-02-26T17:20:09.863" v="5757" actId="478"/>
          <ac:picMkLst>
            <pc:docMk/>
            <pc:sldMk cId="3368062862" sldId="379"/>
            <ac:picMk id="4" creationId="{25BB08BA-6700-44DB-BCD8-F409DB3F98A9}"/>
          </ac:picMkLst>
        </pc:picChg>
        <pc:picChg chg="mod">
          <ac:chgData name="Choi Jeomki" userId="f1912f8b0928b9f1" providerId="LiveId" clId="{29366F34-5D58-4B38-9DBA-7F5115FE4899}" dt="2019-02-27T07:38:07.952" v="12184" actId="208"/>
          <ac:picMkLst>
            <pc:docMk/>
            <pc:sldMk cId="3368062862" sldId="379"/>
            <ac:picMk id="6" creationId="{39BBFE57-B2C1-419F-9814-6E63519919A9}"/>
          </ac:picMkLst>
        </pc:picChg>
        <pc:picChg chg="del">
          <ac:chgData name="Choi Jeomki" userId="f1912f8b0928b9f1" providerId="LiveId" clId="{29366F34-5D58-4B38-9DBA-7F5115FE4899}" dt="2019-02-26T17:21:17.106" v="5763" actId="478"/>
          <ac:picMkLst>
            <pc:docMk/>
            <pc:sldMk cId="3368062862" sldId="379"/>
            <ac:picMk id="7" creationId="{72B575F2-2FB0-4B47-9AF1-FBD30331AA9C}"/>
          </ac:picMkLst>
        </pc:picChg>
        <pc:picChg chg="del">
          <ac:chgData name="Choi Jeomki" userId="f1912f8b0928b9f1" providerId="LiveId" clId="{29366F34-5D58-4B38-9DBA-7F5115FE4899}" dt="2019-02-26T17:19:49.519" v="5753" actId="478"/>
          <ac:picMkLst>
            <pc:docMk/>
            <pc:sldMk cId="3368062862" sldId="379"/>
            <ac:picMk id="9" creationId="{77C4F66C-731D-407A-BBEC-7DD6051D7F9C}"/>
          </ac:picMkLst>
        </pc:picChg>
        <pc:picChg chg="del">
          <ac:chgData name="Choi Jeomki" userId="f1912f8b0928b9f1" providerId="LiveId" clId="{29366F34-5D58-4B38-9DBA-7F5115FE4899}" dt="2019-02-26T17:22:25.224" v="5769" actId="478"/>
          <ac:picMkLst>
            <pc:docMk/>
            <pc:sldMk cId="3368062862" sldId="379"/>
            <ac:picMk id="10" creationId="{9D575C20-FE7E-43F0-91A9-B4ED3EBE6778}"/>
          </ac:picMkLst>
        </pc:picChg>
        <pc:picChg chg="del">
          <ac:chgData name="Choi Jeomki" userId="f1912f8b0928b9f1" providerId="LiveId" clId="{29366F34-5D58-4B38-9DBA-7F5115FE4899}" dt="2019-02-26T17:22:48.550" v="5772" actId="478"/>
          <ac:picMkLst>
            <pc:docMk/>
            <pc:sldMk cId="3368062862" sldId="379"/>
            <ac:picMk id="11" creationId="{C58723BB-E851-4F11-9C67-265FCB604B6B}"/>
          </ac:picMkLst>
        </pc:picChg>
        <pc:picChg chg="add del mod">
          <ac:chgData name="Choi Jeomki" userId="f1912f8b0928b9f1" providerId="LiveId" clId="{29366F34-5D58-4B38-9DBA-7F5115FE4899}" dt="2019-02-26T17:20:25.053" v="5760" actId="478"/>
          <ac:picMkLst>
            <pc:docMk/>
            <pc:sldMk cId="3368062862" sldId="379"/>
            <ac:picMk id="12" creationId="{6D972487-9FAC-4478-B07C-A74B5A3DA96D}"/>
          </ac:picMkLst>
        </pc:picChg>
        <pc:picChg chg="add del mod">
          <ac:chgData name="Choi Jeomki" userId="f1912f8b0928b9f1" providerId="LiveId" clId="{29366F34-5D58-4B38-9DBA-7F5115FE4899}" dt="2019-02-27T06:30:09.109" v="11099" actId="478"/>
          <ac:picMkLst>
            <pc:docMk/>
            <pc:sldMk cId="3368062862" sldId="379"/>
            <ac:picMk id="13" creationId="{60128408-CB99-468A-8412-58652FA69E83}"/>
          </ac:picMkLst>
        </pc:picChg>
        <pc:picChg chg="add del mod">
          <ac:chgData name="Choi Jeomki" userId="f1912f8b0928b9f1" providerId="LiveId" clId="{29366F34-5D58-4B38-9DBA-7F5115FE4899}" dt="2019-02-27T07:28:34.789" v="12075" actId="478"/>
          <ac:picMkLst>
            <pc:docMk/>
            <pc:sldMk cId="3368062862" sldId="379"/>
            <ac:picMk id="14" creationId="{312F89FD-636A-4C97-A395-AE56232E509B}"/>
          </ac:picMkLst>
        </pc:picChg>
        <pc:picChg chg="add mod">
          <ac:chgData name="Choi Jeomki" userId="f1912f8b0928b9f1" providerId="LiveId" clId="{29366F34-5D58-4B38-9DBA-7F5115FE4899}" dt="2019-02-27T07:38:07.952" v="12184" actId="208"/>
          <ac:picMkLst>
            <pc:docMk/>
            <pc:sldMk cId="3368062862" sldId="379"/>
            <ac:picMk id="15" creationId="{958D1677-5E28-4F0B-8273-CED11FEF8F72}"/>
          </ac:picMkLst>
        </pc:picChg>
        <pc:picChg chg="add del mod">
          <ac:chgData name="Choi Jeomki" userId="f1912f8b0928b9f1" providerId="LiveId" clId="{29366F34-5D58-4B38-9DBA-7F5115FE4899}" dt="2019-02-27T07:28:34.789" v="12075" actId="478"/>
          <ac:picMkLst>
            <pc:docMk/>
            <pc:sldMk cId="3368062862" sldId="379"/>
            <ac:picMk id="16" creationId="{1AB33E94-4D9D-4010-890C-B06C2DFE8673}"/>
          </ac:picMkLst>
        </pc:picChg>
        <pc:picChg chg="add del mod">
          <ac:chgData name="Choi Jeomki" userId="f1912f8b0928b9f1" providerId="LiveId" clId="{29366F34-5D58-4B38-9DBA-7F5115FE4899}" dt="2019-02-27T07:37:29.390" v="12160" actId="478"/>
          <ac:picMkLst>
            <pc:docMk/>
            <pc:sldMk cId="3368062862" sldId="379"/>
            <ac:picMk id="17" creationId="{24CD7EE2-5835-46E1-BC9B-9A7E640925BA}"/>
          </ac:picMkLst>
        </pc:picChg>
        <pc:picChg chg="add del mod">
          <ac:chgData name="Choi Jeomki" userId="f1912f8b0928b9f1" providerId="LiveId" clId="{29366F34-5D58-4B38-9DBA-7F5115FE4899}" dt="2019-02-27T07:24:07.664" v="12070" actId="478"/>
          <ac:picMkLst>
            <pc:docMk/>
            <pc:sldMk cId="3368062862" sldId="379"/>
            <ac:picMk id="18" creationId="{D550A1D9-8A6B-4BAB-BAD3-990F9E1F7552}"/>
          </ac:picMkLst>
        </pc:picChg>
        <pc:picChg chg="add mod">
          <ac:chgData name="Choi Jeomki" userId="f1912f8b0928b9f1" providerId="LiveId" clId="{29366F34-5D58-4B38-9DBA-7F5115FE4899}" dt="2019-02-27T07:38:07.952" v="12184" actId="208"/>
          <ac:picMkLst>
            <pc:docMk/>
            <pc:sldMk cId="3368062862" sldId="379"/>
            <ac:picMk id="19" creationId="{DA7020D6-4973-4C90-ACC1-621ECE6932C4}"/>
          </ac:picMkLst>
        </pc:picChg>
        <pc:picChg chg="add mod">
          <ac:chgData name="Choi Jeomki" userId="f1912f8b0928b9f1" providerId="LiveId" clId="{29366F34-5D58-4B38-9DBA-7F5115FE4899}" dt="2019-02-27T07:38:07.952" v="12184" actId="208"/>
          <ac:picMkLst>
            <pc:docMk/>
            <pc:sldMk cId="3368062862" sldId="379"/>
            <ac:picMk id="20" creationId="{A2F8CADE-947D-4E53-A080-C7218F25107B}"/>
          </ac:picMkLst>
        </pc:picChg>
        <pc:picChg chg="add mod">
          <ac:chgData name="Choi Jeomki" userId="f1912f8b0928b9f1" providerId="LiveId" clId="{29366F34-5D58-4B38-9DBA-7F5115FE4899}" dt="2019-02-27T07:38:07.952" v="12184" actId="208"/>
          <ac:picMkLst>
            <pc:docMk/>
            <pc:sldMk cId="3368062862" sldId="379"/>
            <ac:picMk id="23" creationId="{A9280CFA-5776-4A1C-AF5F-5FC068721840}"/>
          </ac:picMkLst>
        </pc:picChg>
        <pc:picChg chg="add mod">
          <ac:chgData name="Choi Jeomki" userId="f1912f8b0928b9f1" providerId="LiveId" clId="{29366F34-5D58-4B38-9DBA-7F5115FE4899}" dt="2019-02-27T07:38:07.952" v="12184" actId="208"/>
          <ac:picMkLst>
            <pc:docMk/>
            <pc:sldMk cId="3368062862" sldId="379"/>
            <ac:picMk id="24" creationId="{06FE79B3-FF2A-427E-B32E-B0F854BD62C3}"/>
          </ac:picMkLst>
        </pc:picChg>
      </pc:sldChg>
      <pc:sldChg chg="addSp delSp modSp add">
        <pc:chgData name="Choi Jeomki" userId="f1912f8b0928b9f1" providerId="LiveId" clId="{29366F34-5D58-4B38-9DBA-7F5115FE4899}" dt="2019-02-27T07:41:28.179" v="12223" actId="208"/>
        <pc:sldMkLst>
          <pc:docMk/>
          <pc:sldMk cId="3934382274" sldId="406"/>
        </pc:sldMkLst>
        <pc:spChg chg="mod">
          <ac:chgData name="Choi Jeomki" userId="f1912f8b0928b9f1" providerId="LiveId" clId="{29366F34-5D58-4B38-9DBA-7F5115FE4899}" dt="2019-02-27T07:40:35.388" v="12213" actId="20577"/>
          <ac:spMkLst>
            <pc:docMk/>
            <pc:sldMk cId="3934382274" sldId="406"/>
            <ac:spMk id="12" creationId="{2EE29FA0-725A-40EE-A5A4-D43239B622EC}"/>
          </ac:spMkLst>
        </pc:spChg>
        <pc:spChg chg="mod">
          <ac:chgData name="Choi Jeomki" userId="f1912f8b0928b9f1" providerId="LiveId" clId="{29366F34-5D58-4B38-9DBA-7F5115FE4899}" dt="2019-02-26T17:29:10.264" v="5886" actId="14100"/>
          <ac:spMkLst>
            <pc:docMk/>
            <pc:sldMk cId="3934382274" sldId="406"/>
            <ac:spMk id="15" creationId="{6CBB1D4D-C36C-4ED6-97B3-BC81EC8175B5}"/>
          </ac:spMkLst>
        </pc:spChg>
        <pc:picChg chg="del">
          <ac:chgData name="Choi Jeomki" userId="f1912f8b0928b9f1" providerId="LiveId" clId="{29366F34-5D58-4B38-9DBA-7F5115FE4899}" dt="2019-02-26T17:27:08.610" v="5871" actId="478"/>
          <ac:picMkLst>
            <pc:docMk/>
            <pc:sldMk cId="3934382274" sldId="406"/>
            <ac:picMk id="4" creationId="{FA78C714-E1D6-4B16-8DDB-A32B8FB0BE58}"/>
          </ac:picMkLst>
        </pc:picChg>
        <pc:picChg chg="add mod">
          <ac:chgData name="Choi Jeomki" userId="f1912f8b0928b9f1" providerId="LiveId" clId="{29366F34-5D58-4B38-9DBA-7F5115FE4899}" dt="2019-02-27T07:41:28.179" v="12223" actId="208"/>
          <ac:picMkLst>
            <pc:docMk/>
            <pc:sldMk cId="3934382274" sldId="406"/>
            <ac:picMk id="5" creationId="{26F21B52-A94A-4FE4-AE49-D1CC38BF9D64}"/>
          </ac:picMkLst>
        </pc:picChg>
        <pc:picChg chg="add del mod">
          <ac:chgData name="Choi Jeomki" userId="f1912f8b0928b9f1" providerId="LiveId" clId="{29366F34-5D58-4B38-9DBA-7F5115FE4899}" dt="2019-02-27T07:39:45.699" v="12187" actId="478"/>
          <ac:picMkLst>
            <pc:docMk/>
            <pc:sldMk cId="3934382274" sldId="406"/>
            <ac:picMk id="6" creationId="{56E1EBB9-D1BB-4E55-AB24-16559D975AEF}"/>
          </ac:picMkLst>
        </pc:picChg>
        <pc:picChg chg="add del mod">
          <ac:chgData name="Choi Jeomki" userId="f1912f8b0928b9f1" providerId="LiveId" clId="{29366F34-5D58-4B38-9DBA-7F5115FE4899}" dt="2019-02-27T07:39:45.699" v="12187" actId="478"/>
          <ac:picMkLst>
            <pc:docMk/>
            <pc:sldMk cId="3934382274" sldId="406"/>
            <ac:picMk id="7" creationId="{FA200026-38FC-4966-979F-4754AE6693DA}"/>
          </ac:picMkLst>
        </pc:picChg>
        <pc:picChg chg="add mod">
          <ac:chgData name="Choi Jeomki" userId="f1912f8b0928b9f1" providerId="LiveId" clId="{29366F34-5D58-4B38-9DBA-7F5115FE4899}" dt="2019-02-27T07:41:28.179" v="12223" actId="208"/>
          <ac:picMkLst>
            <pc:docMk/>
            <pc:sldMk cId="3934382274" sldId="406"/>
            <ac:picMk id="8" creationId="{17AC803D-2AE5-470B-B849-BF14326794A2}"/>
          </ac:picMkLst>
        </pc:picChg>
        <pc:picChg chg="add mod modCrop">
          <ac:chgData name="Choi Jeomki" userId="f1912f8b0928b9f1" providerId="LiveId" clId="{29366F34-5D58-4B38-9DBA-7F5115FE4899}" dt="2019-02-27T07:41:28.179" v="12223" actId="208"/>
          <ac:picMkLst>
            <pc:docMk/>
            <pc:sldMk cId="3934382274" sldId="406"/>
            <ac:picMk id="9" creationId="{A351C8F4-2DA7-405B-8639-A9F5499425E3}"/>
          </ac:picMkLst>
        </pc:picChg>
        <pc:picChg chg="del">
          <ac:chgData name="Choi Jeomki" userId="f1912f8b0928b9f1" providerId="LiveId" clId="{29366F34-5D58-4B38-9DBA-7F5115FE4899}" dt="2019-02-26T17:27:09.899" v="5873" actId="478"/>
          <ac:picMkLst>
            <pc:docMk/>
            <pc:sldMk cId="3934382274" sldId="406"/>
            <ac:picMk id="13" creationId="{FD3203BC-FC64-484C-B4F4-61FCD6CEBFCC}"/>
          </ac:picMkLst>
        </pc:picChg>
        <pc:picChg chg="del">
          <ac:chgData name="Choi Jeomki" userId="f1912f8b0928b9f1" providerId="LiveId" clId="{29366F34-5D58-4B38-9DBA-7F5115FE4899}" dt="2019-02-26T17:27:09.461" v="5872" actId="478"/>
          <ac:picMkLst>
            <pc:docMk/>
            <pc:sldMk cId="3934382274" sldId="406"/>
            <ac:picMk id="14" creationId="{EDD4343D-8C4E-43FB-B64E-2E0817A74526}"/>
          </ac:picMkLst>
        </pc:picChg>
        <pc:picChg chg="del">
          <ac:chgData name="Choi Jeomki" userId="f1912f8b0928b9f1" providerId="LiveId" clId="{29366F34-5D58-4B38-9DBA-7F5115FE4899}" dt="2019-02-26T17:27:10.255" v="5874" actId="478"/>
          <ac:picMkLst>
            <pc:docMk/>
            <pc:sldMk cId="3934382274" sldId="406"/>
            <ac:picMk id="16" creationId="{A2C79CCE-FBAB-475F-AEB0-FD1A2C05E51D}"/>
          </ac:picMkLst>
        </pc:picChg>
        <pc:picChg chg="add mod modCrop">
          <ac:chgData name="Choi Jeomki" userId="f1912f8b0928b9f1" providerId="LiveId" clId="{29366F34-5D58-4B38-9DBA-7F5115FE4899}" dt="2019-02-27T07:41:28.179" v="12223" actId="208"/>
          <ac:picMkLst>
            <pc:docMk/>
            <pc:sldMk cId="3934382274" sldId="406"/>
            <ac:picMk id="17" creationId="{5F89039C-EC21-4FE5-8DCB-BD55AAE635EE}"/>
          </ac:picMkLst>
        </pc:picChg>
      </pc:sldChg>
      <pc:sldChg chg="addSp delSp modSp add">
        <pc:chgData name="Choi Jeomki" userId="f1912f8b0928b9f1" providerId="LiveId" clId="{29366F34-5D58-4B38-9DBA-7F5115FE4899}" dt="2019-03-08T06:56:14.101" v="18428" actId="1037"/>
        <pc:sldMkLst>
          <pc:docMk/>
          <pc:sldMk cId="1093837316" sldId="408"/>
        </pc:sldMkLst>
        <pc:spChg chg="mod">
          <ac:chgData name="Choi Jeomki" userId="f1912f8b0928b9f1" providerId="LiveId" clId="{29366F34-5D58-4B38-9DBA-7F5115FE4899}" dt="2019-02-27T08:12:09.341" v="12243" actId="20577"/>
          <ac:spMkLst>
            <pc:docMk/>
            <pc:sldMk cId="1093837316" sldId="408"/>
            <ac:spMk id="4" creationId="{66EDDA20-94F5-4746-A6A0-32808D520589}"/>
          </ac:spMkLst>
        </pc:spChg>
        <pc:spChg chg="mod">
          <ac:chgData name="Choi Jeomki" userId="f1912f8b0928b9f1" providerId="LiveId" clId="{29366F34-5D58-4B38-9DBA-7F5115FE4899}" dt="2019-03-08T06:56:08.009" v="18423"/>
          <ac:spMkLst>
            <pc:docMk/>
            <pc:sldMk cId="1093837316" sldId="408"/>
            <ac:spMk id="5" creationId="{8BD3FDE7-0093-4891-9481-9ACC504D77B9}"/>
          </ac:spMkLst>
        </pc:spChg>
        <pc:picChg chg="del">
          <ac:chgData name="Choi Jeomki" userId="f1912f8b0928b9f1" providerId="LiveId" clId="{29366F34-5D58-4B38-9DBA-7F5115FE4899}" dt="2019-02-26T17:31:07.793" v="5898" actId="478"/>
          <ac:picMkLst>
            <pc:docMk/>
            <pc:sldMk cId="1093837316" sldId="408"/>
            <ac:picMk id="6" creationId="{1C0218C3-C196-4AF3-9D53-12EF4B878B52}"/>
          </ac:picMkLst>
        </pc:picChg>
        <pc:picChg chg="del mod">
          <ac:chgData name="Choi Jeomki" userId="f1912f8b0928b9f1" providerId="LiveId" clId="{29366F34-5D58-4B38-9DBA-7F5115FE4899}" dt="2019-02-26T17:33:34.701" v="5910" actId="478"/>
          <ac:picMkLst>
            <pc:docMk/>
            <pc:sldMk cId="1093837316" sldId="408"/>
            <ac:picMk id="7" creationId="{148C51B1-4EE7-4E44-86A9-E2BAD4CF02F1}"/>
          </ac:picMkLst>
        </pc:picChg>
        <pc:picChg chg="del">
          <ac:chgData name="Choi Jeomki" userId="f1912f8b0928b9f1" providerId="LiveId" clId="{29366F34-5D58-4B38-9DBA-7F5115FE4899}" dt="2019-02-26T17:32:38.082" v="5904" actId="478"/>
          <ac:picMkLst>
            <pc:docMk/>
            <pc:sldMk cId="1093837316" sldId="408"/>
            <ac:picMk id="8" creationId="{F698C7DE-3D3C-440D-A3EF-94F19532EADB}"/>
          </ac:picMkLst>
        </pc:picChg>
        <pc:picChg chg="del">
          <ac:chgData name="Choi Jeomki" userId="f1912f8b0928b9f1" providerId="LiveId" clId="{29366F34-5D58-4B38-9DBA-7F5115FE4899}" dt="2019-02-26T17:51:31.474" v="5948" actId="478"/>
          <ac:picMkLst>
            <pc:docMk/>
            <pc:sldMk cId="1093837316" sldId="408"/>
            <ac:picMk id="9" creationId="{9AE956C3-7ADA-4B85-BA2C-57EF343E26FA}"/>
          </ac:picMkLst>
        </pc:picChg>
        <pc:picChg chg="del">
          <ac:chgData name="Choi Jeomki" userId="f1912f8b0928b9f1" providerId="LiveId" clId="{29366F34-5D58-4B38-9DBA-7F5115FE4899}" dt="2019-02-26T17:51:31.474" v="5948" actId="478"/>
          <ac:picMkLst>
            <pc:docMk/>
            <pc:sldMk cId="1093837316" sldId="408"/>
            <ac:picMk id="10" creationId="{09C4AA1C-223D-4585-85D9-FEE2A301F7C8}"/>
          </ac:picMkLst>
        </pc:picChg>
        <pc:picChg chg="del">
          <ac:chgData name="Choi Jeomki" userId="f1912f8b0928b9f1" providerId="LiveId" clId="{29366F34-5D58-4B38-9DBA-7F5115FE4899}" dt="2019-02-26T17:53:44.027" v="5963" actId="478"/>
          <ac:picMkLst>
            <pc:docMk/>
            <pc:sldMk cId="1093837316" sldId="408"/>
            <ac:picMk id="11" creationId="{0D98F2C8-D771-450D-A936-AD72257B98C8}"/>
          </ac:picMkLst>
        </pc:picChg>
        <pc:picChg chg="del">
          <ac:chgData name="Choi Jeomki" userId="f1912f8b0928b9f1" providerId="LiveId" clId="{29366F34-5D58-4B38-9DBA-7F5115FE4899}" dt="2019-02-26T17:53:44.548" v="5964" actId="478"/>
          <ac:picMkLst>
            <pc:docMk/>
            <pc:sldMk cId="1093837316" sldId="408"/>
            <ac:picMk id="12" creationId="{8FE9CAF6-C2D0-4F60-B4F4-B8F9326E4999}"/>
          </ac:picMkLst>
        </pc:picChg>
        <pc:picChg chg="add mod">
          <ac:chgData name="Choi Jeomki" userId="f1912f8b0928b9f1" providerId="LiveId" clId="{29366F34-5D58-4B38-9DBA-7F5115FE4899}" dt="2019-02-27T07:41:55.591" v="12225" actId="1076"/>
          <ac:picMkLst>
            <pc:docMk/>
            <pc:sldMk cId="1093837316" sldId="408"/>
            <ac:picMk id="13" creationId="{E98CA909-ACE5-42AA-A09A-DE84B9D4EF74}"/>
          </ac:picMkLst>
        </pc:picChg>
        <pc:picChg chg="add del mod">
          <ac:chgData name="Choi Jeomki" userId="f1912f8b0928b9f1" providerId="LiveId" clId="{29366F34-5D58-4B38-9DBA-7F5115FE4899}" dt="2019-02-26T17:47:36.203" v="5928" actId="478"/>
          <ac:picMkLst>
            <pc:docMk/>
            <pc:sldMk cId="1093837316" sldId="408"/>
            <ac:picMk id="14" creationId="{78F517BC-51D0-4D50-88A2-131FA23BDD54}"/>
          </ac:picMkLst>
        </pc:picChg>
        <pc:picChg chg="add del mod">
          <ac:chgData name="Choi Jeomki" userId="f1912f8b0928b9f1" providerId="LiveId" clId="{29366F34-5D58-4B38-9DBA-7F5115FE4899}" dt="2019-02-26T17:48:34.029" v="5933" actId="478"/>
          <ac:picMkLst>
            <pc:docMk/>
            <pc:sldMk cId="1093837316" sldId="408"/>
            <ac:picMk id="15" creationId="{2202F363-3242-4857-9828-3E36D090B14A}"/>
          </ac:picMkLst>
        </pc:picChg>
        <pc:picChg chg="add mod">
          <ac:chgData name="Choi Jeomki" userId="f1912f8b0928b9f1" providerId="LiveId" clId="{29366F34-5D58-4B38-9DBA-7F5115FE4899}" dt="2019-02-26T17:48:40.280" v="5937" actId="553"/>
          <ac:picMkLst>
            <pc:docMk/>
            <pc:sldMk cId="1093837316" sldId="408"/>
            <ac:picMk id="16" creationId="{9F2F75BA-6C02-4224-90D0-B4FD8C5C6F40}"/>
          </ac:picMkLst>
        </pc:picChg>
        <pc:picChg chg="add mod">
          <ac:chgData name="Choi Jeomki" userId="f1912f8b0928b9f1" providerId="LiveId" clId="{29366F34-5D58-4B38-9DBA-7F5115FE4899}" dt="2019-02-26T17:48:43.252" v="5944" actId="1035"/>
          <ac:picMkLst>
            <pc:docMk/>
            <pc:sldMk cId="1093837316" sldId="408"/>
            <ac:picMk id="17" creationId="{75C02EE9-8C45-4086-953E-549AA219290B}"/>
          </ac:picMkLst>
        </pc:picChg>
        <pc:picChg chg="add del mod modCrop">
          <ac:chgData name="Choi Jeomki" userId="f1912f8b0928b9f1" providerId="LiveId" clId="{29366F34-5D58-4B38-9DBA-7F5115FE4899}" dt="2019-02-26T18:02:09.905" v="5985" actId="478"/>
          <ac:picMkLst>
            <pc:docMk/>
            <pc:sldMk cId="1093837316" sldId="408"/>
            <ac:picMk id="18" creationId="{281DD0A6-9BF7-4270-811F-8916AD5D0D51}"/>
          </ac:picMkLst>
        </pc:picChg>
        <pc:picChg chg="add del mod modCrop">
          <ac:chgData name="Choi Jeomki" userId="f1912f8b0928b9f1" providerId="LiveId" clId="{29366F34-5D58-4B38-9DBA-7F5115FE4899}" dt="2019-02-26T18:02:09.905" v="5985" actId="478"/>
          <ac:picMkLst>
            <pc:docMk/>
            <pc:sldMk cId="1093837316" sldId="408"/>
            <ac:picMk id="19" creationId="{3C0467B8-2AD2-4A22-BF48-520E94D05D16}"/>
          </ac:picMkLst>
        </pc:picChg>
        <pc:picChg chg="add del mod">
          <ac:chgData name="Choi Jeomki" userId="f1912f8b0928b9f1" providerId="LiveId" clId="{29366F34-5D58-4B38-9DBA-7F5115FE4899}" dt="2019-02-27T08:30:26.342" v="12270" actId="478"/>
          <ac:picMkLst>
            <pc:docMk/>
            <pc:sldMk cId="1093837316" sldId="408"/>
            <ac:picMk id="20" creationId="{C880627B-B275-4F67-A2B7-AA2987909CDE}"/>
          </ac:picMkLst>
        </pc:picChg>
        <pc:picChg chg="add del mod">
          <ac:chgData name="Choi Jeomki" userId="f1912f8b0928b9f1" providerId="LiveId" clId="{29366F34-5D58-4B38-9DBA-7F5115FE4899}" dt="2019-02-27T08:37:20.428" v="12281" actId="478"/>
          <ac:picMkLst>
            <pc:docMk/>
            <pc:sldMk cId="1093837316" sldId="408"/>
            <ac:picMk id="21" creationId="{4E66F49C-B2BF-4F1C-99EE-7B362682DD69}"/>
          </ac:picMkLst>
        </pc:picChg>
        <pc:picChg chg="add del mod">
          <ac:chgData name="Choi Jeomki" userId="f1912f8b0928b9f1" providerId="LiveId" clId="{29366F34-5D58-4B38-9DBA-7F5115FE4899}" dt="2019-02-26T18:16:10.626" v="6059" actId="478"/>
          <ac:picMkLst>
            <pc:docMk/>
            <pc:sldMk cId="1093837316" sldId="408"/>
            <ac:picMk id="22" creationId="{A65E0E5D-FB26-41D0-AAB0-780FEDF589B2}"/>
          </ac:picMkLst>
        </pc:picChg>
        <pc:picChg chg="add del mod">
          <ac:chgData name="Choi Jeomki" userId="f1912f8b0928b9f1" providerId="LiveId" clId="{29366F34-5D58-4B38-9DBA-7F5115FE4899}" dt="2019-02-27T08:36:45.381" v="12278" actId="478"/>
          <ac:picMkLst>
            <pc:docMk/>
            <pc:sldMk cId="1093837316" sldId="408"/>
            <ac:picMk id="23" creationId="{F55D645E-A7EA-4D53-B27F-413515E57116}"/>
          </ac:picMkLst>
        </pc:picChg>
        <pc:picChg chg="add del mod">
          <ac:chgData name="Choi Jeomki" userId="f1912f8b0928b9f1" providerId="LiveId" clId="{29366F34-5D58-4B38-9DBA-7F5115FE4899}" dt="2019-03-08T06:56:14.101" v="18428" actId="1037"/>
          <ac:picMkLst>
            <pc:docMk/>
            <pc:sldMk cId="1093837316" sldId="408"/>
            <ac:picMk id="24" creationId="{19DD5674-2336-4FB5-93C9-B71276F123C3}"/>
          </ac:picMkLst>
        </pc:picChg>
        <pc:picChg chg="add del mod">
          <ac:chgData name="Choi Jeomki" userId="f1912f8b0928b9f1" providerId="LiveId" clId="{29366F34-5D58-4B38-9DBA-7F5115FE4899}" dt="2019-02-27T08:31:53.577" v="12276"/>
          <ac:picMkLst>
            <pc:docMk/>
            <pc:sldMk cId="1093837316" sldId="408"/>
            <ac:picMk id="25" creationId="{25D35D98-EAD4-4F22-BB1E-55CDE6F152FD}"/>
          </ac:picMkLst>
        </pc:picChg>
        <pc:picChg chg="add mod">
          <ac:chgData name="Choi Jeomki" userId="f1912f8b0928b9f1" providerId="LiveId" clId="{29366F34-5D58-4B38-9DBA-7F5115FE4899}" dt="2019-03-08T06:56:14.101" v="18428" actId="1037"/>
          <ac:picMkLst>
            <pc:docMk/>
            <pc:sldMk cId="1093837316" sldId="408"/>
            <ac:picMk id="26" creationId="{BCED5370-DE21-4B5C-8CD7-51FE58426255}"/>
          </ac:picMkLst>
        </pc:picChg>
        <pc:picChg chg="add mod">
          <ac:chgData name="Choi Jeomki" userId="f1912f8b0928b9f1" providerId="LiveId" clId="{29366F34-5D58-4B38-9DBA-7F5115FE4899}" dt="2019-03-08T06:56:14.101" v="18428" actId="1037"/>
          <ac:picMkLst>
            <pc:docMk/>
            <pc:sldMk cId="1093837316" sldId="408"/>
            <ac:picMk id="27" creationId="{F4A4AC89-3A38-47DB-A35C-EB002747D513}"/>
          </ac:picMkLst>
        </pc:picChg>
      </pc:sldChg>
      <pc:sldChg chg="addSp delSp modSp add">
        <pc:chgData name="Choi Jeomki" userId="f1912f8b0928b9f1" providerId="LiveId" clId="{29366F34-5D58-4B38-9DBA-7F5115FE4899}" dt="2019-03-08T06:58:09.191" v="18430" actId="20577"/>
        <pc:sldMkLst>
          <pc:docMk/>
          <pc:sldMk cId="1679211320" sldId="414"/>
        </pc:sldMkLst>
        <pc:spChg chg="mod">
          <ac:chgData name="Choi Jeomki" userId="f1912f8b0928b9f1" providerId="LiveId" clId="{29366F34-5D58-4B38-9DBA-7F5115FE4899}" dt="2019-03-08T06:58:09.191" v="18430" actId="20577"/>
          <ac:spMkLst>
            <pc:docMk/>
            <pc:sldMk cId="1679211320" sldId="414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7T14:20:36.106" v="12468" actId="20577"/>
          <ac:spMkLst>
            <pc:docMk/>
            <pc:sldMk cId="1679211320" sldId="414"/>
            <ac:spMk id="4" creationId="{C79D062B-1463-45B2-A25C-0E3B98914C04}"/>
          </ac:spMkLst>
        </pc:spChg>
        <pc:spChg chg="del">
          <ac:chgData name="Choi Jeomki" userId="f1912f8b0928b9f1" providerId="LiveId" clId="{29366F34-5D58-4B38-9DBA-7F5115FE4899}" dt="2019-02-26T18:04:01.377" v="6006" actId="478"/>
          <ac:spMkLst>
            <pc:docMk/>
            <pc:sldMk cId="1679211320" sldId="414"/>
            <ac:spMk id="5" creationId="{C5E7E629-F99B-4C52-8B87-DB8E87906E14}"/>
          </ac:spMkLst>
        </pc:spChg>
        <pc:picChg chg="del">
          <ac:chgData name="Choi Jeomki" userId="f1912f8b0928b9f1" providerId="LiveId" clId="{29366F34-5D58-4B38-9DBA-7F5115FE4899}" dt="2019-02-26T18:00:05.974" v="5966" actId="478"/>
          <ac:picMkLst>
            <pc:docMk/>
            <pc:sldMk cId="1679211320" sldId="414"/>
            <ac:picMk id="6" creationId="{9AF29DA5-E815-484D-BC3D-CDF65AD9B44E}"/>
          </ac:picMkLst>
        </pc:picChg>
        <pc:picChg chg="del">
          <ac:chgData name="Choi Jeomki" userId="f1912f8b0928b9f1" providerId="LiveId" clId="{29366F34-5D58-4B38-9DBA-7F5115FE4899}" dt="2019-02-26T18:00:06.694" v="5967" actId="478"/>
          <ac:picMkLst>
            <pc:docMk/>
            <pc:sldMk cId="1679211320" sldId="414"/>
            <ac:picMk id="7" creationId="{40D85C43-1DC1-4366-80B0-0FABAB03D1AF}"/>
          </ac:picMkLst>
        </pc:picChg>
        <pc:picChg chg="del">
          <ac:chgData name="Choi Jeomki" userId="f1912f8b0928b9f1" providerId="LiveId" clId="{29366F34-5D58-4B38-9DBA-7F5115FE4899}" dt="2019-02-26T18:00:07.407" v="5968" actId="478"/>
          <ac:picMkLst>
            <pc:docMk/>
            <pc:sldMk cId="1679211320" sldId="414"/>
            <ac:picMk id="8" creationId="{2DD7DAD8-7E69-4A90-A937-149E28A85E1D}"/>
          </ac:picMkLst>
        </pc:picChg>
        <pc:picChg chg="del">
          <ac:chgData name="Choi Jeomki" userId="f1912f8b0928b9f1" providerId="LiveId" clId="{29366F34-5D58-4B38-9DBA-7F5115FE4899}" dt="2019-02-26T18:03:56.276" v="6001" actId="478"/>
          <ac:picMkLst>
            <pc:docMk/>
            <pc:sldMk cId="1679211320" sldId="414"/>
            <ac:picMk id="9" creationId="{D0542059-D69C-4D7D-B4D5-0DBB83E83539}"/>
          </ac:picMkLst>
        </pc:picChg>
        <pc:picChg chg="del">
          <ac:chgData name="Choi Jeomki" userId="f1912f8b0928b9f1" providerId="LiveId" clId="{29366F34-5D58-4B38-9DBA-7F5115FE4899}" dt="2019-02-26T18:03:58.064" v="6005" actId="478"/>
          <ac:picMkLst>
            <pc:docMk/>
            <pc:sldMk cId="1679211320" sldId="414"/>
            <ac:picMk id="10" creationId="{C09FF0BD-E40C-4AE6-9D4A-DCCDB0152A84}"/>
          </ac:picMkLst>
        </pc:picChg>
        <pc:picChg chg="del">
          <ac:chgData name="Choi Jeomki" userId="f1912f8b0928b9f1" providerId="LiveId" clId="{29366F34-5D58-4B38-9DBA-7F5115FE4899}" dt="2019-02-26T18:03:57.384" v="6003" actId="478"/>
          <ac:picMkLst>
            <pc:docMk/>
            <pc:sldMk cId="1679211320" sldId="414"/>
            <ac:picMk id="11" creationId="{9CC0172E-A82A-414D-A2FA-A5346E0CE1B5}"/>
          </ac:picMkLst>
        </pc:picChg>
        <pc:picChg chg="del">
          <ac:chgData name="Choi Jeomki" userId="f1912f8b0928b9f1" providerId="LiveId" clId="{29366F34-5D58-4B38-9DBA-7F5115FE4899}" dt="2019-02-26T18:03:56.960" v="6002" actId="478"/>
          <ac:picMkLst>
            <pc:docMk/>
            <pc:sldMk cId="1679211320" sldId="414"/>
            <ac:picMk id="12" creationId="{3DEAE076-F8BF-4F62-ACF5-2DB81716B97A}"/>
          </ac:picMkLst>
        </pc:picChg>
        <pc:picChg chg="add del mod">
          <ac:chgData name="Choi Jeomki" userId="f1912f8b0928b9f1" providerId="LiveId" clId="{29366F34-5D58-4B38-9DBA-7F5115FE4899}" dt="2019-02-26T18:02:25.049" v="5987"/>
          <ac:picMkLst>
            <pc:docMk/>
            <pc:sldMk cId="1679211320" sldId="414"/>
            <ac:picMk id="13" creationId="{A03671D7-C754-418D-8388-6FB87194B8A3}"/>
          </ac:picMkLst>
        </pc:picChg>
        <pc:picChg chg="del">
          <ac:chgData name="Choi Jeomki" userId="f1912f8b0928b9f1" providerId="LiveId" clId="{29366F34-5D58-4B38-9DBA-7F5115FE4899}" dt="2019-02-26T18:03:57.680" v="6004" actId="478"/>
          <ac:picMkLst>
            <pc:docMk/>
            <pc:sldMk cId="1679211320" sldId="414"/>
            <ac:picMk id="14" creationId="{86C010A9-4D4A-479C-B67A-1F93D333A390}"/>
          </ac:picMkLst>
        </pc:picChg>
        <pc:picChg chg="add del mod">
          <ac:chgData name="Choi Jeomki" userId="f1912f8b0928b9f1" providerId="LiveId" clId="{29366F34-5D58-4B38-9DBA-7F5115FE4899}" dt="2019-02-26T18:02:22.141" v="5986" actId="478"/>
          <ac:picMkLst>
            <pc:docMk/>
            <pc:sldMk cId="1679211320" sldId="414"/>
            <ac:picMk id="15" creationId="{345EAA17-9740-41B9-878F-34F7C7E5A76C}"/>
          </ac:picMkLst>
        </pc:picChg>
        <pc:picChg chg="add del mod">
          <ac:chgData name="Choi Jeomki" userId="f1912f8b0928b9f1" providerId="LiveId" clId="{29366F34-5D58-4B38-9DBA-7F5115FE4899}" dt="2019-02-26T18:02:25.049" v="5987"/>
          <ac:picMkLst>
            <pc:docMk/>
            <pc:sldMk cId="1679211320" sldId="414"/>
            <ac:picMk id="16" creationId="{F192DD64-5CA4-4D1B-9254-F137F600AC13}"/>
          </ac:picMkLst>
        </pc:picChg>
        <pc:picChg chg="add del mod">
          <ac:chgData name="Choi Jeomki" userId="f1912f8b0928b9f1" providerId="LiveId" clId="{29366F34-5D58-4B38-9DBA-7F5115FE4899}" dt="2019-02-26T18:02:25.049" v="5987"/>
          <ac:picMkLst>
            <pc:docMk/>
            <pc:sldMk cId="1679211320" sldId="414"/>
            <ac:picMk id="17" creationId="{B0DDE01B-C5CC-42D7-8D13-7760ED5950AB}"/>
          </ac:picMkLst>
        </pc:picChg>
        <pc:picChg chg="add del mod">
          <ac:chgData name="Choi Jeomki" userId="f1912f8b0928b9f1" providerId="LiveId" clId="{29366F34-5D58-4B38-9DBA-7F5115FE4899}" dt="2019-02-26T18:16:57.112" v="6076" actId="478"/>
          <ac:picMkLst>
            <pc:docMk/>
            <pc:sldMk cId="1679211320" sldId="414"/>
            <ac:picMk id="18" creationId="{F71F57B7-50B2-4FC3-99C7-1CBB2B301605}"/>
          </ac:picMkLst>
        </pc:picChg>
        <pc:picChg chg="add del mod">
          <ac:chgData name="Choi Jeomki" userId="f1912f8b0928b9f1" providerId="LiveId" clId="{29366F34-5D58-4B38-9DBA-7F5115FE4899}" dt="2019-02-27T14:18:09.109" v="12348" actId="478"/>
          <ac:picMkLst>
            <pc:docMk/>
            <pc:sldMk cId="1679211320" sldId="414"/>
            <ac:picMk id="19" creationId="{949F75C2-BB18-46B0-850D-2C97D03A05B3}"/>
          </ac:picMkLst>
        </pc:picChg>
        <pc:picChg chg="add del mod">
          <ac:chgData name="Choi Jeomki" userId="f1912f8b0928b9f1" providerId="LiveId" clId="{29366F34-5D58-4B38-9DBA-7F5115FE4899}" dt="2019-02-27T14:18:58.142" v="12407" actId="478"/>
          <ac:picMkLst>
            <pc:docMk/>
            <pc:sldMk cId="1679211320" sldId="414"/>
            <ac:picMk id="20" creationId="{B1D30F0F-2D19-49BD-93AD-F2CE77064258}"/>
          </ac:picMkLst>
        </pc:picChg>
        <pc:picChg chg="add del mod">
          <ac:chgData name="Choi Jeomki" userId="f1912f8b0928b9f1" providerId="LiveId" clId="{29366F34-5D58-4B38-9DBA-7F5115FE4899}" dt="2019-02-27T14:15:42.536" v="12308" actId="478"/>
          <ac:picMkLst>
            <pc:docMk/>
            <pc:sldMk cId="1679211320" sldId="414"/>
            <ac:picMk id="21" creationId="{C90A18A2-000B-4624-9A8A-21BD42C7C251}"/>
          </ac:picMkLst>
        </pc:picChg>
        <pc:picChg chg="add mod">
          <ac:chgData name="Choi Jeomki" userId="f1912f8b0928b9f1" providerId="LiveId" clId="{29366F34-5D58-4B38-9DBA-7F5115FE4899}" dt="2019-02-27T14:21:20.334" v="12497" actId="207"/>
          <ac:picMkLst>
            <pc:docMk/>
            <pc:sldMk cId="1679211320" sldId="414"/>
            <ac:picMk id="22" creationId="{064F7D21-6538-466D-87FC-2C7A0D543F43}"/>
          </ac:picMkLst>
        </pc:picChg>
        <pc:picChg chg="add mod">
          <ac:chgData name="Choi Jeomki" userId="f1912f8b0928b9f1" providerId="LiveId" clId="{29366F34-5D58-4B38-9DBA-7F5115FE4899}" dt="2019-02-27T14:21:20.334" v="12497" actId="207"/>
          <ac:picMkLst>
            <pc:docMk/>
            <pc:sldMk cId="1679211320" sldId="414"/>
            <ac:picMk id="23" creationId="{E22CAD6D-11E5-4DB9-90A1-0EA0E4A77AEE}"/>
          </ac:picMkLst>
        </pc:picChg>
        <pc:picChg chg="add mod">
          <ac:chgData name="Choi Jeomki" userId="f1912f8b0928b9f1" providerId="LiveId" clId="{29366F34-5D58-4B38-9DBA-7F5115FE4899}" dt="2019-02-27T14:21:20.334" v="12497" actId="207"/>
          <ac:picMkLst>
            <pc:docMk/>
            <pc:sldMk cId="1679211320" sldId="414"/>
            <ac:picMk id="24" creationId="{10C7E143-CE27-4AEB-861D-22A789AD3D1E}"/>
          </ac:picMkLst>
        </pc:picChg>
        <pc:picChg chg="add del mod">
          <ac:chgData name="Choi Jeomki" userId="f1912f8b0928b9f1" providerId="LiveId" clId="{29366F34-5D58-4B38-9DBA-7F5115FE4899}" dt="2019-02-27T14:21:04.568" v="12483" actId="478"/>
          <ac:picMkLst>
            <pc:docMk/>
            <pc:sldMk cId="1679211320" sldId="414"/>
            <ac:picMk id="25" creationId="{49D6467F-1B1B-45BC-A545-5F66A2FF977C}"/>
          </ac:picMkLst>
        </pc:picChg>
        <pc:picChg chg="add mod">
          <ac:chgData name="Choi Jeomki" userId="f1912f8b0928b9f1" providerId="LiveId" clId="{29366F34-5D58-4B38-9DBA-7F5115FE4899}" dt="2019-02-27T14:21:20.334" v="12497" actId="207"/>
          <ac:picMkLst>
            <pc:docMk/>
            <pc:sldMk cId="1679211320" sldId="414"/>
            <ac:picMk id="26" creationId="{02A0A974-57D2-4AF5-8ED1-E47E4E94E74D}"/>
          </ac:picMkLst>
        </pc:picChg>
        <pc:picChg chg="add mod">
          <ac:chgData name="Choi Jeomki" userId="f1912f8b0928b9f1" providerId="LiveId" clId="{29366F34-5D58-4B38-9DBA-7F5115FE4899}" dt="2019-02-27T14:21:20.334" v="12497" actId="207"/>
          <ac:picMkLst>
            <pc:docMk/>
            <pc:sldMk cId="1679211320" sldId="414"/>
            <ac:picMk id="27" creationId="{20E3328E-B898-4933-A4B8-825A296B3E96}"/>
          </ac:picMkLst>
        </pc:picChg>
        <pc:picChg chg="add mod">
          <ac:chgData name="Choi Jeomki" userId="f1912f8b0928b9f1" providerId="LiveId" clId="{29366F34-5D58-4B38-9DBA-7F5115FE4899}" dt="2019-02-27T14:21:25.210" v="12498" actId="1036"/>
          <ac:picMkLst>
            <pc:docMk/>
            <pc:sldMk cId="1679211320" sldId="414"/>
            <ac:picMk id="28" creationId="{A3CCBFB4-DCE6-4FFF-9BC9-7CC9C941CAAF}"/>
          </ac:picMkLst>
        </pc:picChg>
      </pc:sldChg>
      <pc:sldChg chg="addSp delSp modSp add">
        <pc:chgData name="Choi Jeomki" userId="f1912f8b0928b9f1" providerId="LiveId" clId="{29366F34-5D58-4B38-9DBA-7F5115FE4899}" dt="2019-02-27T14:52:23.253" v="12502" actId="1076"/>
        <pc:sldMkLst>
          <pc:docMk/>
          <pc:sldMk cId="4215883248" sldId="421"/>
        </pc:sldMkLst>
        <pc:spChg chg="mod">
          <ac:chgData name="Choi Jeomki" userId="f1912f8b0928b9f1" providerId="LiveId" clId="{29366F34-5D58-4B38-9DBA-7F5115FE4899}" dt="2019-02-26T18:26:57.044" v="6147"/>
          <ac:spMkLst>
            <pc:docMk/>
            <pc:sldMk cId="4215883248" sldId="421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7T14:52:12.644" v="12499"/>
          <ac:spMkLst>
            <pc:docMk/>
            <pc:sldMk cId="4215883248" sldId="421"/>
            <ac:spMk id="4" creationId="{C79D062B-1463-45B2-A25C-0E3B98914C04}"/>
          </ac:spMkLst>
        </pc:spChg>
        <pc:spChg chg="del">
          <ac:chgData name="Choi Jeomki" userId="f1912f8b0928b9f1" providerId="LiveId" clId="{29366F34-5D58-4B38-9DBA-7F5115FE4899}" dt="2019-02-26T18:21:15.905" v="6087" actId="478"/>
          <ac:spMkLst>
            <pc:docMk/>
            <pc:sldMk cId="4215883248" sldId="421"/>
            <ac:spMk id="6" creationId="{47CA75C5-7D37-4A78-8D49-829E72623023}"/>
          </ac:spMkLst>
        </pc:spChg>
        <pc:picChg chg="add del mod">
          <ac:chgData name="Choi Jeomki" userId="f1912f8b0928b9f1" providerId="LiveId" clId="{29366F34-5D58-4B38-9DBA-7F5115FE4899}" dt="2019-02-26T18:21:10.814" v="6085"/>
          <ac:picMkLst>
            <pc:docMk/>
            <pc:sldMk cId="4215883248" sldId="421"/>
            <ac:picMk id="5" creationId="{C77DE139-136E-4535-967A-AF120AADED72}"/>
          </ac:picMkLst>
        </pc:picChg>
        <pc:picChg chg="del">
          <ac:chgData name="Choi Jeomki" userId="f1912f8b0928b9f1" providerId="LiveId" clId="{29366F34-5D58-4B38-9DBA-7F5115FE4899}" dt="2019-02-26T18:21:12.669" v="6086" actId="478"/>
          <ac:picMkLst>
            <pc:docMk/>
            <pc:sldMk cId="4215883248" sldId="421"/>
            <ac:picMk id="7" creationId="{D601E3B3-77D5-441B-8EFD-C46425C22538}"/>
          </ac:picMkLst>
        </pc:picChg>
        <pc:picChg chg="del">
          <ac:chgData name="Choi Jeomki" userId="f1912f8b0928b9f1" providerId="LiveId" clId="{29366F34-5D58-4B38-9DBA-7F5115FE4899}" dt="2019-02-26T18:21:12.669" v="6086" actId="478"/>
          <ac:picMkLst>
            <pc:docMk/>
            <pc:sldMk cId="4215883248" sldId="421"/>
            <ac:picMk id="8" creationId="{9350BAE6-CC16-4DAF-B8E2-F76ABA50DD7A}"/>
          </ac:picMkLst>
        </pc:picChg>
        <pc:picChg chg="del">
          <ac:chgData name="Choi Jeomki" userId="f1912f8b0928b9f1" providerId="LiveId" clId="{29366F34-5D58-4B38-9DBA-7F5115FE4899}" dt="2019-02-26T18:21:12.669" v="6086" actId="478"/>
          <ac:picMkLst>
            <pc:docMk/>
            <pc:sldMk cId="4215883248" sldId="421"/>
            <ac:picMk id="9" creationId="{74F4BB8C-1EEB-4052-814D-DA4AE67D0254}"/>
          </ac:picMkLst>
        </pc:picChg>
        <pc:picChg chg="del">
          <ac:chgData name="Choi Jeomki" userId="f1912f8b0928b9f1" providerId="LiveId" clId="{29366F34-5D58-4B38-9DBA-7F5115FE4899}" dt="2019-02-26T18:21:12.669" v="6086" actId="478"/>
          <ac:picMkLst>
            <pc:docMk/>
            <pc:sldMk cId="4215883248" sldId="421"/>
            <ac:picMk id="10" creationId="{1F9CF78B-8B1F-4E89-8392-EE14D4B80CBC}"/>
          </ac:picMkLst>
        </pc:picChg>
        <pc:picChg chg="add del mod">
          <ac:chgData name="Choi Jeomki" userId="f1912f8b0928b9f1" providerId="LiveId" clId="{29366F34-5D58-4B38-9DBA-7F5115FE4899}" dt="2019-02-27T14:52:21.695" v="12500" actId="478"/>
          <ac:picMkLst>
            <pc:docMk/>
            <pc:sldMk cId="4215883248" sldId="421"/>
            <ac:picMk id="11" creationId="{526440C0-54C8-4E64-BE8C-2934D989A40B}"/>
          </ac:picMkLst>
        </pc:picChg>
        <pc:picChg chg="add mod">
          <ac:chgData name="Choi Jeomki" userId="f1912f8b0928b9f1" providerId="LiveId" clId="{29366F34-5D58-4B38-9DBA-7F5115FE4899}" dt="2019-02-27T14:52:23.253" v="12502" actId="1076"/>
          <ac:picMkLst>
            <pc:docMk/>
            <pc:sldMk cId="4215883248" sldId="421"/>
            <ac:picMk id="12" creationId="{D50DCAA2-289C-4D7C-B01F-D50E60F76602}"/>
          </ac:picMkLst>
        </pc:picChg>
      </pc:sldChg>
      <pc:sldChg chg="addSp delSp modSp add">
        <pc:chgData name="Choi Jeomki" userId="f1912f8b0928b9f1" providerId="LiveId" clId="{29366F34-5D58-4B38-9DBA-7F5115FE4899}" dt="2019-02-26T18:37:42.451" v="6309"/>
        <pc:sldMkLst>
          <pc:docMk/>
          <pc:sldMk cId="2143234007" sldId="422"/>
        </pc:sldMkLst>
        <pc:spChg chg="mod">
          <ac:chgData name="Choi Jeomki" userId="f1912f8b0928b9f1" providerId="LiveId" clId="{29366F34-5D58-4B38-9DBA-7F5115FE4899}" dt="2019-02-26T18:37:42.451" v="6309"/>
          <ac:spMkLst>
            <pc:docMk/>
            <pc:sldMk cId="2143234007" sldId="422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6T18:36:07.913" v="6289" actId="20577"/>
          <ac:spMkLst>
            <pc:docMk/>
            <pc:sldMk cId="2143234007" sldId="422"/>
            <ac:spMk id="4" creationId="{C79D062B-1463-45B2-A25C-0E3B98914C04}"/>
          </ac:spMkLst>
        </pc:spChg>
        <pc:spChg chg="mod">
          <ac:chgData name="Choi Jeomki" userId="f1912f8b0928b9f1" providerId="LiveId" clId="{29366F34-5D58-4B38-9DBA-7F5115FE4899}" dt="2019-02-26T18:37:04.456" v="6304" actId="20577"/>
          <ac:spMkLst>
            <pc:docMk/>
            <pc:sldMk cId="2143234007" sldId="422"/>
            <ac:spMk id="13" creationId="{E5F061C3-A40C-4531-8AB8-655CFF3808C8}"/>
          </ac:spMkLst>
        </pc:spChg>
        <pc:picChg chg="add del mod">
          <ac:chgData name="Choi Jeomki" userId="f1912f8b0928b9f1" providerId="LiveId" clId="{29366F34-5D58-4B38-9DBA-7F5115FE4899}" dt="2019-02-26T18:32:30.093" v="6199" actId="478"/>
          <ac:picMkLst>
            <pc:docMk/>
            <pc:sldMk cId="2143234007" sldId="422"/>
            <ac:picMk id="5" creationId="{E657E3E2-A3E0-4EE2-BE4F-375D50951EAC}"/>
          </ac:picMkLst>
        </pc:picChg>
        <pc:picChg chg="del">
          <ac:chgData name="Choi Jeomki" userId="f1912f8b0928b9f1" providerId="LiveId" clId="{29366F34-5D58-4B38-9DBA-7F5115FE4899}" dt="2019-02-26T18:27:31.137" v="6148" actId="478"/>
          <ac:picMkLst>
            <pc:docMk/>
            <pc:sldMk cId="2143234007" sldId="422"/>
            <ac:picMk id="6" creationId="{3A34A2B6-7F7C-4840-A282-6456581A985B}"/>
          </ac:picMkLst>
        </pc:picChg>
        <pc:picChg chg="del">
          <ac:chgData name="Choi Jeomki" userId="f1912f8b0928b9f1" providerId="LiveId" clId="{29366F34-5D58-4B38-9DBA-7F5115FE4899}" dt="2019-02-26T18:27:36.496" v="6152" actId="478"/>
          <ac:picMkLst>
            <pc:docMk/>
            <pc:sldMk cId="2143234007" sldId="422"/>
            <ac:picMk id="7" creationId="{8B007FEF-6BF7-4268-9562-A33A832544F3}"/>
          </ac:picMkLst>
        </pc:picChg>
        <pc:picChg chg="add del mod">
          <ac:chgData name="Choi Jeomki" userId="f1912f8b0928b9f1" providerId="LiveId" clId="{29366F34-5D58-4B38-9DBA-7F5115FE4899}" dt="2019-02-26T18:34:15.042" v="6269" actId="478"/>
          <ac:picMkLst>
            <pc:docMk/>
            <pc:sldMk cId="2143234007" sldId="422"/>
            <ac:picMk id="8" creationId="{065A9739-9705-4E28-B88E-8F8AFEB603EF}"/>
          </ac:picMkLst>
        </pc:picChg>
        <pc:picChg chg="add del mod">
          <ac:chgData name="Choi Jeomki" userId="f1912f8b0928b9f1" providerId="LiveId" clId="{29366F34-5D58-4B38-9DBA-7F5115FE4899}" dt="2019-02-26T18:30:57.659" v="6186" actId="478"/>
          <ac:picMkLst>
            <pc:docMk/>
            <pc:sldMk cId="2143234007" sldId="422"/>
            <ac:picMk id="9" creationId="{14D74B80-F0ED-463D-94D3-0826302EBC20}"/>
          </ac:picMkLst>
        </pc:picChg>
        <pc:picChg chg="del">
          <ac:chgData name="Choi Jeomki" userId="f1912f8b0928b9f1" providerId="LiveId" clId="{29366F34-5D58-4B38-9DBA-7F5115FE4899}" dt="2019-02-26T18:28:28.343" v="6153" actId="478"/>
          <ac:picMkLst>
            <pc:docMk/>
            <pc:sldMk cId="2143234007" sldId="422"/>
            <ac:picMk id="10" creationId="{8D4175F2-2F26-4DC4-A93C-8F01DF74F2D8}"/>
          </ac:picMkLst>
        </pc:picChg>
        <pc:picChg chg="del">
          <ac:chgData name="Choi Jeomki" userId="f1912f8b0928b9f1" providerId="LiveId" clId="{29366F34-5D58-4B38-9DBA-7F5115FE4899}" dt="2019-02-26T18:34:54.351" v="6278" actId="478"/>
          <ac:picMkLst>
            <pc:docMk/>
            <pc:sldMk cId="2143234007" sldId="422"/>
            <ac:picMk id="11" creationId="{F3275C62-7A00-414B-BBA1-D583483BA8BD}"/>
          </ac:picMkLst>
        </pc:picChg>
        <pc:picChg chg="add mod">
          <ac:chgData name="Choi Jeomki" userId="f1912f8b0928b9f1" providerId="LiveId" clId="{29366F34-5D58-4B38-9DBA-7F5115FE4899}" dt="2019-02-26T18:33:47.310" v="6267" actId="1076"/>
          <ac:picMkLst>
            <pc:docMk/>
            <pc:sldMk cId="2143234007" sldId="422"/>
            <ac:picMk id="12" creationId="{F55F2F19-85A0-46D3-84AC-3C73B4AAA07E}"/>
          </ac:picMkLst>
        </pc:picChg>
        <pc:picChg chg="add mod">
          <ac:chgData name="Choi Jeomki" userId="f1912f8b0928b9f1" providerId="LiveId" clId="{29366F34-5D58-4B38-9DBA-7F5115FE4899}" dt="2019-02-26T18:34:29.918" v="6275" actId="1076"/>
          <ac:picMkLst>
            <pc:docMk/>
            <pc:sldMk cId="2143234007" sldId="422"/>
            <ac:picMk id="14" creationId="{AB6893A6-4F85-4E64-8201-DB66D9AAD686}"/>
          </ac:picMkLst>
        </pc:picChg>
        <pc:picChg chg="add mod">
          <ac:chgData name="Choi Jeomki" userId="f1912f8b0928b9f1" providerId="LiveId" clId="{29366F34-5D58-4B38-9DBA-7F5115FE4899}" dt="2019-02-26T18:36:11.950" v="6291" actId="1035"/>
          <ac:picMkLst>
            <pc:docMk/>
            <pc:sldMk cId="2143234007" sldId="422"/>
            <ac:picMk id="15" creationId="{6667C867-EE21-4CA5-A305-D399817FB74D}"/>
          </ac:picMkLst>
        </pc:picChg>
        <pc:picChg chg="add mod">
          <ac:chgData name="Choi Jeomki" userId="f1912f8b0928b9f1" providerId="LiveId" clId="{29366F34-5D58-4B38-9DBA-7F5115FE4899}" dt="2019-02-26T18:36:58.527" v="6303" actId="1076"/>
          <ac:picMkLst>
            <pc:docMk/>
            <pc:sldMk cId="2143234007" sldId="422"/>
            <ac:picMk id="16" creationId="{3BC7876B-18F3-42E0-A792-649FEB07E55D}"/>
          </ac:picMkLst>
        </pc:picChg>
        <pc:picChg chg="add mod">
          <ac:chgData name="Choi Jeomki" userId="f1912f8b0928b9f1" providerId="LiveId" clId="{29366F34-5D58-4B38-9DBA-7F5115FE4899}" dt="2019-02-26T18:37:22.197" v="6306" actId="1076"/>
          <ac:picMkLst>
            <pc:docMk/>
            <pc:sldMk cId="2143234007" sldId="422"/>
            <ac:picMk id="17" creationId="{2046424B-10C9-4839-8DED-3AA00FBA6014}"/>
          </ac:picMkLst>
        </pc:picChg>
      </pc:sldChg>
      <pc:sldChg chg="addSp delSp modSp add">
        <pc:chgData name="Choi Jeomki" userId="f1912f8b0928b9f1" providerId="LiveId" clId="{29366F34-5D58-4B38-9DBA-7F5115FE4899}" dt="2019-03-01T05:50:23.848" v="12661" actId="554"/>
        <pc:sldMkLst>
          <pc:docMk/>
          <pc:sldMk cId="2801327216" sldId="423"/>
        </pc:sldMkLst>
        <pc:spChg chg="mod">
          <ac:chgData name="Choi Jeomki" userId="f1912f8b0928b9f1" providerId="LiveId" clId="{29366F34-5D58-4B38-9DBA-7F5115FE4899}" dt="2019-02-28T22:17:13.315" v="12528" actId="20577"/>
          <ac:spMkLst>
            <pc:docMk/>
            <pc:sldMk cId="2801327216" sldId="423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1T05:44:43.634" v="12630" actId="207"/>
          <ac:spMkLst>
            <pc:docMk/>
            <pc:sldMk cId="2801327216" sldId="423"/>
            <ac:spMk id="4" creationId="{C79D062B-1463-45B2-A25C-0E3B98914C04}"/>
          </ac:spMkLst>
        </pc:spChg>
        <pc:spChg chg="mod">
          <ac:chgData name="Choi Jeomki" userId="f1912f8b0928b9f1" providerId="LiveId" clId="{29366F34-5D58-4B38-9DBA-7F5115FE4899}" dt="2019-03-01T05:45:00.994" v="12659"/>
          <ac:spMkLst>
            <pc:docMk/>
            <pc:sldMk cId="2801327216" sldId="423"/>
            <ac:spMk id="5" creationId="{C5E7E629-F99B-4C52-8B87-DB8E87906E14}"/>
          </ac:spMkLst>
        </pc:spChg>
        <pc:picChg chg="add del mod modCrop">
          <ac:chgData name="Choi Jeomki" userId="f1912f8b0928b9f1" providerId="LiveId" clId="{29366F34-5D58-4B38-9DBA-7F5115FE4899}" dt="2019-03-01T05:42:07.367" v="12595"/>
          <ac:picMkLst>
            <pc:docMk/>
            <pc:sldMk cId="2801327216" sldId="423"/>
            <ac:picMk id="6" creationId="{014D8F84-84B6-49E0-AA62-3BC3EAB72626}"/>
          </ac:picMkLst>
        </pc:picChg>
        <pc:picChg chg="add del mod modCrop">
          <ac:chgData name="Choi Jeomki" userId="f1912f8b0928b9f1" providerId="LiveId" clId="{29366F34-5D58-4B38-9DBA-7F5115FE4899}" dt="2019-03-01T05:42:07.367" v="12595"/>
          <ac:picMkLst>
            <pc:docMk/>
            <pc:sldMk cId="2801327216" sldId="423"/>
            <ac:picMk id="7" creationId="{3365FE62-AB6E-467F-9CC9-7485FDAD8F17}"/>
          </ac:picMkLst>
        </pc:picChg>
        <pc:picChg chg="del">
          <ac:chgData name="Choi Jeomki" userId="f1912f8b0928b9f1" providerId="LiveId" clId="{29366F34-5D58-4B38-9DBA-7F5115FE4899}" dt="2019-02-26T18:44:52.968" v="6430" actId="478"/>
          <ac:picMkLst>
            <pc:docMk/>
            <pc:sldMk cId="2801327216" sldId="423"/>
            <ac:picMk id="8" creationId="{C76B88E7-5F6A-494A-BE18-713B15CD972A}"/>
          </ac:picMkLst>
        </pc:picChg>
        <pc:picChg chg="del">
          <ac:chgData name="Choi Jeomki" userId="f1912f8b0928b9f1" providerId="LiveId" clId="{29366F34-5D58-4B38-9DBA-7F5115FE4899}" dt="2019-02-26T18:42:20.736" v="6345" actId="478"/>
          <ac:picMkLst>
            <pc:docMk/>
            <pc:sldMk cId="2801327216" sldId="423"/>
            <ac:picMk id="9" creationId="{B71BED6F-C054-4498-9A57-A839226BCF80}"/>
          </ac:picMkLst>
        </pc:picChg>
        <pc:picChg chg="del">
          <ac:chgData name="Choi Jeomki" userId="f1912f8b0928b9f1" providerId="LiveId" clId="{29366F34-5D58-4B38-9DBA-7F5115FE4899}" dt="2019-02-26T18:42:21.269" v="6346" actId="478"/>
          <ac:picMkLst>
            <pc:docMk/>
            <pc:sldMk cId="2801327216" sldId="423"/>
            <ac:picMk id="10" creationId="{B46FFE7E-9C7B-4BB0-9BBE-D14FF82DB3F5}"/>
          </ac:picMkLst>
        </pc:picChg>
        <pc:picChg chg="del">
          <ac:chgData name="Choi Jeomki" userId="f1912f8b0928b9f1" providerId="LiveId" clId="{29366F34-5D58-4B38-9DBA-7F5115FE4899}" dt="2019-02-26T18:44:52.475" v="6429" actId="478"/>
          <ac:picMkLst>
            <pc:docMk/>
            <pc:sldMk cId="2801327216" sldId="423"/>
            <ac:picMk id="11" creationId="{42A72258-7F0D-4F56-BAED-E80FC38AADB1}"/>
          </ac:picMkLst>
        </pc:picChg>
        <pc:picChg chg="add del mod modCrop">
          <ac:chgData name="Choi Jeomki" userId="f1912f8b0928b9f1" providerId="LiveId" clId="{29366F34-5D58-4B38-9DBA-7F5115FE4899}" dt="2019-03-01T05:42:07.367" v="12595"/>
          <ac:picMkLst>
            <pc:docMk/>
            <pc:sldMk cId="2801327216" sldId="423"/>
            <ac:picMk id="12" creationId="{204EBC3C-3082-4151-8405-FA51D0DE2BAC}"/>
          </ac:picMkLst>
        </pc:picChg>
        <pc:picChg chg="add del mod modCrop">
          <ac:chgData name="Choi Jeomki" userId="f1912f8b0928b9f1" providerId="LiveId" clId="{29366F34-5D58-4B38-9DBA-7F5115FE4899}" dt="2019-03-01T05:42:07.367" v="12595"/>
          <ac:picMkLst>
            <pc:docMk/>
            <pc:sldMk cId="2801327216" sldId="423"/>
            <ac:picMk id="13" creationId="{CE030EDD-8CD9-4ABB-8E61-8B316DEB8C30}"/>
          </ac:picMkLst>
        </pc:picChg>
        <pc:picChg chg="add mod">
          <ac:chgData name="Choi Jeomki" userId="f1912f8b0928b9f1" providerId="LiveId" clId="{29366F34-5D58-4B38-9DBA-7F5115FE4899}" dt="2019-03-01T05:50:20.672" v="12660" actId="554"/>
          <ac:picMkLst>
            <pc:docMk/>
            <pc:sldMk cId="2801327216" sldId="423"/>
            <ac:picMk id="14" creationId="{AFF02608-F57C-4709-917C-40AE2C3AF63E}"/>
          </ac:picMkLst>
        </pc:picChg>
        <pc:picChg chg="add mod">
          <ac:chgData name="Choi Jeomki" userId="f1912f8b0928b9f1" providerId="LiveId" clId="{29366F34-5D58-4B38-9DBA-7F5115FE4899}" dt="2019-03-01T05:50:23.848" v="12661" actId="554"/>
          <ac:picMkLst>
            <pc:docMk/>
            <pc:sldMk cId="2801327216" sldId="423"/>
            <ac:picMk id="15" creationId="{7A04D00C-48D9-4B8D-BB61-23E9388B7AB9}"/>
          </ac:picMkLst>
        </pc:picChg>
        <pc:picChg chg="add mod">
          <ac:chgData name="Choi Jeomki" userId="f1912f8b0928b9f1" providerId="LiveId" clId="{29366F34-5D58-4B38-9DBA-7F5115FE4899}" dt="2019-03-01T05:50:20.672" v="12660" actId="554"/>
          <ac:picMkLst>
            <pc:docMk/>
            <pc:sldMk cId="2801327216" sldId="423"/>
            <ac:picMk id="16" creationId="{88A8F49F-1090-4540-BA95-D7BFA58CA78E}"/>
          </ac:picMkLst>
        </pc:picChg>
        <pc:picChg chg="add mod">
          <ac:chgData name="Choi Jeomki" userId="f1912f8b0928b9f1" providerId="LiveId" clId="{29366F34-5D58-4B38-9DBA-7F5115FE4899}" dt="2019-03-01T05:50:23.848" v="12661" actId="554"/>
          <ac:picMkLst>
            <pc:docMk/>
            <pc:sldMk cId="2801327216" sldId="423"/>
            <ac:picMk id="17" creationId="{8AD44EF5-0710-492B-869B-664AEF5AC44A}"/>
          </ac:picMkLst>
        </pc:picChg>
      </pc:sldChg>
      <pc:sldChg chg="addSp delSp modSp add">
        <pc:chgData name="Choi Jeomki" userId="f1912f8b0928b9f1" providerId="LiveId" clId="{29366F34-5D58-4B38-9DBA-7F5115FE4899}" dt="2019-02-28T22:16:24.192" v="12522" actId="1035"/>
        <pc:sldMkLst>
          <pc:docMk/>
          <pc:sldMk cId="3282996524" sldId="425"/>
        </pc:sldMkLst>
        <pc:spChg chg="mod">
          <ac:chgData name="Choi Jeomki" userId="f1912f8b0928b9f1" providerId="LiveId" clId="{29366F34-5D58-4B38-9DBA-7F5115FE4899}" dt="2019-02-26T18:37:51.390" v="6311" actId="20577"/>
          <ac:spMkLst>
            <pc:docMk/>
            <pc:sldMk cId="3282996524" sldId="425"/>
            <ac:spMk id="3" creationId="{00000000-0000-0000-0000-000000000000}"/>
          </ac:spMkLst>
        </pc:spChg>
        <pc:spChg chg="del">
          <ac:chgData name="Choi Jeomki" userId="f1912f8b0928b9f1" providerId="LiveId" clId="{29366F34-5D58-4B38-9DBA-7F5115FE4899}" dt="2019-02-26T18:37:27.739" v="6307" actId="478"/>
          <ac:spMkLst>
            <pc:docMk/>
            <pc:sldMk cId="3282996524" sldId="425"/>
            <ac:spMk id="4" creationId="{C79D062B-1463-45B2-A25C-0E3B98914C04}"/>
          </ac:spMkLst>
        </pc:spChg>
        <pc:spChg chg="mod">
          <ac:chgData name="Choi Jeomki" userId="f1912f8b0928b9f1" providerId="LiveId" clId="{29366F34-5D58-4B38-9DBA-7F5115FE4899}" dt="2019-02-28T22:15:54.166" v="12510" actId="20577"/>
          <ac:spMkLst>
            <pc:docMk/>
            <pc:sldMk cId="3282996524" sldId="425"/>
            <ac:spMk id="15" creationId="{612C0CFB-8598-47BC-9098-26FE58B7DB4F}"/>
          </ac:spMkLst>
        </pc:spChg>
        <pc:spChg chg="del">
          <ac:chgData name="Choi Jeomki" userId="f1912f8b0928b9f1" providerId="LiveId" clId="{29366F34-5D58-4B38-9DBA-7F5115FE4899}" dt="2019-02-26T18:38:29.329" v="6313" actId="478"/>
          <ac:spMkLst>
            <pc:docMk/>
            <pc:sldMk cId="3282996524" sldId="425"/>
            <ac:spMk id="17" creationId="{C02A3479-DC96-4D98-9CD7-37DE038D256D}"/>
          </ac:spMkLst>
        </pc:spChg>
        <pc:picChg chg="add del mod modCrop">
          <ac:chgData name="Choi Jeomki" userId="f1912f8b0928b9f1" providerId="LiveId" clId="{29366F34-5D58-4B38-9DBA-7F5115FE4899}" dt="2019-02-28T22:15:45.287" v="12504" actId="1076"/>
          <ac:picMkLst>
            <pc:docMk/>
            <pc:sldMk cId="3282996524" sldId="425"/>
            <ac:picMk id="5" creationId="{0BC629F0-0ADB-45EA-A2B1-E0D47A07F7A5}"/>
          </ac:picMkLst>
        </pc:picChg>
        <pc:picChg chg="add del">
          <ac:chgData name="Choi Jeomki" userId="f1912f8b0928b9f1" providerId="LiveId" clId="{29366F34-5D58-4B38-9DBA-7F5115FE4899}" dt="2019-02-26T18:38:58.345" v="6318"/>
          <ac:picMkLst>
            <pc:docMk/>
            <pc:sldMk cId="3282996524" sldId="425"/>
            <ac:picMk id="6" creationId="{FA9DC3E6-17D9-424B-A2AF-06870BE84DE1}"/>
          </ac:picMkLst>
        </pc:picChg>
        <pc:picChg chg="add del mod">
          <ac:chgData name="Choi Jeomki" userId="f1912f8b0928b9f1" providerId="LiveId" clId="{29366F34-5D58-4B38-9DBA-7F5115FE4899}" dt="2019-02-28T22:16:24.192" v="12522" actId="1035"/>
          <ac:picMkLst>
            <pc:docMk/>
            <pc:sldMk cId="3282996524" sldId="425"/>
            <ac:picMk id="7" creationId="{ADDAA672-6F74-4761-818C-820E35260903}"/>
          </ac:picMkLst>
        </pc:picChg>
        <pc:picChg chg="del">
          <ac:chgData name="Choi Jeomki" userId="f1912f8b0928b9f1" providerId="LiveId" clId="{29366F34-5D58-4B38-9DBA-7F5115FE4899}" dt="2019-02-26T18:38:26.992" v="6312" actId="478"/>
          <ac:picMkLst>
            <pc:docMk/>
            <pc:sldMk cId="3282996524" sldId="425"/>
            <ac:picMk id="8" creationId="{91A94591-9DAF-43D3-BE9D-09306F630FF9}"/>
          </ac:picMkLst>
        </pc:picChg>
        <pc:picChg chg="del">
          <ac:chgData name="Choi Jeomki" userId="f1912f8b0928b9f1" providerId="LiveId" clId="{29366F34-5D58-4B38-9DBA-7F5115FE4899}" dt="2019-02-26T18:38:26.992" v="6312" actId="478"/>
          <ac:picMkLst>
            <pc:docMk/>
            <pc:sldMk cId="3282996524" sldId="425"/>
            <ac:picMk id="9" creationId="{B2179346-1F14-48A2-931A-2FD40D8198AA}"/>
          </ac:picMkLst>
        </pc:picChg>
        <pc:picChg chg="del">
          <ac:chgData name="Choi Jeomki" userId="f1912f8b0928b9f1" providerId="LiveId" clId="{29366F34-5D58-4B38-9DBA-7F5115FE4899}" dt="2019-02-26T18:37:27.739" v="6307" actId="478"/>
          <ac:picMkLst>
            <pc:docMk/>
            <pc:sldMk cId="3282996524" sldId="425"/>
            <ac:picMk id="12" creationId="{D0D9D5A3-3668-4095-9140-66E47BDEC386}"/>
          </ac:picMkLst>
        </pc:picChg>
        <pc:picChg chg="del">
          <ac:chgData name="Choi Jeomki" userId="f1912f8b0928b9f1" providerId="LiveId" clId="{29366F34-5D58-4B38-9DBA-7F5115FE4899}" dt="2019-02-26T18:37:27.739" v="6307" actId="478"/>
          <ac:picMkLst>
            <pc:docMk/>
            <pc:sldMk cId="3282996524" sldId="425"/>
            <ac:picMk id="13" creationId="{9624F684-5A15-4B6B-8585-31CF783B748C}"/>
          </ac:picMkLst>
        </pc:picChg>
        <pc:picChg chg="add del">
          <ac:chgData name="Choi Jeomki" userId="f1912f8b0928b9f1" providerId="LiveId" clId="{29366F34-5D58-4B38-9DBA-7F5115FE4899}" dt="2019-02-26T18:39:00.255" v="6320" actId="478"/>
          <ac:picMkLst>
            <pc:docMk/>
            <pc:sldMk cId="3282996524" sldId="425"/>
            <ac:picMk id="14" creationId="{FC1F01F3-5AC5-4E01-9E4E-3E2EACEA6721}"/>
          </ac:picMkLst>
        </pc:picChg>
        <pc:picChg chg="del">
          <ac:chgData name="Choi Jeomki" userId="f1912f8b0928b9f1" providerId="LiveId" clId="{29366F34-5D58-4B38-9DBA-7F5115FE4899}" dt="2019-02-26T18:38:26.992" v="6312" actId="478"/>
          <ac:picMkLst>
            <pc:docMk/>
            <pc:sldMk cId="3282996524" sldId="425"/>
            <ac:picMk id="16" creationId="{716407C3-4B82-41D4-8943-506976D94F51}"/>
          </ac:picMkLst>
        </pc:picChg>
        <pc:picChg chg="add mod modCrop">
          <ac:chgData name="Choi Jeomki" userId="f1912f8b0928b9f1" providerId="LiveId" clId="{29366F34-5D58-4B38-9DBA-7F5115FE4899}" dt="2019-02-28T22:15:51.033" v="12508" actId="1076"/>
          <ac:picMkLst>
            <pc:docMk/>
            <pc:sldMk cId="3282996524" sldId="425"/>
            <ac:picMk id="18" creationId="{12E68250-43A8-4CAE-8560-7A5882755C74}"/>
          </ac:picMkLst>
        </pc:picChg>
      </pc:sldChg>
      <pc:sldChg chg="addSp delSp modSp add del">
        <pc:chgData name="Choi Jeomki" userId="f1912f8b0928b9f1" providerId="LiveId" clId="{29366F34-5D58-4B38-9DBA-7F5115FE4899}" dt="2019-03-05T07:42:04.292" v="13171" actId="1036"/>
        <pc:sldMkLst>
          <pc:docMk/>
          <pc:sldMk cId="1932140385" sldId="540"/>
        </pc:sldMkLst>
        <pc:spChg chg="mod">
          <ac:chgData name="Choi Jeomki" userId="f1912f8b0928b9f1" providerId="LiveId" clId="{29366F34-5D58-4B38-9DBA-7F5115FE4899}" dt="2019-02-26T19:31:21.855" v="7471" actId="20577"/>
          <ac:spMkLst>
            <pc:docMk/>
            <pc:sldMk cId="1932140385" sldId="540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07:41:07.238" v="13154" actId="14100"/>
          <ac:spMkLst>
            <pc:docMk/>
            <pc:sldMk cId="1932140385" sldId="540"/>
            <ac:spMk id="4" creationId="{C79D062B-1463-45B2-A25C-0E3B98914C04}"/>
          </ac:spMkLst>
        </pc:spChg>
        <pc:spChg chg="del">
          <ac:chgData name="Choi Jeomki" userId="f1912f8b0928b9f1" providerId="LiveId" clId="{29366F34-5D58-4B38-9DBA-7F5115FE4899}" dt="2019-02-26T19:31:32.008" v="7472" actId="478"/>
          <ac:spMkLst>
            <pc:docMk/>
            <pc:sldMk cId="1932140385" sldId="540"/>
            <ac:spMk id="16" creationId="{F7CAA2AE-49A9-4740-A598-E21C3E0FAA66}"/>
          </ac:spMkLst>
        </pc:spChg>
        <pc:spChg chg="del">
          <ac:chgData name="Choi Jeomki" userId="f1912f8b0928b9f1" providerId="LiveId" clId="{29366F34-5D58-4B38-9DBA-7F5115FE4899}" dt="2019-02-26T19:31:32.008" v="7472" actId="478"/>
          <ac:spMkLst>
            <pc:docMk/>
            <pc:sldMk cId="1932140385" sldId="540"/>
            <ac:spMk id="18" creationId="{3A141EB7-2FD6-47C3-8217-26FEAABEF47F}"/>
          </ac:spMkLst>
        </pc:spChg>
        <pc:spChg chg="add del mod">
          <ac:chgData name="Choi Jeomki" userId="f1912f8b0928b9f1" providerId="LiveId" clId="{29366F34-5D58-4B38-9DBA-7F5115FE4899}" dt="2019-02-26T19:37:37.356" v="7641" actId="478"/>
          <ac:spMkLst>
            <pc:docMk/>
            <pc:sldMk cId="1932140385" sldId="540"/>
            <ac:spMk id="19" creationId="{66F0D90D-6CD7-4F1F-BAB4-8EB0F03A4AF7}"/>
          </ac:spMkLst>
        </pc:spChg>
        <pc:spChg chg="del mod">
          <ac:chgData name="Choi Jeomki" userId="f1912f8b0928b9f1" providerId="LiveId" clId="{29366F34-5D58-4B38-9DBA-7F5115FE4899}" dt="2019-03-05T07:40:23.979" v="13149" actId="478"/>
          <ac:spMkLst>
            <pc:docMk/>
            <pc:sldMk cId="1932140385" sldId="540"/>
            <ac:spMk id="23" creationId="{3554CEB6-D70A-47AD-A1DC-379CFE524DFA}"/>
          </ac:spMkLst>
        </pc:spChg>
        <pc:spChg chg="del">
          <ac:chgData name="Choi Jeomki" userId="f1912f8b0928b9f1" providerId="LiveId" clId="{29366F34-5D58-4B38-9DBA-7F5115FE4899}" dt="2019-02-26T19:31:32.008" v="7472" actId="478"/>
          <ac:spMkLst>
            <pc:docMk/>
            <pc:sldMk cId="1932140385" sldId="540"/>
            <ac:spMk id="27" creationId="{C171EF09-5EDB-4255-8BE0-18DE02180CF2}"/>
          </ac:spMkLst>
        </pc:spChg>
        <pc:spChg chg="add del mod">
          <ac:chgData name="Choi Jeomki" userId="f1912f8b0928b9f1" providerId="LiveId" clId="{29366F34-5D58-4B38-9DBA-7F5115FE4899}" dt="2019-02-26T19:37:48.152" v="7646" actId="478"/>
          <ac:spMkLst>
            <pc:docMk/>
            <pc:sldMk cId="1932140385" sldId="540"/>
            <ac:spMk id="28" creationId="{7DA1EE44-8911-4B82-BAE2-54AEC440444D}"/>
          </ac:spMkLst>
        </pc:spChg>
        <pc:spChg chg="del">
          <ac:chgData name="Choi Jeomki" userId="f1912f8b0928b9f1" providerId="LiveId" clId="{29366F34-5D58-4B38-9DBA-7F5115FE4899}" dt="2019-02-26T19:31:32.008" v="7472" actId="478"/>
          <ac:spMkLst>
            <pc:docMk/>
            <pc:sldMk cId="1932140385" sldId="540"/>
            <ac:spMk id="29" creationId="{5EE31C9E-CF9D-4533-ABE0-23C8755D5BB9}"/>
          </ac:spMkLst>
        </pc:spChg>
        <pc:spChg chg="add del mod">
          <ac:chgData name="Choi Jeomki" userId="f1912f8b0928b9f1" providerId="LiveId" clId="{29366F34-5D58-4B38-9DBA-7F5115FE4899}" dt="2019-03-05T07:40:23.979" v="13149" actId="478"/>
          <ac:spMkLst>
            <pc:docMk/>
            <pc:sldMk cId="1932140385" sldId="540"/>
            <ac:spMk id="33" creationId="{7007B0E1-7DC0-4B0A-9179-FDEA615B3CA8}"/>
          </ac:spMkLst>
        </pc:spChg>
        <pc:grpChg chg="add del mod">
          <ac:chgData name="Choi Jeomki" userId="f1912f8b0928b9f1" providerId="LiveId" clId="{29366F34-5D58-4B38-9DBA-7F5115FE4899}" dt="2019-02-26T19:37:39.549" v="7642" actId="478"/>
          <ac:grpSpMkLst>
            <pc:docMk/>
            <pc:sldMk cId="1932140385" sldId="540"/>
            <ac:grpSpMk id="20" creationId="{D602DDD2-AF98-40CF-8119-1349463762CB}"/>
          </ac:grpSpMkLst>
        </pc:grpChg>
        <pc:grpChg chg="del mod">
          <ac:chgData name="Choi Jeomki" userId="f1912f8b0928b9f1" providerId="LiveId" clId="{29366F34-5D58-4B38-9DBA-7F5115FE4899}" dt="2019-03-05T07:40:23.979" v="13149" actId="478"/>
          <ac:grpSpMkLst>
            <pc:docMk/>
            <pc:sldMk cId="1932140385" sldId="540"/>
            <ac:grpSpMk id="24" creationId="{AA07D67D-C309-469C-83BF-45246902BB78}"/>
          </ac:grpSpMkLst>
        </pc:grpChg>
        <pc:grpChg chg="add del mod">
          <ac:chgData name="Choi Jeomki" userId="f1912f8b0928b9f1" providerId="LiveId" clId="{29366F34-5D58-4B38-9DBA-7F5115FE4899}" dt="2019-02-26T19:37:48.152" v="7646" actId="478"/>
          <ac:grpSpMkLst>
            <pc:docMk/>
            <pc:sldMk cId="1932140385" sldId="540"/>
            <ac:grpSpMk id="30" creationId="{F72A9ED8-564C-4299-A5E4-28E94643842F}"/>
          </ac:grpSpMkLst>
        </pc:grpChg>
        <pc:picChg chg="add del mod">
          <ac:chgData name="Choi Jeomki" userId="f1912f8b0928b9f1" providerId="LiveId" clId="{29366F34-5D58-4B38-9DBA-7F5115FE4899}" dt="2019-03-05T07:41:44.542" v="13161" actId="478"/>
          <ac:picMkLst>
            <pc:docMk/>
            <pc:sldMk cId="1932140385" sldId="540"/>
            <ac:picMk id="5" creationId="{3AEB6A2E-D2B1-4C9A-AF6D-4266F5B74B4B}"/>
          </ac:picMkLst>
        </pc:picChg>
        <pc:picChg chg="del">
          <ac:chgData name="Choi Jeomki" userId="f1912f8b0928b9f1" providerId="LiveId" clId="{29366F34-5D58-4B38-9DBA-7F5115FE4899}" dt="2019-02-26T19:31:32.008" v="7472" actId="478"/>
          <ac:picMkLst>
            <pc:docMk/>
            <pc:sldMk cId="1932140385" sldId="540"/>
            <ac:picMk id="6" creationId="{D2801B31-E713-4753-A13A-B1D5F7E9EDFB}"/>
          </ac:picMkLst>
        </pc:picChg>
        <pc:picChg chg="del">
          <ac:chgData name="Choi Jeomki" userId="f1912f8b0928b9f1" providerId="LiveId" clId="{29366F34-5D58-4B38-9DBA-7F5115FE4899}" dt="2019-02-26T19:31:32.008" v="7472" actId="478"/>
          <ac:picMkLst>
            <pc:docMk/>
            <pc:sldMk cId="1932140385" sldId="540"/>
            <ac:picMk id="7" creationId="{FF6EEBDC-CA42-4F79-B0CF-AB66BE6607AF}"/>
          </ac:picMkLst>
        </pc:picChg>
        <pc:picChg chg="del">
          <ac:chgData name="Choi Jeomki" userId="f1912f8b0928b9f1" providerId="LiveId" clId="{29366F34-5D58-4B38-9DBA-7F5115FE4899}" dt="2019-02-26T19:31:32.008" v="7472" actId="478"/>
          <ac:picMkLst>
            <pc:docMk/>
            <pc:sldMk cId="1932140385" sldId="540"/>
            <ac:picMk id="8" creationId="{79D7ED08-7324-4F97-AEF7-D0FDFB9DDCFD}"/>
          </ac:picMkLst>
        </pc:picChg>
        <pc:picChg chg="del">
          <ac:chgData name="Choi Jeomki" userId="f1912f8b0928b9f1" providerId="LiveId" clId="{29366F34-5D58-4B38-9DBA-7F5115FE4899}" dt="2019-02-26T19:31:32.008" v="7472" actId="478"/>
          <ac:picMkLst>
            <pc:docMk/>
            <pc:sldMk cId="1932140385" sldId="540"/>
            <ac:picMk id="9" creationId="{011DB78C-1227-448F-914C-15525490341C}"/>
          </ac:picMkLst>
        </pc:picChg>
        <pc:picChg chg="del">
          <ac:chgData name="Choi Jeomki" userId="f1912f8b0928b9f1" providerId="LiveId" clId="{29366F34-5D58-4B38-9DBA-7F5115FE4899}" dt="2019-02-26T19:31:32.008" v="7472" actId="478"/>
          <ac:picMkLst>
            <pc:docMk/>
            <pc:sldMk cId="1932140385" sldId="540"/>
            <ac:picMk id="10" creationId="{8B5B03E5-A24A-43C8-A08D-5F99654B449B}"/>
          </ac:picMkLst>
        </pc:picChg>
        <pc:picChg chg="add mod">
          <ac:chgData name="Choi Jeomki" userId="f1912f8b0928b9f1" providerId="LiveId" clId="{29366F34-5D58-4B38-9DBA-7F5115FE4899}" dt="2019-03-05T07:42:01.680" v="13168" actId="553"/>
          <ac:picMkLst>
            <pc:docMk/>
            <pc:sldMk cId="1932140385" sldId="540"/>
            <ac:picMk id="11" creationId="{C6AB9CD0-1EB6-4F6E-93E8-82A50A28FD76}"/>
          </ac:picMkLst>
        </pc:picChg>
        <pc:picChg chg="add mod">
          <ac:chgData name="Choi Jeomki" userId="f1912f8b0928b9f1" providerId="LiveId" clId="{29366F34-5D58-4B38-9DBA-7F5115FE4899}" dt="2019-03-05T07:42:04.292" v="13171" actId="1036"/>
          <ac:picMkLst>
            <pc:docMk/>
            <pc:sldMk cId="1932140385" sldId="540"/>
            <ac:picMk id="12" creationId="{463D5524-97F3-4495-B30A-74AE1568E727}"/>
          </ac:picMkLst>
        </pc:picChg>
      </pc:sldChg>
      <pc:sldChg chg="addSp delSp modSp add del">
        <pc:chgData name="Choi Jeomki" userId="f1912f8b0928b9f1" providerId="LiveId" clId="{29366F34-5D58-4B38-9DBA-7F5115FE4899}" dt="2019-02-27T04:04:38.338" v="10950"/>
        <pc:sldMkLst>
          <pc:docMk/>
          <pc:sldMk cId="3466725260" sldId="547"/>
        </pc:sldMkLst>
        <pc:spChg chg="mod">
          <ac:chgData name="Choi Jeomki" userId="f1912f8b0928b9f1" providerId="LiveId" clId="{29366F34-5D58-4B38-9DBA-7F5115FE4899}" dt="2019-02-26T16:35:58.531" v="5249"/>
          <ac:spMkLst>
            <pc:docMk/>
            <pc:sldMk cId="3466725260" sldId="547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7T04:04:38.338" v="10950"/>
          <ac:spMkLst>
            <pc:docMk/>
            <pc:sldMk cId="3466725260" sldId="547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34:20.040" v="5221" actId="20577"/>
          <ac:spMkLst>
            <pc:docMk/>
            <pc:sldMk cId="3466725260" sldId="547"/>
            <ac:spMk id="4" creationId="{C79D062B-1463-45B2-A25C-0E3B98914C04}"/>
          </ac:spMkLst>
        </pc:spChg>
        <pc:spChg chg="add del mod">
          <ac:chgData name="Choi Jeomki" userId="f1912f8b0928b9f1" providerId="LiveId" clId="{29366F34-5D58-4B38-9DBA-7F5115FE4899}" dt="2019-02-26T16:33:09.682" v="5192"/>
          <ac:spMkLst>
            <pc:docMk/>
            <pc:sldMk cId="3466725260" sldId="547"/>
            <ac:spMk id="9" creationId="{1963FA95-15D9-468A-8F66-BF1FF83C318E}"/>
          </ac:spMkLst>
        </pc:spChg>
        <pc:spChg chg="del">
          <ac:chgData name="Choi Jeomki" userId="f1912f8b0928b9f1" providerId="LiveId" clId="{29366F34-5D58-4B38-9DBA-7F5115FE4899}" dt="2019-02-26T14:52:58.304" v="2367" actId="478"/>
          <ac:spMkLst>
            <pc:docMk/>
            <pc:sldMk cId="3466725260" sldId="547"/>
            <ac:spMk id="14" creationId="{5E8BE140-C402-42E6-B11B-9AEF28850395}"/>
          </ac:spMkLst>
        </pc:spChg>
        <pc:picChg chg="add del mod">
          <ac:chgData name="Choi Jeomki" userId="f1912f8b0928b9f1" providerId="LiveId" clId="{29366F34-5D58-4B38-9DBA-7F5115FE4899}" dt="2019-02-26T16:09:35.120" v="4790" actId="478"/>
          <ac:picMkLst>
            <pc:docMk/>
            <pc:sldMk cId="3466725260" sldId="547"/>
            <ac:picMk id="5" creationId="{A51DA7BB-B611-4E14-B45D-1D265247F295}"/>
          </ac:picMkLst>
        </pc:picChg>
        <pc:picChg chg="add del mod">
          <ac:chgData name="Choi Jeomki" userId="f1912f8b0928b9f1" providerId="LiveId" clId="{29366F34-5D58-4B38-9DBA-7F5115FE4899}" dt="2019-02-26T16:32:36.530" v="5158" actId="478"/>
          <ac:picMkLst>
            <pc:docMk/>
            <pc:sldMk cId="3466725260" sldId="547"/>
            <ac:picMk id="6" creationId="{DA3462A2-2C75-44D5-93EA-FD482E846D9F}"/>
          </ac:picMkLst>
        </pc:picChg>
        <pc:picChg chg="add mod ord modCrop">
          <ac:chgData name="Choi Jeomki" userId="f1912f8b0928b9f1" providerId="LiveId" clId="{29366F34-5D58-4B38-9DBA-7F5115FE4899}" dt="2019-02-26T16:34:24.411" v="5222" actId="553"/>
          <ac:picMkLst>
            <pc:docMk/>
            <pc:sldMk cId="3466725260" sldId="547"/>
            <ac:picMk id="7" creationId="{0B12F96A-B042-4A25-BC02-B9CEF2019BE6}"/>
          </ac:picMkLst>
        </pc:picChg>
        <pc:picChg chg="add mod">
          <ac:chgData name="Choi Jeomki" userId="f1912f8b0928b9f1" providerId="LiveId" clId="{29366F34-5D58-4B38-9DBA-7F5115FE4899}" dt="2019-02-26T16:34:31.257" v="5226" actId="14100"/>
          <ac:picMkLst>
            <pc:docMk/>
            <pc:sldMk cId="3466725260" sldId="547"/>
            <ac:picMk id="8" creationId="{0D4BD055-1330-4582-B071-C8AC940A84A2}"/>
          </ac:picMkLst>
        </pc:picChg>
        <pc:picChg chg="del">
          <ac:chgData name="Choi Jeomki" userId="f1912f8b0928b9f1" providerId="LiveId" clId="{29366F34-5D58-4B38-9DBA-7F5115FE4899}" dt="2019-02-26T14:52:56.430" v="2365" actId="478"/>
          <ac:picMkLst>
            <pc:docMk/>
            <pc:sldMk cId="3466725260" sldId="547"/>
            <ac:picMk id="10" creationId="{F3A7A805-D00B-4998-8889-F1D069CB5131}"/>
          </ac:picMkLst>
        </pc:picChg>
        <pc:picChg chg="add del mod">
          <ac:chgData name="Choi Jeomki" userId="f1912f8b0928b9f1" providerId="LiveId" clId="{29366F34-5D58-4B38-9DBA-7F5115FE4899}" dt="2019-02-26T16:32:21.527" v="5155" actId="478"/>
          <ac:picMkLst>
            <pc:docMk/>
            <pc:sldMk cId="3466725260" sldId="547"/>
            <ac:picMk id="11" creationId="{F238463F-A98C-4789-ACA2-C0498A9EDCE9}"/>
          </ac:picMkLst>
        </pc:picChg>
        <pc:picChg chg="del">
          <ac:chgData name="Choi Jeomki" userId="f1912f8b0928b9f1" providerId="LiveId" clId="{29366F34-5D58-4B38-9DBA-7F5115FE4899}" dt="2019-02-26T14:52:56.863" v="2366" actId="478"/>
          <ac:picMkLst>
            <pc:docMk/>
            <pc:sldMk cId="3466725260" sldId="547"/>
            <ac:picMk id="12" creationId="{978E9F3B-FEA2-4B68-8F51-42BBFA335BB1}"/>
          </ac:picMkLst>
        </pc:picChg>
        <pc:picChg chg="add mod">
          <ac:chgData name="Choi Jeomki" userId="f1912f8b0928b9f1" providerId="LiveId" clId="{29366F34-5D58-4B38-9DBA-7F5115FE4899}" dt="2019-02-26T16:35:36.202" v="5230" actId="1076"/>
          <ac:picMkLst>
            <pc:docMk/>
            <pc:sldMk cId="3466725260" sldId="547"/>
            <ac:picMk id="13" creationId="{A7481DF8-BC4E-4B2E-B9F7-DB2651C63E8F}"/>
          </ac:picMkLst>
        </pc:picChg>
        <pc:picChg chg="add mod modCrop">
          <ac:chgData name="Choi Jeomki" userId="f1912f8b0928b9f1" providerId="LiveId" clId="{29366F34-5D58-4B38-9DBA-7F5115FE4899}" dt="2019-02-26T16:34:27.256" v="5225" actId="1036"/>
          <ac:picMkLst>
            <pc:docMk/>
            <pc:sldMk cId="3466725260" sldId="547"/>
            <ac:picMk id="15" creationId="{3EEB0798-790E-4962-8798-96C4F247F10F}"/>
          </ac:picMkLst>
        </pc:picChg>
      </pc:sldChg>
      <pc:sldChg chg="add">
        <pc:chgData name="Choi Jeomki" userId="f1912f8b0928b9f1" providerId="LiveId" clId="{29366F34-5D58-4B38-9DBA-7F5115FE4899}" dt="2019-02-26T13:35:54.566" v="83"/>
        <pc:sldMkLst>
          <pc:docMk/>
          <pc:sldMk cId="1975422717" sldId="583"/>
        </pc:sldMkLst>
      </pc:sldChg>
      <pc:sldChg chg="addSp delSp modSp add">
        <pc:chgData name="Choi Jeomki" userId="f1912f8b0928b9f1" providerId="LiveId" clId="{29366F34-5D58-4B38-9DBA-7F5115FE4899}" dt="2019-02-26T13:36:49.572" v="168" actId="14100"/>
        <pc:sldMkLst>
          <pc:docMk/>
          <pc:sldMk cId="15605146" sldId="584"/>
        </pc:sldMkLst>
        <pc:spChg chg="del">
          <ac:chgData name="Choi Jeomki" userId="f1912f8b0928b9f1" providerId="LiveId" clId="{29366F34-5D58-4B38-9DBA-7F5115FE4899}" dt="2019-02-26T13:36:37.398" v="129"/>
          <ac:spMkLst>
            <pc:docMk/>
            <pc:sldMk cId="15605146" sldId="584"/>
            <ac:spMk id="28" creationId="{00000000-0000-0000-0000-000000000000}"/>
          </ac:spMkLst>
        </pc:spChg>
        <pc:spChg chg="add">
          <ac:chgData name="Choi Jeomki" userId="f1912f8b0928b9f1" providerId="LiveId" clId="{29366F34-5D58-4B38-9DBA-7F5115FE4899}" dt="2019-02-26T13:36:42.083" v="164"/>
          <ac:spMkLst>
            <pc:docMk/>
            <pc:sldMk cId="15605146" sldId="584"/>
            <ac:spMk id="35" creationId="{537D3201-42E1-4063-B689-B93968CF356E}"/>
          </ac:spMkLst>
        </pc:spChg>
        <pc:spChg chg="mod">
          <ac:chgData name="Choi Jeomki" userId="f1912f8b0928b9f1" providerId="LiveId" clId="{29366F34-5D58-4B38-9DBA-7F5115FE4899}" dt="2019-02-26T13:36:49.572" v="168" actId="14100"/>
          <ac:spMkLst>
            <pc:docMk/>
            <pc:sldMk cId="15605146" sldId="584"/>
            <ac:spMk id="39" creationId="{00000000-0000-0000-0000-000000000000}"/>
          </ac:spMkLst>
        </pc:spChg>
        <pc:spChg chg="del">
          <ac:chgData name="Choi Jeomki" userId="f1912f8b0928b9f1" providerId="LiveId" clId="{29366F34-5D58-4B38-9DBA-7F5115FE4899}" dt="2019-02-26T13:36:44.850" v="165"/>
          <ac:spMkLst>
            <pc:docMk/>
            <pc:sldMk cId="15605146" sldId="584"/>
            <ac:spMk id="41" creationId="{C02E41DF-A7D7-4963-A7C6-F4B8D3B8002F}"/>
          </ac:spMkLst>
        </pc:spChg>
        <pc:spChg chg="add">
          <ac:chgData name="Choi Jeomki" userId="f1912f8b0928b9f1" providerId="LiveId" clId="{29366F34-5D58-4B38-9DBA-7F5115FE4899}" dt="2019-02-26T13:36:46.585" v="167"/>
          <ac:spMkLst>
            <pc:docMk/>
            <pc:sldMk cId="15605146" sldId="584"/>
            <ac:spMk id="45" creationId="{9051C785-7673-4E1B-8C35-FBCEA07D7EAF}"/>
          </ac:spMkLst>
        </pc:spChg>
        <pc:grpChg chg="mod">
          <ac:chgData name="Choi Jeomki" userId="f1912f8b0928b9f1" providerId="LiveId" clId="{29366F34-5D58-4B38-9DBA-7F5115FE4899}" dt="2019-02-26T13:36:37.398" v="129"/>
          <ac:grpSpMkLst>
            <pc:docMk/>
            <pc:sldMk cId="15605146" sldId="584"/>
            <ac:grpSpMk id="23" creationId="{A49B5C0F-8F04-4D52-943C-1750C8E88D1E}"/>
          </ac:grpSpMkLst>
        </pc:grpChg>
        <pc:grpChg chg="del mod">
          <ac:chgData name="Choi Jeomki" userId="f1912f8b0928b9f1" providerId="LiveId" clId="{29366F34-5D58-4B38-9DBA-7F5115FE4899}" dt="2019-02-26T13:36:37.398" v="129"/>
          <ac:grpSpMkLst>
            <pc:docMk/>
            <pc:sldMk cId="15605146" sldId="584"/>
            <ac:grpSpMk id="36" creationId="{00000000-0000-0000-0000-000000000000}"/>
          </ac:grpSpMkLst>
        </pc:grpChg>
      </pc:sldChg>
      <pc:sldChg chg="addSp delSp modSp add ord">
        <pc:chgData name="Choi Jeomki" userId="f1912f8b0928b9f1" providerId="LiveId" clId="{29366F34-5D58-4B38-9DBA-7F5115FE4899}" dt="2019-03-04T01:31:16.985" v="13118"/>
        <pc:sldMkLst>
          <pc:docMk/>
          <pc:sldMk cId="1854157942" sldId="585"/>
        </pc:sldMkLst>
        <pc:spChg chg="mod">
          <ac:chgData name="Choi Jeomki" userId="f1912f8b0928b9f1" providerId="LiveId" clId="{29366F34-5D58-4B38-9DBA-7F5115FE4899}" dt="2019-02-26T14:50:04.016" v="2148"/>
          <ac:spMkLst>
            <pc:docMk/>
            <pc:sldMk cId="1854157942" sldId="585"/>
            <ac:spMk id="3" creationId="{00000000-0000-0000-0000-000000000000}"/>
          </ac:spMkLst>
        </pc:spChg>
        <pc:spChg chg="del">
          <ac:chgData name="Choi Jeomki" userId="f1912f8b0928b9f1" providerId="LiveId" clId="{29366F34-5D58-4B38-9DBA-7F5115FE4899}" dt="2019-02-26T13:54:20.932" v="726" actId="478"/>
          <ac:spMkLst>
            <pc:docMk/>
            <pc:sldMk cId="1854157942" sldId="585"/>
            <ac:spMk id="4" creationId="{95B0EE76-D201-487C-9570-F117C95FFECF}"/>
          </ac:spMkLst>
        </pc:spChg>
        <pc:spChg chg="mod ord">
          <ac:chgData name="Choi Jeomki" userId="f1912f8b0928b9f1" providerId="LiveId" clId="{29366F34-5D58-4B38-9DBA-7F5115FE4899}" dt="2019-02-26T14:48:25.236" v="1880" actId="14100"/>
          <ac:spMkLst>
            <pc:docMk/>
            <pc:sldMk cId="1854157942" sldId="585"/>
            <ac:spMk id="5" creationId="{AFFFF4A6-F799-4BF1-814F-B04032CE4AF3}"/>
          </ac:spMkLst>
        </pc:spChg>
        <pc:spChg chg="add del mod">
          <ac:chgData name="Choi Jeomki" userId="f1912f8b0928b9f1" providerId="LiveId" clId="{29366F34-5D58-4B38-9DBA-7F5115FE4899}" dt="2019-02-26T13:52:10.168" v="643"/>
          <ac:spMkLst>
            <pc:docMk/>
            <pc:sldMk cId="1854157942" sldId="585"/>
            <ac:spMk id="7" creationId="{8A7DF320-9CF1-4A18-B0BF-05E9C3926647}"/>
          </ac:spMkLst>
        </pc:spChg>
        <pc:spChg chg="del mod">
          <ac:chgData name="Choi Jeomki" userId="f1912f8b0928b9f1" providerId="LiveId" clId="{29366F34-5D58-4B38-9DBA-7F5115FE4899}" dt="2019-02-26T14:37:55.090" v="1153" actId="478"/>
          <ac:spMkLst>
            <pc:docMk/>
            <pc:sldMk cId="1854157942" sldId="585"/>
            <ac:spMk id="21" creationId="{5EEBF01C-F57D-42AC-B59E-CB7DE96006FF}"/>
          </ac:spMkLst>
        </pc:spChg>
        <pc:spChg chg="del">
          <ac:chgData name="Choi Jeomki" userId="f1912f8b0928b9f1" providerId="LiveId" clId="{29366F34-5D58-4B38-9DBA-7F5115FE4899}" dt="2019-02-26T13:46:18.737" v="405" actId="478"/>
          <ac:spMkLst>
            <pc:docMk/>
            <pc:sldMk cId="1854157942" sldId="585"/>
            <ac:spMk id="22" creationId="{E91222EE-2698-44C8-A689-4C9D6F839626}"/>
          </ac:spMkLst>
        </pc:spChg>
        <pc:spChg chg="mod">
          <ac:chgData name="Choi Jeomki" userId="f1912f8b0928b9f1" providerId="LiveId" clId="{29366F34-5D58-4B38-9DBA-7F5115FE4899}" dt="2019-03-04T01:31:16.985" v="13118"/>
          <ac:spMkLst>
            <pc:docMk/>
            <pc:sldMk cId="1854157942" sldId="585"/>
            <ac:spMk id="27" creationId="{AFD6188F-7C98-4B41-AB6B-A608B320FF51}"/>
          </ac:spMkLst>
        </pc:spChg>
        <pc:spChg chg="del">
          <ac:chgData name="Choi Jeomki" userId="f1912f8b0928b9f1" providerId="LiveId" clId="{29366F34-5D58-4B38-9DBA-7F5115FE4899}" dt="2019-02-26T13:54:26.752" v="729" actId="478"/>
          <ac:spMkLst>
            <pc:docMk/>
            <pc:sldMk cId="1854157942" sldId="585"/>
            <ac:spMk id="32" creationId="{09F20EA1-97F8-41D4-90C0-F58B6C9AF9F6}"/>
          </ac:spMkLst>
        </pc:spChg>
        <pc:spChg chg="del">
          <ac:chgData name="Choi Jeomki" userId="f1912f8b0928b9f1" providerId="LiveId" clId="{29366F34-5D58-4B38-9DBA-7F5115FE4899}" dt="2019-02-26T13:54:26.752" v="729" actId="478"/>
          <ac:spMkLst>
            <pc:docMk/>
            <pc:sldMk cId="1854157942" sldId="585"/>
            <ac:spMk id="33" creationId="{260CD455-4DFF-4D8C-800C-934D57729883}"/>
          </ac:spMkLst>
        </pc:spChg>
        <pc:spChg chg="del mod">
          <ac:chgData name="Choi Jeomki" userId="f1912f8b0928b9f1" providerId="LiveId" clId="{29366F34-5D58-4B38-9DBA-7F5115FE4899}" dt="2019-02-26T14:43:44.079" v="1726" actId="478"/>
          <ac:spMkLst>
            <pc:docMk/>
            <pc:sldMk cId="1854157942" sldId="585"/>
            <ac:spMk id="34" creationId="{8C752F5F-5FCE-4F20-83DC-989D66A1B9D0}"/>
          </ac:spMkLst>
        </pc:spChg>
        <pc:spChg chg="del mod">
          <ac:chgData name="Choi Jeomki" userId="f1912f8b0928b9f1" providerId="LiveId" clId="{29366F34-5D58-4B38-9DBA-7F5115FE4899}" dt="2019-02-26T14:43:59.420" v="1731" actId="478"/>
          <ac:spMkLst>
            <pc:docMk/>
            <pc:sldMk cId="1854157942" sldId="585"/>
            <ac:spMk id="35" creationId="{7F0D565E-885A-4D6F-A45C-6739DF539A16}"/>
          </ac:spMkLst>
        </pc:spChg>
        <pc:spChg chg="del">
          <ac:chgData name="Choi Jeomki" userId="f1912f8b0928b9f1" providerId="LiveId" clId="{29366F34-5D58-4B38-9DBA-7F5115FE4899}" dt="2019-02-26T13:54:20.932" v="726" actId="478"/>
          <ac:spMkLst>
            <pc:docMk/>
            <pc:sldMk cId="1854157942" sldId="585"/>
            <ac:spMk id="36" creationId="{6FBAE2F1-91A7-41E9-9FEB-48B9F064BCD7}"/>
          </ac:spMkLst>
        </pc:spChg>
        <pc:spChg chg="mod">
          <ac:chgData name="Choi Jeomki" userId="f1912f8b0928b9f1" providerId="LiveId" clId="{29366F34-5D58-4B38-9DBA-7F5115FE4899}" dt="2019-02-26T14:45:15.264" v="1764" actId="403"/>
          <ac:spMkLst>
            <pc:docMk/>
            <pc:sldMk cId="1854157942" sldId="585"/>
            <ac:spMk id="37" creationId="{793A9CF7-DF58-44F8-806D-8C97FC8F11D9}"/>
          </ac:spMkLst>
        </pc:spChg>
        <pc:spChg chg="del">
          <ac:chgData name="Choi Jeomki" userId="f1912f8b0928b9f1" providerId="LiveId" clId="{29366F34-5D58-4B38-9DBA-7F5115FE4899}" dt="2019-02-26T13:54:20.932" v="726" actId="478"/>
          <ac:spMkLst>
            <pc:docMk/>
            <pc:sldMk cId="1854157942" sldId="585"/>
            <ac:spMk id="39" creationId="{752212A5-0A85-45CD-B048-3B020E0081E2}"/>
          </ac:spMkLst>
        </pc:spChg>
        <pc:spChg chg="del">
          <ac:chgData name="Choi Jeomki" userId="f1912f8b0928b9f1" providerId="LiveId" clId="{29366F34-5D58-4B38-9DBA-7F5115FE4899}" dt="2019-02-26T13:54:20.932" v="726" actId="478"/>
          <ac:spMkLst>
            <pc:docMk/>
            <pc:sldMk cId="1854157942" sldId="585"/>
            <ac:spMk id="40" creationId="{4DBF1080-33E5-465F-8CFB-5AE5EB382BD1}"/>
          </ac:spMkLst>
        </pc:spChg>
        <pc:spChg chg="add del mod">
          <ac:chgData name="Choi Jeomki" userId="f1912f8b0928b9f1" providerId="LiveId" clId="{29366F34-5D58-4B38-9DBA-7F5115FE4899}" dt="2019-02-26T14:43:30.962" v="1721"/>
          <ac:spMkLst>
            <pc:docMk/>
            <pc:sldMk cId="1854157942" sldId="585"/>
            <ac:spMk id="41" creationId="{22E88673-433B-4801-A433-7F327CDA35A7}"/>
          </ac:spMkLst>
        </pc:spChg>
        <pc:spChg chg="add del mod">
          <ac:chgData name="Choi Jeomki" userId="f1912f8b0928b9f1" providerId="LiveId" clId="{29366F34-5D58-4B38-9DBA-7F5115FE4899}" dt="2019-02-26T14:43:16.947" v="1718" actId="478"/>
          <ac:spMkLst>
            <pc:docMk/>
            <pc:sldMk cId="1854157942" sldId="585"/>
            <ac:spMk id="42" creationId="{217FF6E1-139D-48E8-948E-3C5D10CAB804}"/>
          </ac:spMkLst>
        </pc:spChg>
        <pc:spChg chg="add del mod">
          <ac:chgData name="Choi Jeomki" userId="f1912f8b0928b9f1" providerId="LiveId" clId="{29366F34-5D58-4B38-9DBA-7F5115FE4899}" dt="2019-02-26T14:37:55.090" v="1153" actId="478"/>
          <ac:spMkLst>
            <pc:docMk/>
            <pc:sldMk cId="1854157942" sldId="585"/>
            <ac:spMk id="43" creationId="{86ACD229-A1C9-490B-B299-9CC93E588266}"/>
          </ac:spMkLst>
        </pc:spChg>
        <pc:spChg chg="add del">
          <ac:chgData name="Choi Jeomki" userId="f1912f8b0928b9f1" providerId="LiveId" clId="{29366F34-5D58-4B38-9DBA-7F5115FE4899}" dt="2019-02-26T14:36:18.888" v="1050"/>
          <ac:spMkLst>
            <pc:docMk/>
            <pc:sldMk cId="1854157942" sldId="585"/>
            <ac:spMk id="44" creationId="{0EDAEC12-CC0D-42A3-92A8-15E53C12385A}"/>
          </ac:spMkLst>
        </pc:spChg>
        <pc:spChg chg="add mod">
          <ac:chgData name="Choi Jeomki" userId="f1912f8b0928b9f1" providerId="LiveId" clId="{29366F34-5D58-4B38-9DBA-7F5115FE4899}" dt="2019-02-26T14:47:57.974" v="1876" actId="554"/>
          <ac:spMkLst>
            <pc:docMk/>
            <pc:sldMk cId="1854157942" sldId="585"/>
            <ac:spMk id="45" creationId="{1EBD11C6-E200-4100-AE55-FB44D1C1BA77}"/>
          </ac:spMkLst>
        </pc:spChg>
        <pc:spChg chg="add mod">
          <ac:chgData name="Choi Jeomki" userId="f1912f8b0928b9f1" providerId="LiveId" clId="{29366F34-5D58-4B38-9DBA-7F5115FE4899}" dt="2019-02-26T14:47:57.974" v="1876" actId="554"/>
          <ac:spMkLst>
            <pc:docMk/>
            <pc:sldMk cId="1854157942" sldId="585"/>
            <ac:spMk id="46" creationId="{F264BB22-61C4-4247-AB6B-456478FB6D7F}"/>
          </ac:spMkLst>
        </pc:spChg>
        <pc:spChg chg="del mod">
          <ac:chgData name="Choi Jeomki" userId="f1912f8b0928b9f1" providerId="LiveId" clId="{29366F34-5D58-4B38-9DBA-7F5115FE4899}" dt="2019-02-26T14:43:50.972" v="1727" actId="478"/>
          <ac:spMkLst>
            <pc:docMk/>
            <pc:sldMk cId="1854157942" sldId="585"/>
            <ac:spMk id="47" creationId="{FF3904D0-8E35-46EA-81BC-0D6FB8DE83C8}"/>
          </ac:spMkLst>
        </pc:spChg>
        <pc:spChg chg="add del mod">
          <ac:chgData name="Choi Jeomki" userId="f1912f8b0928b9f1" providerId="LiveId" clId="{29366F34-5D58-4B38-9DBA-7F5115FE4899}" dt="2019-02-26T14:44:00.272" v="1732" actId="478"/>
          <ac:spMkLst>
            <pc:docMk/>
            <pc:sldMk cId="1854157942" sldId="585"/>
            <ac:spMk id="51" creationId="{5CA671C4-A66A-4487-A951-37C17D2321C7}"/>
          </ac:spMkLst>
        </pc:spChg>
        <pc:spChg chg="add mod">
          <ac:chgData name="Choi Jeomki" userId="f1912f8b0928b9f1" providerId="LiveId" clId="{29366F34-5D58-4B38-9DBA-7F5115FE4899}" dt="2019-02-26T14:45:15.264" v="1764" actId="403"/>
          <ac:spMkLst>
            <pc:docMk/>
            <pc:sldMk cId="1854157942" sldId="585"/>
            <ac:spMk id="52" creationId="{6209B3B5-7457-4213-99F3-4BEAD1573046}"/>
          </ac:spMkLst>
        </pc:spChg>
        <pc:spChg chg="mod">
          <ac:chgData name="Choi Jeomki" userId="f1912f8b0928b9f1" providerId="LiveId" clId="{29366F34-5D58-4B38-9DBA-7F5115FE4899}" dt="2019-02-27T02:19:44.904" v="9573"/>
          <ac:spMkLst>
            <pc:docMk/>
            <pc:sldMk cId="1854157942" sldId="585"/>
            <ac:spMk id="53" creationId="{711CA8C6-91D2-4673-94DF-7160382DBA09}"/>
          </ac:spMkLst>
        </pc:spChg>
        <pc:spChg chg="add mod">
          <ac:chgData name="Choi Jeomki" userId="f1912f8b0928b9f1" providerId="LiveId" clId="{29366F34-5D58-4B38-9DBA-7F5115FE4899}" dt="2019-02-27T02:19:49.662" v="9589"/>
          <ac:spMkLst>
            <pc:docMk/>
            <pc:sldMk cId="1854157942" sldId="585"/>
            <ac:spMk id="54" creationId="{DF19160D-2F49-4BDD-9C80-23416AC41087}"/>
          </ac:spMkLst>
        </pc:spChg>
        <pc:spChg chg="del">
          <ac:chgData name="Choi Jeomki" userId="f1912f8b0928b9f1" providerId="LiveId" clId="{29366F34-5D58-4B38-9DBA-7F5115FE4899}" dt="2019-02-26T13:54:26.752" v="729" actId="478"/>
          <ac:spMkLst>
            <pc:docMk/>
            <pc:sldMk cId="1854157942" sldId="585"/>
            <ac:spMk id="55" creationId="{4B2C9854-1243-4492-A83D-616F31E59CE2}"/>
          </ac:spMkLst>
        </pc:spChg>
        <pc:spChg chg="del">
          <ac:chgData name="Choi Jeomki" userId="f1912f8b0928b9f1" providerId="LiveId" clId="{29366F34-5D58-4B38-9DBA-7F5115FE4899}" dt="2019-02-26T13:54:26.752" v="729" actId="478"/>
          <ac:spMkLst>
            <pc:docMk/>
            <pc:sldMk cId="1854157942" sldId="585"/>
            <ac:spMk id="56" creationId="{52D44120-E68A-4BF0-8812-DB1BF4D2A2FA}"/>
          </ac:spMkLst>
        </pc:spChg>
        <pc:spChg chg="add del">
          <ac:chgData name="Choi Jeomki" userId="f1912f8b0928b9f1" providerId="LiveId" clId="{29366F34-5D58-4B38-9DBA-7F5115FE4899}" dt="2019-02-26T14:44:45.870" v="1754"/>
          <ac:spMkLst>
            <pc:docMk/>
            <pc:sldMk cId="1854157942" sldId="585"/>
            <ac:spMk id="57" creationId="{A29F8DCF-04D1-4E44-816C-1F9F1D79B971}"/>
          </ac:spMkLst>
        </pc:spChg>
        <pc:spChg chg="add del">
          <ac:chgData name="Choi Jeomki" userId="f1912f8b0928b9f1" providerId="LiveId" clId="{29366F34-5D58-4B38-9DBA-7F5115FE4899}" dt="2019-02-26T14:44:45.870" v="1754"/>
          <ac:spMkLst>
            <pc:docMk/>
            <pc:sldMk cId="1854157942" sldId="585"/>
            <ac:spMk id="58" creationId="{A2A1CC3B-6E4A-41C9-8A89-F8FD1F322B32}"/>
          </ac:spMkLst>
        </pc:spChg>
        <pc:spChg chg="add mod">
          <ac:chgData name="Choi Jeomki" userId="f1912f8b0928b9f1" providerId="LiveId" clId="{29366F34-5D58-4B38-9DBA-7F5115FE4899}" dt="2019-02-26T18:23:13.730" v="6101" actId="313"/>
          <ac:spMkLst>
            <pc:docMk/>
            <pc:sldMk cId="1854157942" sldId="585"/>
            <ac:spMk id="59" creationId="{0D4124B1-7553-4592-B00C-017BF7006227}"/>
          </ac:spMkLst>
        </pc:spChg>
        <pc:spChg chg="add mod">
          <ac:chgData name="Choi Jeomki" userId="f1912f8b0928b9f1" providerId="LiveId" clId="{29366F34-5D58-4B38-9DBA-7F5115FE4899}" dt="2019-02-26T14:52:38.429" v="2351" actId="1076"/>
          <ac:spMkLst>
            <pc:docMk/>
            <pc:sldMk cId="1854157942" sldId="585"/>
            <ac:spMk id="60" creationId="{C4DC3670-409F-45CE-9E3D-94B90DB4ED18}"/>
          </ac:spMkLst>
        </pc:spChg>
        <pc:spChg chg="del">
          <ac:chgData name="Choi Jeomki" userId="f1912f8b0928b9f1" providerId="LiveId" clId="{29366F34-5D58-4B38-9DBA-7F5115FE4899}" dt="2019-02-26T13:54:22.556" v="727" actId="478"/>
          <ac:spMkLst>
            <pc:docMk/>
            <pc:sldMk cId="1854157942" sldId="585"/>
            <ac:spMk id="61" creationId="{933C44B0-3DBF-4A38-BDE8-AA8C7D31C116}"/>
          </ac:spMkLst>
        </pc:spChg>
        <pc:spChg chg="del">
          <ac:chgData name="Choi Jeomki" userId="f1912f8b0928b9f1" providerId="LiveId" clId="{29366F34-5D58-4B38-9DBA-7F5115FE4899}" dt="2019-02-26T13:54:20.932" v="726" actId="478"/>
          <ac:spMkLst>
            <pc:docMk/>
            <pc:sldMk cId="1854157942" sldId="585"/>
            <ac:spMk id="66" creationId="{C47CA5C1-96E0-4F33-A1EB-D845B28F7AF1}"/>
          </ac:spMkLst>
        </pc:spChg>
        <pc:spChg chg="add mod">
          <ac:chgData name="Choi Jeomki" userId="f1912f8b0928b9f1" providerId="LiveId" clId="{29366F34-5D58-4B38-9DBA-7F5115FE4899}" dt="2019-02-26T14:50:47.310" v="2201" actId="1076"/>
          <ac:spMkLst>
            <pc:docMk/>
            <pc:sldMk cId="1854157942" sldId="585"/>
            <ac:spMk id="67" creationId="{AD59A00E-92A9-4127-AD3B-561D504B3C4B}"/>
          </ac:spMkLst>
        </pc:spChg>
        <pc:spChg chg="del">
          <ac:chgData name="Choi Jeomki" userId="f1912f8b0928b9f1" providerId="LiveId" clId="{29366F34-5D58-4B38-9DBA-7F5115FE4899}" dt="2019-02-26T13:46:20.412" v="406" actId="478"/>
          <ac:spMkLst>
            <pc:docMk/>
            <pc:sldMk cId="1854157942" sldId="585"/>
            <ac:spMk id="68" creationId="{6B4447C8-4D33-4177-9E8A-3D412CAB7775}"/>
          </ac:spMkLst>
        </pc:spChg>
        <pc:spChg chg="del">
          <ac:chgData name="Choi Jeomki" userId="f1912f8b0928b9f1" providerId="LiveId" clId="{29366F34-5D58-4B38-9DBA-7F5115FE4899}" dt="2019-02-26T13:54:26.752" v="729" actId="478"/>
          <ac:spMkLst>
            <pc:docMk/>
            <pc:sldMk cId="1854157942" sldId="585"/>
            <ac:spMk id="69" creationId="{2E1AFBD0-4F37-40C8-95A4-CC76B73FF06A}"/>
          </ac:spMkLst>
        </pc:spChg>
        <pc:spChg chg="del">
          <ac:chgData name="Choi Jeomki" userId="f1912f8b0928b9f1" providerId="LiveId" clId="{29366F34-5D58-4B38-9DBA-7F5115FE4899}" dt="2019-02-26T13:54:45.068" v="746" actId="478"/>
          <ac:spMkLst>
            <pc:docMk/>
            <pc:sldMk cId="1854157942" sldId="585"/>
            <ac:spMk id="70" creationId="{61351B80-D345-441A-B8AF-CEE0C2EE5617}"/>
          </ac:spMkLst>
        </pc:spChg>
        <pc:spChg chg="add mod">
          <ac:chgData name="Choi Jeomki" userId="f1912f8b0928b9f1" providerId="LiveId" clId="{29366F34-5D58-4B38-9DBA-7F5115FE4899}" dt="2019-02-26T14:51:25.343" v="2275" actId="1035"/>
          <ac:spMkLst>
            <pc:docMk/>
            <pc:sldMk cId="1854157942" sldId="585"/>
            <ac:spMk id="71" creationId="{10319857-F21A-437A-B0FD-444891B458E3}"/>
          </ac:spMkLst>
        </pc:spChg>
        <pc:grpChg chg="add mod ord">
          <ac:chgData name="Choi Jeomki" userId="f1912f8b0928b9f1" providerId="LiveId" clId="{29366F34-5D58-4B38-9DBA-7F5115FE4899}" dt="2019-02-26T14:44:40.797" v="1751" actId="1076"/>
          <ac:grpSpMkLst>
            <pc:docMk/>
            <pc:sldMk cId="1854157942" sldId="585"/>
            <ac:grpSpMk id="18" creationId="{45EBEC05-5B5A-400C-A5F0-EA01B9204242}"/>
          </ac:grpSpMkLst>
        </pc:grpChg>
        <pc:grpChg chg="add mod ord">
          <ac:chgData name="Choi Jeomki" userId="f1912f8b0928b9f1" providerId="LiveId" clId="{29366F34-5D58-4B38-9DBA-7F5115FE4899}" dt="2019-02-26T14:44:37.787" v="1750" actId="167"/>
          <ac:grpSpMkLst>
            <pc:docMk/>
            <pc:sldMk cId="1854157942" sldId="585"/>
            <ac:grpSpMk id="19" creationId="{9449720A-AE8F-453D-9B88-9EFC7476C6E0}"/>
          </ac:grpSpMkLst>
        </pc:grpChg>
        <pc:grpChg chg="mod ord">
          <ac:chgData name="Choi Jeomki" userId="f1912f8b0928b9f1" providerId="LiveId" clId="{29366F34-5D58-4B38-9DBA-7F5115FE4899}" dt="2019-02-26T14:52:38.429" v="2351" actId="1076"/>
          <ac:grpSpMkLst>
            <pc:docMk/>
            <pc:sldMk cId="1854157942" sldId="585"/>
            <ac:grpSpMk id="63" creationId="{77D20BA4-5375-4DE5-B932-4235901C5979}"/>
          </ac:grpSpMkLst>
        </pc:grpChg>
        <pc:picChg chg="del mod">
          <ac:chgData name="Choi Jeomki" userId="f1912f8b0928b9f1" providerId="LiveId" clId="{29366F34-5D58-4B38-9DBA-7F5115FE4899}" dt="2019-02-26T14:38:00.224" v="1155" actId="478"/>
          <ac:picMkLst>
            <pc:docMk/>
            <pc:sldMk cId="1854157942" sldId="585"/>
            <ac:picMk id="6" creationId="{3B04E7F7-0B90-4E79-B59A-533C636A4D03}"/>
          </ac:picMkLst>
        </pc:picChg>
        <pc:picChg chg="add del mod">
          <ac:chgData name="Choi Jeomki" userId="f1912f8b0928b9f1" providerId="LiveId" clId="{29366F34-5D58-4B38-9DBA-7F5115FE4899}" dt="2019-02-26T14:38:02.158" v="1157" actId="478"/>
          <ac:picMkLst>
            <pc:docMk/>
            <pc:sldMk cId="1854157942" sldId="585"/>
            <ac:picMk id="8" creationId="{C21CF981-E8DE-4737-B22F-400BC1571872}"/>
          </ac:picMkLst>
        </pc:picChg>
        <pc:picChg chg="add del mod">
          <ac:chgData name="Choi Jeomki" userId="f1912f8b0928b9f1" providerId="LiveId" clId="{29366F34-5D58-4B38-9DBA-7F5115FE4899}" dt="2019-02-26T14:37:57.746" v="1154" actId="478"/>
          <ac:picMkLst>
            <pc:docMk/>
            <pc:sldMk cId="1854157942" sldId="585"/>
            <ac:picMk id="1026" creationId="{C8AEAE99-2297-4AF5-83BB-F1A9545FC6B3}"/>
          </ac:picMkLst>
        </pc:picChg>
        <pc:cxnChg chg="del mod">
          <ac:chgData name="Choi Jeomki" userId="f1912f8b0928b9f1" providerId="LiveId" clId="{29366F34-5D58-4B38-9DBA-7F5115FE4899}" dt="2019-02-26T13:54:20.932" v="726" actId="478"/>
          <ac:cxnSpMkLst>
            <pc:docMk/>
            <pc:sldMk cId="1854157942" sldId="585"/>
            <ac:cxnSpMk id="13" creationId="{119CAFBE-D635-4DD0-B8A6-8AD85E8621B1}"/>
          </ac:cxnSpMkLst>
        </pc:cxnChg>
        <pc:cxnChg chg="del mod">
          <ac:chgData name="Choi Jeomki" userId="f1912f8b0928b9f1" providerId="LiveId" clId="{29366F34-5D58-4B38-9DBA-7F5115FE4899}" dt="2019-02-26T13:54:28.056" v="730" actId="478"/>
          <ac:cxnSpMkLst>
            <pc:docMk/>
            <pc:sldMk cId="1854157942" sldId="585"/>
            <ac:cxnSpMk id="30" creationId="{D104F691-6C6A-4DDB-BACF-FFAE852788FC}"/>
          </ac:cxnSpMkLst>
        </pc:cxnChg>
        <pc:cxnChg chg="mod">
          <ac:chgData name="Choi Jeomki" userId="f1912f8b0928b9f1" providerId="LiveId" clId="{29366F34-5D58-4B38-9DBA-7F5115FE4899}" dt="2019-02-26T14:50:32.121" v="2177" actId="196"/>
          <ac:cxnSpMkLst>
            <pc:docMk/>
            <pc:sldMk cId="1854157942" sldId="585"/>
            <ac:cxnSpMk id="31" creationId="{93FCE6C3-DB5F-4AFA-A960-571A1DEF6957}"/>
          </ac:cxnSpMkLst>
        </pc:cxnChg>
        <pc:cxnChg chg="add">
          <ac:chgData name="Choi Jeomki" userId="f1912f8b0928b9f1" providerId="LiveId" clId="{29366F34-5D58-4B38-9DBA-7F5115FE4899}" dt="2019-02-26T14:50:22.146" v="2176"/>
          <ac:cxnSpMkLst>
            <pc:docMk/>
            <pc:sldMk cId="1854157942" sldId="585"/>
            <ac:cxnSpMk id="62" creationId="{E1A24D86-6AE8-4396-9197-B27FC61617F5}"/>
          </ac:cxnSpMkLst>
        </pc:cxnChg>
        <pc:cxnChg chg="del mod">
          <ac:chgData name="Choi Jeomki" userId="f1912f8b0928b9f1" providerId="LiveId" clId="{29366F34-5D58-4B38-9DBA-7F5115FE4899}" dt="2019-02-26T13:54:24.272" v="728" actId="478"/>
          <ac:cxnSpMkLst>
            <pc:docMk/>
            <pc:sldMk cId="1854157942" sldId="585"/>
            <ac:cxnSpMk id="73" creationId="{BF2EEFC4-3F1A-48DF-B89B-7D45658F429A}"/>
          </ac:cxnSpMkLst>
        </pc:cxnChg>
      </pc:sldChg>
      <pc:sldChg chg="addSp delSp modSp add ord">
        <pc:chgData name="Choi Jeomki" userId="f1912f8b0928b9f1" providerId="LiveId" clId="{29366F34-5D58-4B38-9DBA-7F5115FE4899}" dt="2019-03-08T06:31:26.272" v="18350" actId="208"/>
        <pc:sldMkLst>
          <pc:docMk/>
          <pc:sldMk cId="21545559" sldId="586"/>
        </pc:sldMkLst>
        <pc:spChg chg="mod">
          <ac:chgData name="Choi Jeomki" userId="f1912f8b0928b9f1" providerId="LiveId" clId="{29366F34-5D58-4B38-9DBA-7F5115FE4899}" dt="2019-02-26T15:55:38.151" v="4248" actId="20577"/>
          <ac:spMkLst>
            <pc:docMk/>
            <pc:sldMk cId="21545559" sldId="586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00:02.782" v="4642"/>
          <ac:spMkLst>
            <pc:docMk/>
            <pc:sldMk cId="21545559" sldId="586"/>
            <ac:spMk id="3" creationId="{00000000-0000-0000-0000-000000000000}"/>
          </ac:spMkLst>
        </pc:spChg>
        <pc:spChg chg="add del mod">
          <ac:chgData name="Choi Jeomki" userId="f1912f8b0928b9f1" providerId="LiveId" clId="{29366F34-5D58-4B38-9DBA-7F5115FE4899}" dt="2019-03-08T06:31:19.919" v="18348" actId="20577"/>
          <ac:spMkLst>
            <pc:docMk/>
            <pc:sldMk cId="21545559" sldId="586"/>
            <ac:spMk id="4" creationId="{C79D062B-1463-45B2-A25C-0E3B98914C04}"/>
          </ac:spMkLst>
        </pc:spChg>
        <pc:spChg chg="add del mod">
          <ac:chgData name="Choi Jeomki" userId="f1912f8b0928b9f1" providerId="LiveId" clId="{29366F34-5D58-4B38-9DBA-7F5115FE4899}" dt="2019-02-26T15:56:17.994" v="4269" actId="478"/>
          <ac:spMkLst>
            <pc:docMk/>
            <pc:sldMk cId="21545559" sldId="586"/>
            <ac:spMk id="5" creationId="{871A7C80-787B-46FC-A685-CC01BFCAC465}"/>
          </ac:spMkLst>
        </pc:spChg>
        <pc:spChg chg="add mod">
          <ac:chgData name="Choi Jeomki" userId="f1912f8b0928b9f1" providerId="LiveId" clId="{29366F34-5D58-4B38-9DBA-7F5115FE4899}" dt="2019-02-26T15:59:10.235" v="4443" actId="14100"/>
          <ac:spMkLst>
            <pc:docMk/>
            <pc:sldMk cId="21545559" sldId="586"/>
            <ac:spMk id="6" creationId="{21A18ECE-A656-4DE9-95E8-D9599AC84D20}"/>
          </ac:spMkLst>
        </pc:spChg>
        <pc:picChg chg="add mod">
          <ac:chgData name="Choi Jeomki" userId="f1912f8b0928b9f1" providerId="LiveId" clId="{29366F34-5D58-4B38-9DBA-7F5115FE4899}" dt="2019-03-08T06:31:26.272" v="18350" actId="208"/>
          <ac:picMkLst>
            <pc:docMk/>
            <pc:sldMk cId="21545559" sldId="586"/>
            <ac:picMk id="5" creationId="{AC213233-B3FF-4517-B85A-F1F8E95A3DC8}"/>
          </ac:picMkLst>
        </pc:picChg>
        <pc:picChg chg="add del mod">
          <ac:chgData name="Choi Jeomki" userId="f1912f8b0928b9f1" providerId="LiveId" clId="{29366F34-5D58-4B38-9DBA-7F5115FE4899}" dt="2019-03-08T06:31:11.104" v="18344" actId="478"/>
          <ac:picMkLst>
            <pc:docMk/>
            <pc:sldMk cId="21545559" sldId="586"/>
            <ac:picMk id="7" creationId="{E7155C2F-C401-448D-B042-E0E5429136EB}"/>
          </ac:picMkLst>
        </pc:picChg>
      </pc:sldChg>
      <pc:sldChg chg="addSp modSp add">
        <pc:chgData name="Choi Jeomki" userId="f1912f8b0928b9f1" providerId="LiveId" clId="{29366F34-5D58-4B38-9DBA-7F5115FE4899}" dt="2019-02-26T16:29:55.905" v="5152" actId="1076"/>
        <pc:sldMkLst>
          <pc:docMk/>
          <pc:sldMk cId="528556738" sldId="589"/>
        </pc:sldMkLst>
        <pc:spChg chg="mod">
          <ac:chgData name="Choi Jeomki" userId="f1912f8b0928b9f1" providerId="LiveId" clId="{29366F34-5D58-4B38-9DBA-7F5115FE4899}" dt="2019-02-26T16:27:09.062" v="5142"/>
          <ac:spMkLst>
            <pc:docMk/>
            <pc:sldMk cId="528556738" sldId="589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27:25.799" v="5143"/>
          <ac:spMkLst>
            <pc:docMk/>
            <pc:sldMk cId="528556738" sldId="589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29:53.334" v="5151"/>
          <ac:spMkLst>
            <pc:docMk/>
            <pc:sldMk cId="528556738" sldId="589"/>
            <ac:spMk id="4" creationId="{C79D062B-1463-45B2-A25C-0E3B98914C04}"/>
          </ac:spMkLst>
        </pc:spChg>
        <pc:picChg chg="add mod">
          <ac:chgData name="Choi Jeomki" userId="f1912f8b0928b9f1" providerId="LiveId" clId="{29366F34-5D58-4B38-9DBA-7F5115FE4899}" dt="2019-02-26T16:29:55.905" v="5152" actId="1076"/>
          <ac:picMkLst>
            <pc:docMk/>
            <pc:sldMk cId="528556738" sldId="589"/>
            <ac:picMk id="5" creationId="{E1FDB53C-1C35-420B-AC44-E89C9AC16594}"/>
          </ac:picMkLst>
        </pc:picChg>
      </pc:sldChg>
      <pc:sldChg chg="addSp modSp add">
        <pc:chgData name="Choi Jeomki" userId="f1912f8b0928b9f1" providerId="LiveId" clId="{29366F34-5D58-4B38-9DBA-7F5115FE4899}" dt="2019-03-08T06:39:34.706" v="18361" actId="207"/>
        <pc:sldMkLst>
          <pc:docMk/>
          <pc:sldMk cId="1069607930" sldId="590"/>
        </pc:sldMkLst>
        <pc:spChg chg="mod">
          <ac:chgData name="Choi Jeomki" userId="f1912f8b0928b9f1" providerId="LiveId" clId="{29366F34-5D58-4B38-9DBA-7F5115FE4899}" dt="2019-02-26T16:41:24.026" v="5365"/>
          <ac:spMkLst>
            <pc:docMk/>
            <pc:sldMk cId="1069607930" sldId="590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42:48.788" v="5388"/>
          <ac:spMkLst>
            <pc:docMk/>
            <pc:sldMk cId="1069607930" sldId="590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8T06:39:34.706" v="18361" actId="207"/>
          <ac:spMkLst>
            <pc:docMk/>
            <pc:sldMk cId="1069607930" sldId="590"/>
            <ac:spMk id="4" creationId="{C79D062B-1463-45B2-A25C-0E3B98914C04}"/>
          </ac:spMkLst>
        </pc:spChg>
        <pc:picChg chg="add mod modCrop">
          <ac:chgData name="Choi Jeomki" userId="f1912f8b0928b9f1" providerId="LiveId" clId="{29366F34-5D58-4B38-9DBA-7F5115FE4899}" dt="2019-02-26T16:42:59.337" v="5390" actId="1076"/>
          <ac:picMkLst>
            <pc:docMk/>
            <pc:sldMk cId="1069607930" sldId="590"/>
            <ac:picMk id="5" creationId="{EF81B00D-513F-4A39-9241-77DC2C874E53}"/>
          </ac:picMkLst>
        </pc:picChg>
        <pc:picChg chg="add mod modCrop">
          <ac:chgData name="Choi Jeomki" userId="f1912f8b0928b9f1" providerId="LiveId" clId="{29366F34-5D58-4B38-9DBA-7F5115FE4899}" dt="2019-02-26T16:42:59.337" v="5390" actId="1076"/>
          <ac:picMkLst>
            <pc:docMk/>
            <pc:sldMk cId="1069607930" sldId="590"/>
            <ac:picMk id="6" creationId="{7DF19A91-E383-4846-BF28-BE2082711502}"/>
          </ac:picMkLst>
        </pc:picChg>
      </pc:sldChg>
      <pc:sldChg chg="addSp modSp add">
        <pc:chgData name="Choi Jeomki" userId="f1912f8b0928b9f1" providerId="LiveId" clId="{29366F34-5D58-4B38-9DBA-7F5115FE4899}" dt="2019-03-08T06:38:35.437" v="18356" actId="20577"/>
        <pc:sldMkLst>
          <pc:docMk/>
          <pc:sldMk cId="2606710367" sldId="591"/>
        </pc:sldMkLst>
        <pc:spChg chg="mod">
          <ac:chgData name="Choi Jeomki" userId="f1912f8b0928b9f1" providerId="LiveId" clId="{29366F34-5D58-4B38-9DBA-7F5115FE4899}" dt="2019-02-26T16:59:55.130" v="5583" actId="20577"/>
          <ac:spMkLst>
            <pc:docMk/>
            <pc:sldMk cId="2606710367" sldId="591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43:54.002" v="5394" actId="20577"/>
          <ac:spMkLst>
            <pc:docMk/>
            <pc:sldMk cId="2606710367" sldId="591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8T06:38:35.437" v="18356" actId="20577"/>
          <ac:spMkLst>
            <pc:docMk/>
            <pc:sldMk cId="2606710367" sldId="591"/>
            <ac:spMk id="4" creationId="{C79D062B-1463-45B2-A25C-0E3B98914C04}"/>
          </ac:spMkLst>
        </pc:spChg>
        <pc:picChg chg="add mod">
          <ac:chgData name="Choi Jeomki" userId="f1912f8b0928b9f1" providerId="LiveId" clId="{29366F34-5D58-4B38-9DBA-7F5115FE4899}" dt="2019-02-26T16:49:23.483" v="5549" actId="208"/>
          <ac:picMkLst>
            <pc:docMk/>
            <pc:sldMk cId="2606710367" sldId="591"/>
            <ac:picMk id="5" creationId="{E4F54EE7-8756-4A95-A526-2175A9B31509}"/>
          </ac:picMkLst>
        </pc:picChg>
      </pc:sldChg>
      <pc:sldChg chg="addSp modSp add">
        <pc:chgData name="Choi Jeomki" userId="f1912f8b0928b9f1" providerId="LiveId" clId="{29366F34-5D58-4B38-9DBA-7F5115FE4899}" dt="2019-02-26T16:59:59.238" v="5584" actId="20577"/>
        <pc:sldMkLst>
          <pc:docMk/>
          <pc:sldMk cId="1324403688" sldId="592"/>
        </pc:sldMkLst>
        <pc:spChg chg="mod">
          <ac:chgData name="Choi Jeomki" userId="f1912f8b0928b9f1" providerId="LiveId" clId="{29366F34-5D58-4B38-9DBA-7F5115FE4899}" dt="2019-02-26T16:59:59.238" v="5584" actId="20577"/>
          <ac:spMkLst>
            <pc:docMk/>
            <pc:sldMk cId="1324403688" sldId="592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48:04.584" v="5533" actId="20577"/>
          <ac:spMkLst>
            <pc:docMk/>
            <pc:sldMk cId="1324403688" sldId="592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49:13.586" v="5546" actId="14100"/>
          <ac:spMkLst>
            <pc:docMk/>
            <pc:sldMk cId="1324403688" sldId="592"/>
            <ac:spMk id="4" creationId="{C79D062B-1463-45B2-A25C-0E3B98914C04}"/>
          </ac:spMkLst>
        </pc:spChg>
        <pc:picChg chg="add mod">
          <ac:chgData name="Choi Jeomki" userId="f1912f8b0928b9f1" providerId="LiveId" clId="{29366F34-5D58-4B38-9DBA-7F5115FE4899}" dt="2019-02-26T16:49:15.827" v="5547" actId="208"/>
          <ac:picMkLst>
            <pc:docMk/>
            <pc:sldMk cId="1324403688" sldId="592"/>
            <ac:picMk id="5" creationId="{141397E5-3110-4A37-BA8D-E3A912193322}"/>
          </ac:picMkLst>
        </pc:picChg>
      </pc:sldChg>
      <pc:sldChg chg="addSp delSp modSp add ord">
        <pc:chgData name="Choi Jeomki" userId="f1912f8b0928b9f1" providerId="LiveId" clId="{29366F34-5D58-4B38-9DBA-7F5115FE4899}" dt="2019-02-27T06:33:00.852" v="11201" actId="1038"/>
        <pc:sldMkLst>
          <pc:docMk/>
          <pc:sldMk cId="1741343237" sldId="594"/>
        </pc:sldMkLst>
        <pc:spChg chg="mod">
          <ac:chgData name="Choi Jeomki" userId="f1912f8b0928b9f1" providerId="LiveId" clId="{29366F34-5D58-4B38-9DBA-7F5115FE4899}" dt="2019-02-26T16:03:59.338" v="4689" actId="14100"/>
          <ac:spMkLst>
            <pc:docMk/>
            <pc:sldMk cId="1741343237" sldId="594"/>
            <ac:spMk id="4" creationId="{5F27296F-527F-4660-B840-50735BE7DB6C}"/>
          </ac:spMkLst>
        </pc:spChg>
        <pc:spChg chg="mod">
          <ac:chgData name="Choi Jeomki" userId="f1912f8b0928b9f1" providerId="LiveId" clId="{29366F34-5D58-4B38-9DBA-7F5115FE4899}" dt="2019-02-26T16:04:22.899" v="4699" actId="1076"/>
          <ac:spMkLst>
            <pc:docMk/>
            <pc:sldMk cId="1741343237" sldId="594"/>
            <ac:spMk id="5" creationId="{3C0FF31C-4525-4D12-BFC4-C9269E9350AB}"/>
          </ac:spMkLst>
        </pc:spChg>
        <pc:grpChg chg="add del mod">
          <ac:chgData name="Choi Jeomki" userId="f1912f8b0928b9f1" providerId="LiveId" clId="{29366F34-5D58-4B38-9DBA-7F5115FE4899}" dt="2019-02-26T16:04:12.119" v="4693" actId="165"/>
          <ac:grpSpMkLst>
            <pc:docMk/>
            <pc:sldMk cId="1741343237" sldId="594"/>
            <ac:grpSpMk id="8" creationId="{09D7B14E-72C8-47BF-A9C8-97DC5FD94423}"/>
          </ac:grpSpMkLst>
        </pc:grpChg>
        <pc:grpChg chg="add del mod">
          <ac:chgData name="Choi Jeomki" userId="f1912f8b0928b9f1" providerId="LiveId" clId="{29366F34-5D58-4B38-9DBA-7F5115FE4899}" dt="2019-02-26T16:05:17.666" v="4706" actId="478"/>
          <ac:grpSpMkLst>
            <pc:docMk/>
            <pc:sldMk cId="1741343237" sldId="594"/>
            <ac:grpSpMk id="9" creationId="{2C65DE18-6CBC-4B71-BA27-CD1BEA5D8D07}"/>
          </ac:grpSpMkLst>
        </pc:grpChg>
        <pc:picChg chg="add del mod topLvl">
          <ac:chgData name="Choi Jeomki" userId="f1912f8b0928b9f1" providerId="LiveId" clId="{29366F34-5D58-4B38-9DBA-7F5115FE4899}" dt="2019-02-26T16:05:17.666" v="4706" actId="478"/>
          <ac:picMkLst>
            <pc:docMk/>
            <pc:sldMk cId="1741343237" sldId="594"/>
            <ac:picMk id="6" creationId="{BBAA0991-129B-48F8-A798-2D712BF615EB}"/>
          </ac:picMkLst>
        </pc:picChg>
        <pc:picChg chg="add mod topLvl">
          <ac:chgData name="Choi Jeomki" userId="f1912f8b0928b9f1" providerId="LiveId" clId="{29366F34-5D58-4B38-9DBA-7F5115FE4899}" dt="2019-02-26T16:05:23.467" v="4710" actId="208"/>
          <ac:picMkLst>
            <pc:docMk/>
            <pc:sldMk cId="1741343237" sldId="594"/>
            <ac:picMk id="7" creationId="{7B3EAC03-0A92-4DE7-AD8E-B429D28C3850}"/>
          </ac:picMkLst>
        </pc:picChg>
        <pc:picChg chg="add mod">
          <ac:chgData name="Choi Jeomki" userId="f1912f8b0928b9f1" providerId="LiveId" clId="{29366F34-5D58-4B38-9DBA-7F5115FE4899}" dt="2019-02-27T04:04:42.617" v="10952" actId="1035"/>
          <ac:picMkLst>
            <pc:docMk/>
            <pc:sldMk cId="1741343237" sldId="594"/>
            <ac:picMk id="10" creationId="{AD7CBE64-39E9-46ED-BAC7-EE89E006CAB0}"/>
          </ac:picMkLst>
        </pc:picChg>
        <pc:picChg chg="del mod">
          <ac:chgData name="Choi Jeomki" userId="f1912f8b0928b9f1" providerId="LiveId" clId="{29366F34-5D58-4B38-9DBA-7F5115FE4899}" dt="2019-02-27T06:32:51.684" v="11194" actId="478"/>
          <ac:picMkLst>
            <pc:docMk/>
            <pc:sldMk cId="1741343237" sldId="594"/>
            <ac:picMk id="11" creationId="{55225300-1382-40B4-8EC2-01FDA7FFC100}"/>
          </ac:picMkLst>
        </pc:picChg>
        <pc:picChg chg="add mod">
          <ac:chgData name="Choi Jeomki" userId="f1912f8b0928b9f1" providerId="LiveId" clId="{29366F34-5D58-4B38-9DBA-7F5115FE4899}" dt="2019-02-27T06:33:00.852" v="11201" actId="1038"/>
          <ac:picMkLst>
            <pc:docMk/>
            <pc:sldMk cId="1741343237" sldId="594"/>
            <ac:picMk id="12" creationId="{0D6A3185-ABBA-4364-9AA7-AE353D2D4D03}"/>
          </ac:picMkLst>
        </pc:picChg>
        <pc:picChg chg="del mod">
          <ac:chgData name="Choi Jeomki" userId="f1912f8b0928b9f1" providerId="LiveId" clId="{29366F34-5D58-4B38-9DBA-7F5115FE4899}" dt="2019-02-26T16:01:00.497" v="4661" actId="478"/>
          <ac:picMkLst>
            <pc:docMk/>
            <pc:sldMk cId="1741343237" sldId="594"/>
            <ac:picMk id="16" creationId="{D590DD46-9CAA-4D81-9BAF-68238F428059}"/>
          </ac:picMkLst>
        </pc:picChg>
        <pc:picChg chg="del mod">
          <ac:chgData name="Choi Jeomki" userId="f1912f8b0928b9f1" providerId="LiveId" clId="{29366F34-5D58-4B38-9DBA-7F5115FE4899}" dt="2019-02-26T16:01:00.497" v="4661" actId="478"/>
          <ac:picMkLst>
            <pc:docMk/>
            <pc:sldMk cId="1741343237" sldId="594"/>
            <ac:picMk id="18" creationId="{9F656C8D-F834-4037-9B58-E27704BFA8DA}"/>
          </ac:picMkLst>
        </pc:picChg>
        <pc:picChg chg="mod">
          <ac:chgData name="Choi Jeomki" userId="f1912f8b0928b9f1" providerId="LiveId" clId="{29366F34-5D58-4B38-9DBA-7F5115FE4899}" dt="2019-02-26T16:02:16.156" v="4666" actId="208"/>
          <ac:picMkLst>
            <pc:docMk/>
            <pc:sldMk cId="1741343237" sldId="594"/>
            <ac:picMk id="19" creationId="{1B567D99-18C8-48CA-A1F8-3FE0751EAD2F}"/>
          </ac:picMkLst>
        </pc:picChg>
      </pc:sldChg>
      <pc:sldChg chg="addSp delSp modSp add">
        <pc:chgData name="Choi Jeomki" userId="f1912f8b0928b9f1" providerId="LiveId" clId="{29366F34-5D58-4B38-9DBA-7F5115FE4899}" dt="2019-02-26T16:39:41.387" v="5350" actId="1038"/>
        <pc:sldMkLst>
          <pc:docMk/>
          <pc:sldMk cId="215423456" sldId="595"/>
        </pc:sldMkLst>
        <pc:spChg chg="mod">
          <ac:chgData name="Choi Jeomki" userId="f1912f8b0928b9f1" providerId="LiveId" clId="{29366F34-5D58-4B38-9DBA-7F5115FE4899}" dt="2019-02-26T16:23:26.562" v="5059" actId="20577"/>
          <ac:spMkLst>
            <pc:docMk/>
            <pc:sldMk cId="215423456" sldId="595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13:36.828" v="4872"/>
          <ac:spMkLst>
            <pc:docMk/>
            <pc:sldMk cId="215423456" sldId="595"/>
            <ac:spMk id="3" creationId="{00000000-0000-0000-0000-000000000000}"/>
          </ac:spMkLst>
        </pc:spChg>
        <pc:spChg chg="mod ord">
          <ac:chgData name="Choi Jeomki" userId="f1912f8b0928b9f1" providerId="LiveId" clId="{29366F34-5D58-4B38-9DBA-7F5115FE4899}" dt="2019-02-26T16:38:42.573" v="5317" actId="1036"/>
          <ac:spMkLst>
            <pc:docMk/>
            <pc:sldMk cId="215423456" sldId="595"/>
            <ac:spMk id="4" creationId="{C79D062B-1463-45B2-A25C-0E3B98914C04}"/>
          </ac:spMkLst>
        </pc:spChg>
        <pc:spChg chg="add del mod ord">
          <ac:chgData name="Choi Jeomki" userId="f1912f8b0928b9f1" providerId="LiveId" clId="{29366F34-5D58-4B38-9DBA-7F5115FE4899}" dt="2019-02-26T16:17:23.631" v="4927" actId="478"/>
          <ac:spMkLst>
            <pc:docMk/>
            <pc:sldMk cId="215423456" sldId="595"/>
            <ac:spMk id="8" creationId="{9695912A-345D-4FE5-95D8-11C58766974D}"/>
          </ac:spMkLst>
        </pc:spChg>
        <pc:spChg chg="del">
          <ac:chgData name="Choi Jeomki" userId="f1912f8b0928b9f1" providerId="LiveId" clId="{29366F34-5D58-4B38-9DBA-7F5115FE4899}" dt="2019-02-26T16:13:38.312" v="4873" actId="478"/>
          <ac:spMkLst>
            <pc:docMk/>
            <pc:sldMk cId="215423456" sldId="595"/>
            <ac:spMk id="9" creationId="{1963FA95-15D9-468A-8F66-BF1FF83C318E}"/>
          </ac:spMkLst>
        </pc:spChg>
        <pc:grpChg chg="add mod">
          <ac:chgData name="Choi Jeomki" userId="f1912f8b0928b9f1" providerId="LiveId" clId="{29366F34-5D58-4B38-9DBA-7F5115FE4899}" dt="2019-02-26T16:39:32.067" v="5335" actId="555"/>
          <ac:grpSpMkLst>
            <pc:docMk/>
            <pc:sldMk cId="215423456" sldId="595"/>
            <ac:grpSpMk id="13" creationId="{FE1FA4CC-6111-4F75-A07A-BFE159309132}"/>
          </ac:grpSpMkLst>
        </pc:grpChg>
        <pc:picChg chg="del">
          <ac:chgData name="Choi Jeomki" userId="f1912f8b0928b9f1" providerId="LiveId" clId="{29366F34-5D58-4B38-9DBA-7F5115FE4899}" dt="2019-02-26T16:11:23.863" v="4846"/>
          <ac:picMkLst>
            <pc:docMk/>
            <pc:sldMk cId="215423456" sldId="595"/>
            <ac:picMk id="5" creationId="{A51DA7BB-B611-4E14-B45D-1D265247F295}"/>
          </ac:picMkLst>
        </pc:picChg>
        <pc:picChg chg="add del mod">
          <ac:chgData name="Choi Jeomki" userId="f1912f8b0928b9f1" providerId="LiveId" clId="{29366F34-5D58-4B38-9DBA-7F5115FE4899}" dt="2019-02-26T16:36:31.541" v="5303" actId="478"/>
          <ac:picMkLst>
            <pc:docMk/>
            <pc:sldMk cId="215423456" sldId="595"/>
            <ac:picMk id="6" creationId="{FC34D2AC-BB87-42B0-999A-23F6DD83DD8F}"/>
          </ac:picMkLst>
        </pc:picChg>
        <pc:picChg chg="add mod ord">
          <ac:chgData name="Choi Jeomki" userId="f1912f8b0928b9f1" providerId="LiveId" clId="{29366F34-5D58-4B38-9DBA-7F5115FE4899}" dt="2019-02-26T16:39:35.804" v="5345" actId="1036"/>
          <ac:picMkLst>
            <pc:docMk/>
            <pc:sldMk cId="215423456" sldId="595"/>
            <ac:picMk id="7" creationId="{A59F6738-EE36-45F1-A796-55F972F4B7B7}"/>
          </ac:picMkLst>
        </pc:picChg>
        <pc:picChg chg="add mod">
          <ac:chgData name="Choi Jeomki" userId="f1912f8b0928b9f1" providerId="LiveId" clId="{29366F34-5D58-4B38-9DBA-7F5115FE4899}" dt="2019-02-26T16:39:41.387" v="5350" actId="1038"/>
          <ac:picMkLst>
            <pc:docMk/>
            <pc:sldMk cId="215423456" sldId="595"/>
            <ac:picMk id="10" creationId="{0B4A12DB-6C73-46E5-9E97-09EE94B2C372}"/>
          </ac:picMkLst>
        </pc:picChg>
        <pc:picChg chg="add mod">
          <ac:chgData name="Choi Jeomki" userId="f1912f8b0928b9f1" providerId="LiveId" clId="{29366F34-5D58-4B38-9DBA-7F5115FE4899}" dt="2019-02-26T16:39:26.399" v="5333" actId="164"/>
          <ac:picMkLst>
            <pc:docMk/>
            <pc:sldMk cId="215423456" sldId="595"/>
            <ac:picMk id="11" creationId="{516230D5-3D14-459E-B783-1906EB226B01}"/>
          </ac:picMkLst>
        </pc:picChg>
        <pc:picChg chg="add mod modCrop">
          <ac:chgData name="Choi Jeomki" userId="f1912f8b0928b9f1" providerId="LiveId" clId="{29366F34-5D58-4B38-9DBA-7F5115FE4899}" dt="2019-02-26T16:39:26.399" v="5333" actId="164"/>
          <ac:picMkLst>
            <pc:docMk/>
            <pc:sldMk cId="215423456" sldId="595"/>
            <ac:picMk id="12" creationId="{29F17670-F8D1-4572-8860-5DF2EEE1EC05}"/>
          </ac:picMkLst>
        </pc:picChg>
      </pc:sldChg>
      <pc:sldChg chg="addSp delSp modSp add">
        <pc:chgData name="Choi Jeomki" userId="f1912f8b0928b9f1" providerId="LiveId" clId="{29366F34-5D58-4B38-9DBA-7F5115FE4899}" dt="2019-03-08T06:33:55.877" v="18351" actId="207"/>
        <pc:sldMkLst>
          <pc:docMk/>
          <pc:sldMk cId="289938888" sldId="596"/>
        </pc:sldMkLst>
        <pc:spChg chg="mod">
          <ac:chgData name="Choi Jeomki" userId="f1912f8b0928b9f1" providerId="LiveId" clId="{29366F34-5D58-4B38-9DBA-7F5115FE4899}" dt="2019-02-26T16:23:36.409" v="5062" actId="20577"/>
          <ac:spMkLst>
            <pc:docMk/>
            <pc:sldMk cId="289938888" sldId="596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8T06:33:55.877" v="18351" actId="207"/>
          <ac:spMkLst>
            <pc:docMk/>
            <pc:sldMk cId="289938888" sldId="596"/>
            <ac:spMk id="4" creationId="{C79D062B-1463-45B2-A25C-0E3B98914C04}"/>
          </ac:spMkLst>
        </pc:spChg>
        <pc:picChg chg="add mod modCrop">
          <ac:chgData name="Choi Jeomki" userId="f1912f8b0928b9f1" providerId="LiveId" clId="{29366F34-5D58-4B38-9DBA-7F5115FE4899}" dt="2019-02-26T16:26:19.090" v="5095" actId="1076"/>
          <ac:picMkLst>
            <pc:docMk/>
            <pc:sldMk cId="289938888" sldId="596"/>
            <ac:picMk id="5" creationId="{A421CA81-F61C-4303-9CCC-1A8BA3C3E622}"/>
          </ac:picMkLst>
        </pc:picChg>
        <pc:picChg chg="del">
          <ac:chgData name="Choi Jeomki" userId="f1912f8b0928b9f1" providerId="LiveId" clId="{29366F34-5D58-4B38-9DBA-7F5115FE4899}" dt="2019-02-26T16:23:39.653" v="5063" actId="478"/>
          <ac:picMkLst>
            <pc:docMk/>
            <pc:sldMk cId="289938888" sldId="596"/>
            <ac:picMk id="6" creationId="{FC34D2AC-BB87-42B0-999A-23F6DD83DD8F}"/>
          </ac:picMkLst>
        </pc:picChg>
        <pc:picChg chg="del">
          <ac:chgData name="Choi Jeomki" userId="f1912f8b0928b9f1" providerId="LiveId" clId="{29366F34-5D58-4B38-9DBA-7F5115FE4899}" dt="2019-02-26T16:23:39.653" v="5063" actId="478"/>
          <ac:picMkLst>
            <pc:docMk/>
            <pc:sldMk cId="289938888" sldId="596"/>
            <ac:picMk id="7" creationId="{A59F6738-EE36-45F1-A796-55F972F4B7B7}"/>
          </ac:picMkLst>
        </pc:picChg>
        <pc:picChg chg="add mod modCrop">
          <ac:chgData name="Choi Jeomki" userId="f1912f8b0928b9f1" providerId="LiveId" clId="{29366F34-5D58-4B38-9DBA-7F5115FE4899}" dt="2019-02-26T16:26:19.090" v="5095" actId="1076"/>
          <ac:picMkLst>
            <pc:docMk/>
            <pc:sldMk cId="289938888" sldId="596"/>
            <ac:picMk id="9" creationId="{29A54431-3746-47CD-8443-0B08D60A653D}"/>
          </ac:picMkLst>
        </pc:picChg>
        <pc:picChg chg="del">
          <ac:chgData name="Choi Jeomki" userId="f1912f8b0928b9f1" providerId="LiveId" clId="{29366F34-5D58-4B38-9DBA-7F5115FE4899}" dt="2019-02-26T16:23:39.653" v="5063" actId="478"/>
          <ac:picMkLst>
            <pc:docMk/>
            <pc:sldMk cId="289938888" sldId="596"/>
            <ac:picMk id="10" creationId="{0B4A12DB-6C73-46E5-9E97-09EE94B2C372}"/>
          </ac:picMkLst>
        </pc:picChg>
      </pc:sldChg>
      <pc:sldChg chg="addSp modSp add">
        <pc:chgData name="Choi Jeomki" userId="f1912f8b0928b9f1" providerId="LiveId" clId="{29366F34-5D58-4B38-9DBA-7F5115FE4899}" dt="2019-03-08T06:41:29.295" v="18362"/>
        <pc:sldMkLst>
          <pc:docMk/>
          <pc:sldMk cId="2837305689" sldId="597"/>
        </pc:sldMkLst>
        <pc:spChg chg="mod">
          <ac:chgData name="Choi Jeomki" userId="f1912f8b0928b9f1" providerId="LiveId" clId="{29366F34-5D58-4B38-9DBA-7F5115FE4899}" dt="2019-02-26T17:00:04.478" v="5589" actId="20577"/>
          <ac:spMkLst>
            <pc:docMk/>
            <pc:sldMk cId="2837305689" sldId="597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6:55:56.496" v="5576" actId="20577"/>
          <ac:spMkLst>
            <pc:docMk/>
            <pc:sldMk cId="2837305689" sldId="597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8T06:41:29.295" v="18362"/>
          <ac:spMkLst>
            <pc:docMk/>
            <pc:sldMk cId="2837305689" sldId="597"/>
            <ac:spMk id="4" creationId="{C79D062B-1463-45B2-A25C-0E3B98914C04}"/>
          </ac:spMkLst>
        </pc:spChg>
        <pc:grpChg chg="add mod">
          <ac:chgData name="Choi Jeomki" userId="f1912f8b0928b9f1" providerId="LiveId" clId="{29366F34-5D58-4B38-9DBA-7F5115FE4899}" dt="2019-02-26T17:00:32.410" v="5594" actId="408"/>
          <ac:grpSpMkLst>
            <pc:docMk/>
            <pc:sldMk cId="2837305689" sldId="597"/>
            <ac:grpSpMk id="8" creationId="{B0B51293-F8FB-4898-A28C-119A5AB3017D}"/>
          </ac:grpSpMkLst>
        </pc:grpChg>
        <pc:picChg chg="add mod">
          <ac:chgData name="Choi Jeomki" userId="f1912f8b0928b9f1" providerId="LiveId" clId="{29366F34-5D58-4B38-9DBA-7F5115FE4899}" dt="2019-02-26T17:00:32.410" v="5594" actId="408"/>
          <ac:picMkLst>
            <pc:docMk/>
            <pc:sldMk cId="2837305689" sldId="597"/>
            <ac:picMk id="5" creationId="{E1C3B7EC-7386-4128-A363-60E8BB414514}"/>
          </ac:picMkLst>
        </pc:picChg>
        <pc:picChg chg="add mod">
          <ac:chgData name="Choi Jeomki" userId="f1912f8b0928b9f1" providerId="LiveId" clId="{29366F34-5D58-4B38-9DBA-7F5115FE4899}" dt="2019-02-26T17:00:32.410" v="5594" actId="408"/>
          <ac:picMkLst>
            <pc:docMk/>
            <pc:sldMk cId="2837305689" sldId="597"/>
            <ac:picMk id="6" creationId="{2A3ABA71-03DC-4CC6-81CE-A3D5510857BA}"/>
          </ac:picMkLst>
        </pc:picChg>
        <pc:picChg chg="add mod">
          <ac:chgData name="Choi Jeomki" userId="f1912f8b0928b9f1" providerId="LiveId" clId="{29366F34-5D58-4B38-9DBA-7F5115FE4899}" dt="2019-02-26T17:00:32.410" v="5594" actId="408"/>
          <ac:picMkLst>
            <pc:docMk/>
            <pc:sldMk cId="2837305689" sldId="597"/>
            <ac:picMk id="7" creationId="{47733F9D-26CD-4270-AB57-177217213E5C}"/>
          </ac:picMkLst>
        </pc:picChg>
      </pc:sldChg>
      <pc:sldChg chg="addSp modSp add">
        <pc:chgData name="Choi Jeomki" userId="f1912f8b0928b9f1" providerId="LiveId" clId="{29366F34-5D58-4B38-9DBA-7F5115FE4899}" dt="2019-03-01T16:15:04.093" v="12667" actId="20577"/>
        <pc:sldMkLst>
          <pc:docMk/>
          <pc:sldMk cId="1580550555" sldId="598"/>
        </pc:sldMkLst>
        <pc:spChg chg="mod">
          <ac:chgData name="Choi Jeomki" userId="f1912f8b0928b9f1" providerId="LiveId" clId="{29366F34-5D58-4B38-9DBA-7F5115FE4899}" dt="2019-03-01T16:15:04.093" v="12667" actId="20577"/>
          <ac:spMkLst>
            <pc:docMk/>
            <pc:sldMk cId="1580550555" sldId="598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9:17:31.731" v="6531" actId="120"/>
          <ac:spMkLst>
            <pc:docMk/>
            <pc:sldMk cId="1580550555" sldId="598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6T18:57:31.070" v="6501" actId="14100"/>
          <ac:spMkLst>
            <pc:docMk/>
            <pc:sldMk cId="1580550555" sldId="598"/>
            <ac:spMk id="4" creationId="{C79D062B-1463-45B2-A25C-0E3B98914C04}"/>
          </ac:spMkLst>
        </pc:spChg>
        <pc:grpChg chg="add mod">
          <ac:chgData name="Choi Jeomki" userId="f1912f8b0928b9f1" providerId="LiveId" clId="{29366F34-5D58-4B38-9DBA-7F5115FE4899}" dt="2019-02-26T19:17:28.918" v="6528" actId="1076"/>
          <ac:grpSpMkLst>
            <pc:docMk/>
            <pc:sldMk cId="1580550555" sldId="598"/>
            <ac:grpSpMk id="8" creationId="{46F87AB1-7C00-40D1-A5D3-F0BFF33E2A2B}"/>
          </ac:grpSpMkLst>
        </pc:grpChg>
        <pc:picChg chg="add mod">
          <ac:chgData name="Choi Jeomki" userId="f1912f8b0928b9f1" providerId="LiveId" clId="{29366F34-5D58-4B38-9DBA-7F5115FE4899}" dt="2019-02-26T19:17:01.102" v="6505" actId="552"/>
          <ac:picMkLst>
            <pc:docMk/>
            <pc:sldMk cId="1580550555" sldId="598"/>
            <ac:picMk id="5" creationId="{113EC068-78A9-421E-B73D-110537219206}"/>
          </ac:picMkLst>
        </pc:picChg>
        <pc:picChg chg="add mod">
          <ac:chgData name="Choi Jeomki" userId="f1912f8b0928b9f1" providerId="LiveId" clId="{29366F34-5D58-4B38-9DBA-7F5115FE4899}" dt="2019-02-26T19:17:06.388" v="6506" actId="14100"/>
          <ac:picMkLst>
            <pc:docMk/>
            <pc:sldMk cId="1580550555" sldId="598"/>
            <ac:picMk id="6" creationId="{0D8717DC-F461-4C00-9663-CAEE24006E1A}"/>
          </ac:picMkLst>
        </pc:picChg>
        <pc:picChg chg="add mod">
          <ac:chgData name="Choi Jeomki" userId="f1912f8b0928b9f1" providerId="LiveId" clId="{29366F34-5D58-4B38-9DBA-7F5115FE4899}" dt="2019-02-26T19:17:08.669" v="6507" actId="14100"/>
          <ac:picMkLst>
            <pc:docMk/>
            <pc:sldMk cId="1580550555" sldId="598"/>
            <ac:picMk id="7" creationId="{4967978A-A88E-4B5A-A336-AE34F172BA8E}"/>
          </ac:picMkLst>
        </pc:picChg>
      </pc:sldChg>
      <pc:sldChg chg="addSp delSp modSp add">
        <pc:chgData name="Choi Jeomki" userId="f1912f8b0928b9f1" providerId="LiveId" clId="{29366F34-5D58-4B38-9DBA-7F5115FE4899}" dt="2019-03-03T14:14:58.919" v="13051" actId="208"/>
        <pc:sldMkLst>
          <pc:docMk/>
          <pc:sldMk cId="3151092395" sldId="599"/>
        </pc:sldMkLst>
        <pc:spChg chg="mod">
          <ac:chgData name="Choi Jeomki" userId="f1912f8b0928b9f1" providerId="LiveId" clId="{29366F34-5D58-4B38-9DBA-7F5115FE4899}" dt="2019-02-26T19:22:53.706" v="7098" actId="20577"/>
          <ac:spMkLst>
            <pc:docMk/>
            <pc:sldMk cId="3151092395" sldId="599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9:19:35.076" v="6875" actId="20577"/>
          <ac:spMkLst>
            <pc:docMk/>
            <pc:sldMk cId="3151092395" sldId="599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3T14:11:29.982" v="12880" actId="554"/>
          <ac:spMkLst>
            <pc:docMk/>
            <pc:sldMk cId="3151092395" sldId="599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3-03T14:14:49.671" v="13048" actId="20577"/>
          <ac:spMkLst>
            <pc:docMk/>
            <pc:sldMk cId="3151092395" sldId="599"/>
            <ac:spMk id="9" creationId="{4CFFC369-9B75-4CE5-8441-CD737FD20AB4}"/>
          </ac:spMkLst>
        </pc:spChg>
        <pc:picChg chg="add del mod">
          <ac:chgData name="Choi Jeomki" userId="f1912f8b0928b9f1" providerId="LiveId" clId="{29366F34-5D58-4B38-9DBA-7F5115FE4899}" dt="2019-03-03T14:10:10.998" v="12830" actId="478"/>
          <ac:picMkLst>
            <pc:docMk/>
            <pc:sldMk cId="3151092395" sldId="599"/>
            <ac:picMk id="5" creationId="{D53E9D73-38BD-45BE-A33E-C71401DEE550}"/>
          </ac:picMkLst>
        </pc:picChg>
        <pc:picChg chg="add del mod">
          <ac:chgData name="Choi Jeomki" userId="f1912f8b0928b9f1" providerId="LiveId" clId="{29366F34-5D58-4B38-9DBA-7F5115FE4899}" dt="2019-03-03T14:10:10.998" v="12830" actId="478"/>
          <ac:picMkLst>
            <pc:docMk/>
            <pc:sldMk cId="3151092395" sldId="599"/>
            <ac:picMk id="6" creationId="{D48CAA36-18DC-42F0-BF90-D75BFAE4E3AF}"/>
          </ac:picMkLst>
        </pc:picChg>
        <pc:picChg chg="add del mod">
          <ac:chgData name="Choi Jeomki" userId="f1912f8b0928b9f1" providerId="LiveId" clId="{29366F34-5D58-4B38-9DBA-7F5115FE4899}" dt="2019-03-03T14:10:10.998" v="12830" actId="478"/>
          <ac:picMkLst>
            <pc:docMk/>
            <pc:sldMk cId="3151092395" sldId="599"/>
            <ac:picMk id="7" creationId="{8EA00B09-B35C-40CC-8CE1-6D6E96D44C80}"/>
          </ac:picMkLst>
        </pc:picChg>
        <pc:picChg chg="add mod">
          <ac:chgData name="Choi Jeomki" userId="f1912f8b0928b9f1" providerId="LiveId" clId="{29366F34-5D58-4B38-9DBA-7F5115FE4899}" dt="2019-03-03T14:14:58.919" v="13051" actId="208"/>
          <ac:picMkLst>
            <pc:docMk/>
            <pc:sldMk cId="3151092395" sldId="599"/>
            <ac:picMk id="8" creationId="{8EFC64A7-0024-42F9-B455-28227D7AE143}"/>
          </ac:picMkLst>
        </pc:picChg>
        <pc:picChg chg="add mod">
          <ac:chgData name="Choi Jeomki" userId="f1912f8b0928b9f1" providerId="LiveId" clId="{29366F34-5D58-4B38-9DBA-7F5115FE4899}" dt="2019-03-03T14:14:58.919" v="13051" actId="208"/>
          <ac:picMkLst>
            <pc:docMk/>
            <pc:sldMk cId="3151092395" sldId="599"/>
            <ac:picMk id="10" creationId="{7AC1E409-7871-4F09-9552-69FA9BFC6079}"/>
          </ac:picMkLst>
        </pc:picChg>
        <pc:picChg chg="add del mod">
          <ac:chgData name="Choi Jeomki" userId="f1912f8b0928b9f1" providerId="LiveId" clId="{29366F34-5D58-4B38-9DBA-7F5115FE4899}" dt="2019-03-03T14:13:04.019" v="12935" actId="478"/>
          <ac:picMkLst>
            <pc:docMk/>
            <pc:sldMk cId="3151092395" sldId="599"/>
            <ac:picMk id="11" creationId="{E382E6E7-E001-4442-8427-C46197799A37}"/>
          </ac:picMkLst>
        </pc:picChg>
        <pc:picChg chg="add mod">
          <ac:chgData name="Choi Jeomki" userId="f1912f8b0928b9f1" providerId="LiveId" clId="{29366F34-5D58-4B38-9DBA-7F5115FE4899}" dt="2019-03-03T14:14:58.919" v="13051" actId="208"/>
          <ac:picMkLst>
            <pc:docMk/>
            <pc:sldMk cId="3151092395" sldId="599"/>
            <ac:picMk id="12" creationId="{4131C4A9-E313-4942-A031-E477D4BE0DB8}"/>
          </ac:picMkLst>
        </pc:picChg>
        <pc:picChg chg="add mod">
          <ac:chgData name="Choi Jeomki" userId="f1912f8b0928b9f1" providerId="LiveId" clId="{29366F34-5D58-4B38-9DBA-7F5115FE4899}" dt="2019-03-03T14:14:58.919" v="13051" actId="208"/>
          <ac:picMkLst>
            <pc:docMk/>
            <pc:sldMk cId="3151092395" sldId="599"/>
            <ac:picMk id="13" creationId="{F3427BF9-3E4B-47A4-BA9A-5D4FCA47FF33}"/>
          </ac:picMkLst>
        </pc:picChg>
      </pc:sldChg>
      <pc:sldChg chg="addSp delSp modSp add">
        <pc:chgData name="Choi Jeomki" userId="f1912f8b0928b9f1" providerId="LiveId" clId="{29366F34-5D58-4B38-9DBA-7F5115FE4899}" dt="2019-03-03T14:17:38.264" v="13091" actId="1036"/>
        <pc:sldMkLst>
          <pc:docMk/>
          <pc:sldMk cId="1942084516" sldId="600"/>
        </pc:sldMkLst>
        <pc:spChg chg="mod">
          <ac:chgData name="Choi Jeomki" userId="f1912f8b0928b9f1" providerId="LiveId" clId="{29366F34-5D58-4B38-9DBA-7F5115FE4899}" dt="2019-02-26T19:22:47.813" v="7091" actId="20577"/>
          <ac:spMkLst>
            <pc:docMk/>
            <pc:sldMk cId="1942084516" sldId="600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9:22:30.501" v="7077"/>
          <ac:spMkLst>
            <pc:docMk/>
            <pc:sldMk cId="1942084516" sldId="600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3T14:17:33.049" v="13083" actId="20577"/>
          <ac:spMkLst>
            <pc:docMk/>
            <pc:sldMk cId="1942084516" sldId="600"/>
            <ac:spMk id="4" creationId="{C79D062B-1463-45B2-A25C-0E3B98914C04}"/>
          </ac:spMkLst>
        </pc:spChg>
        <pc:picChg chg="add del mod">
          <ac:chgData name="Choi Jeomki" userId="f1912f8b0928b9f1" providerId="LiveId" clId="{29366F34-5D58-4B38-9DBA-7F5115FE4899}" dt="2019-03-03T14:16:18.777" v="13062" actId="478"/>
          <ac:picMkLst>
            <pc:docMk/>
            <pc:sldMk cId="1942084516" sldId="600"/>
            <ac:picMk id="5" creationId="{4D709E16-4961-4669-A64E-5E1232A4CE8D}"/>
          </ac:picMkLst>
        </pc:picChg>
        <pc:picChg chg="add del mod">
          <ac:chgData name="Choi Jeomki" userId="f1912f8b0928b9f1" providerId="LiveId" clId="{29366F34-5D58-4B38-9DBA-7F5115FE4899}" dt="2019-03-03T14:16:19.283" v="13063" actId="478"/>
          <ac:picMkLst>
            <pc:docMk/>
            <pc:sldMk cId="1942084516" sldId="600"/>
            <ac:picMk id="6" creationId="{5C93EADC-8D5C-4D09-B1ED-90F21AF7F706}"/>
          </ac:picMkLst>
        </pc:picChg>
        <pc:picChg chg="add del mod">
          <ac:chgData name="Choi Jeomki" userId="f1912f8b0928b9f1" providerId="LiveId" clId="{29366F34-5D58-4B38-9DBA-7F5115FE4899}" dt="2019-02-26T19:24:47.303" v="7122" actId="478"/>
          <ac:picMkLst>
            <pc:docMk/>
            <pc:sldMk cId="1942084516" sldId="600"/>
            <ac:picMk id="7" creationId="{4DE0FE53-E270-49E0-8D25-9C17CD36CDB4}"/>
          </ac:picMkLst>
        </pc:picChg>
        <pc:picChg chg="add del mod">
          <ac:chgData name="Choi Jeomki" userId="f1912f8b0928b9f1" providerId="LiveId" clId="{29366F34-5D58-4B38-9DBA-7F5115FE4899}" dt="2019-03-03T14:17:02.680" v="13077" actId="478"/>
          <ac:picMkLst>
            <pc:docMk/>
            <pc:sldMk cId="1942084516" sldId="600"/>
            <ac:picMk id="8" creationId="{EDF2CC1A-D8D9-4BC7-8184-AC5322342267}"/>
          </ac:picMkLst>
        </pc:picChg>
        <pc:picChg chg="add mod">
          <ac:chgData name="Choi Jeomki" userId="f1912f8b0928b9f1" providerId="LiveId" clId="{29366F34-5D58-4B38-9DBA-7F5115FE4899}" dt="2019-03-03T14:17:01.264" v="13075" actId="208"/>
          <ac:picMkLst>
            <pc:docMk/>
            <pc:sldMk cId="1942084516" sldId="600"/>
            <ac:picMk id="9" creationId="{2F9EA304-CFC8-4EDF-8CE1-4DF287CEB7AB}"/>
          </ac:picMkLst>
        </pc:picChg>
        <pc:picChg chg="add mod">
          <ac:chgData name="Choi Jeomki" userId="f1912f8b0928b9f1" providerId="LiveId" clId="{29366F34-5D58-4B38-9DBA-7F5115FE4899}" dt="2019-03-03T14:17:38.264" v="13091" actId="1036"/>
          <ac:picMkLst>
            <pc:docMk/>
            <pc:sldMk cId="1942084516" sldId="600"/>
            <ac:picMk id="10" creationId="{A329EF23-B4F3-4226-B4E0-22AA042153B1}"/>
          </ac:picMkLst>
        </pc:picChg>
        <pc:picChg chg="add mod">
          <ac:chgData name="Choi Jeomki" userId="f1912f8b0928b9f1" providerId="LiveId" clId="{29366F34-5D58-4B38-9DBA-7F5115FE4899}" dt="2019-03-03T14:17:38.264" v="13091" actId="1036"/>
          <ac:picMkLst>
            <pc:docMk/>
            <pc:sldMk cId="1942084516" sldId="600"/>
            <ac:picMk id="11" creationId="{B37FB706-C97D-44F0-BD6A-C647C637FF79}"/>
          </ac:picMkLst>
        </pc:picChg>
      </pc:sldChg>
      <pc:sldChg chg="addSp delSp modSp add">
        <pc:chgData name="Choi Jeomki" userId="f1912f8b0928b9f1" providerId="LiveId" clId="{29366F34-5D58-4B38-9DBA-7F5115FE4899}" dt="2019-03-05T16:49:55.691" v="15766" actId="20577"/>
        <pc:sldMkLst>
          <pc:docMk/>
          <pc:sldMk cId="2788085282" sldId="602"/>
        </pc:sldMkLst>
        <pc:spChg chg="mod">
          <ac:chgData name="Choi Jeomki" userId="f1912f8b0928b9f1" providerId="LiveId" clId="{29366F34-5D58-4B38-9DBA-7F5115FE4899}" dt="2019-03-05T13:38:34.118" v="14710"/>
          <ac:spMkLst>
            <pc:docMk/>
            <pc:sldMk cId="2788085282" sldId="602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6:49:55.691" v="15766" actId="20577"/>
          <ac:spMkLst>
            <pc:docMk/>
            <pc:sldMk cId="2788085282" sldId="602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4:30:42.824" v="14923" actId="14100"/>
          <ac:spMkLst>
            <pc:docMk/>
            <pc:sldMk cId="2788085282" sldId="602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3-05T14:31:56.011" v="14940" actId="20577"/>
          <ac:spMkLst>
            <pc:docMk/>
            <pc:sldMk cId="2788085282" sldId="602"/>
            <ac:spMk id="9" creationId="{0F4D5D27-E96F-4BAF-B48E-E3855393DB2D}"/>
          </ac:spMkLst>
        </pc:spChg>
        <pc:picChg chg="add del mod modCrop">
          <ac:chgData name="Choi Jeomki" userId="f1912f8b0928b9f1" providerId="LiveId" clId="{29366F34-5D58-4B38-9DBA-7F5115FE4899}" dt="2019-03-05T14:29:10.067" v="14887" actId="478"/>
          <ac:picMkLst>
            <pc:docMk/>
            <pc:sldMk cId="2788085282" sldId="602"/>
            <ac:picMk id="5" creationId="{E42DDA10-4B81-4178-9467-535E68EAA8B8}"/>
          </ac:picMkLst>
        </pc:picChg>
        <pc:picChg chg="add del mod modCrop">
          <ac:chgData name="Choi Jeomki" userId="f1912f8b0928b9f1" providerId="LiveId" clId="{29366F34-5D58-4B38-9DBA-7F5115FE4899}" dt="2019-03-05T14:29:10.067" v="14887" actId="478"/>
          <ac:picMkLst>
            <pc:docMk/>
            <pc:sldMk cId="2788085282" sldId="602"/>
            <ac:picMk id="6" creationId="{F6A58AFE-E4CC-42E3-928B-1A5C772A7427}"/>
          </ac:picMkLst>
        </pc:picChg>
        <pc:picChg chg="add del mod modCrop">
          <ac:chgData name="Choi Jeomki" userId="f1912f8b0928b9f1" providerId="LiveId" clId="{29366F34-5D58-4B38-9DBA-7F5115FE4899}" dt="2019-03-05T14:29:10.067" v="14887" actId="478"/>
          <ac:picMkLst>
            <pc:docMk/>
            <pc:sldMk cId="2788085282" sldId="602"/>
            <ac:picMk id="7" creationId="{6C72FEE4-9FE3-41CF-A411-472884656A83}"/>
          </ac:picMkLst>
        </pc:picChg>
        <pc:picChg chg="add del mod modCrop">
          <ac:chgData name="Choi Jeomki" userId="f1912f8b0928b9f1" providerId="LiveId" clId="{29366F34-5D58-4B38-9DBA-7F5115FE4899}" dt="2019-03-05T14:29:10.067" v="14887" actId="478"/>
          <ac:picMkLst>
            <pc:docMk/>
            <pc:sldMk cId="2788085282" sldId="602"/>
            <ac:picMk id="8" creationId="{590D19B9-C75A-49A9-B47B-5360615548CA}"/>
          </ac:picMkLst>
        </pc:picChg>
        <pc:picChg chg="add mod modCrop">
          <ac:chgData name="Choi Jeomki" userId="f1912f8b0928b9f1" providerId="LiveId" clId="{29366F34-5D58-4B38-9DBA-7F5115FE4899}" dt="2019-03-05T14:30:34.259" v="14914" actId="552"/>
          <ac:picMkLst>
            <pc:docMk/>
            <pc:sldMk cId="2788085282" sldId="602"/>
            <ac:picMk id="10" creationId="{5A8B04AE-95E2-4072-9FCF-B6DBA7C706BA}"/>
          </ac:picMkLst>
        </pc:picChg>
        <pc:picChg chg="add mod modCrop">
          <ac:chgData name="Choi Jeomki" userId="f1912f8b0928b9f1" providerId="LiveId" clId="{29366F34-5D58-4B38-9DBA-7F5115FE4899}" dt="2019-03-05T14:30:38.035" v="14922" actId="1035"/>
          <ac:picMkLst>
            <pc:docMk/>
            <pc:sldMk cId="2788085282" sldId="602"/>
            <ac:picMk id="11" creationId="{543FD40A-535A-4A6F-BBA2-FE3D001A9A62}"/>
          </ac:picMkLst>
        </pc:picChg>
        <pc:picChg chg="add del mod">
          <ac:chgData name="Choi Jeomki" userId="f1912f8b0928b9f1" providerId="LiveId" clId="{29366F34-5D58-4B38-9DBA-7F5115FE4899}" dt="2019-03-05T14:32:32.700" v="14941" actId="478"/>
          <ac:picMkLst>
            <pc:docMk/>
            <pc:sldMk cId="2788085282" sldId="602"/>
            <ac:picMk id="12" creationId="{435D56AA-2525-40D4-B078-3AD2177A6392}"/>
          </ac:picMkLst>
        </pc:picChg>
        <pc:picChg chg="add del mod">
          <ac:chgData name="Choi Jeomki" userId="f1912f8b0928b9f1" providerId="LiveId" clId="{29366F34-5D58-4B38-9DBA-7F5115FE4899}" dt="2019-03-05T14:32:32.700" v="14941" actId="478"/>
          <ac:picMkLst>
            <pc:docMk/>
            <pc:sldMk cId="2788085282" sldId="602"/>
            <ac:picMk id="13" creationId="{773D5C93-C156-4B16-84D8-F648F8CC6866}"/>
          </ac:picMkLst>
        </pc:picChg>
        <pc:picChg chg="add mod modCrop">
          <ac:chgData name="Choi Jeomki" userId="f1912f8b0928b9f1" providerId="LiveId" clId="{29366F34-5D58-4B38-9DBA-7F5115FE4899}" dt="2019-03-05T14:32:55.451" v="14950" actId="552"/>
          <ac:picMkLst>
            <pc:docMk/>
            <pc:sldMk cId="2788085282" sldId="602"/>
            <ac:picMk id="14" creationId="{9D33C3A7-A9AA-4B21-9199-34CC20403500}"/>
          </ac:picMkLst>
        </pc:picChg>
        <pc:picChg chg="add mod modCrop">
          <ac:chgData name="Choi Jeomki" userId="f1912f8b0928b9f1" providerId="LiveId" clId="{29366F34-5D58-4B38-9DBA-7F5115FE4899}" dt="2019-03-05T14:32:58.991" v="14965" actId="1035"/>
          <ac:picMkLst>
            <pc:docMk/>
            <pc:sldMk cId="2788085282" sldId="602"/>
            <ac:picMk id="15" creationId="{784067EE-AA3B-40AA-BFCC-6CAF092DC824}"/>
          </ac:picMkLst>
        </pc:picChg>
      </pc:sldChg>
      <pc:sldChg chg="addSp delSp modSp add">
        <pc:chgData name="Choi Jeomki" userId="f1912f8b0928b9f1" providerId="LiveId" clId="{29366F34-5D58-4B38-9DBA-7F5115FE4899}" dt="2019-03-05T17:03:26.213" v="15880" actId="20577"/>
        <pc:sldMkLst>
          <pc:docMk/>
          <pc:sldMk cId="2597075497" sldId="603"/>
        </pc:sldMkLst>
        <pc:spChg chg="mod">
          <ac:chgData name="Choi Jeomki" userId="f1912f8b0928b9f1" providerId="LiveId" clId="{29366F34-5D58-4B38-9DBA-7F5115FE4899}" dt="2019-03-05T17:03:26.213" v="15880" actId="20577"/>
          <ac:spMkLst>
            <pc:docMk/>
            <pc:sldMk cId="2597075497" sldId="603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6:51:05.975" v="15806"/>
          <ac:spMkLst>
            <pc:docMk/>
            <pc:sldMk cId="2597075497" sldId="603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01:03.280" v="15861" actId="207"/>
          <ac:spMkLst>
            <pc:docMk/>
            <pc:sldMk cId="2597075497" sldId="603"/>
            <ac:spMk id="4" creationId="{C79D062B-1463-45B2-A25C-0E3B98914C04}"/>
          </ac:spMkLst>
        </pc:spChg>
        <pc:picChg chg="add del mod">
          <ac:chgData name="Choi Jeomki" userId="f1912f8b0928b9f1" providerId="LiveId" clId="{29366F34-5D58-4B38-9DBA-7F5115FE4899}" dt="2019-03-05T17:01:15.664" v="15862" actId="478"/>
          <ac:picMkLst>
            <pc:docMk/>
            <pc:sldMk cId="2597075497" sldId="603"/>
            <ac:picMk id="5" creationId="{9DF8A661-AB59-4180-A7B2-B31119EE8D6A}"/>
          </ac:picMkLst>
        </pc:picChg>
        <pc:picChg chg="add del mod">
          <ac:chgData name="Choi Jeomki" userId="f1912f8b0928b9f1" providerId="LiveId" clId="{29366F34-5D58-4B38-9DBA-7F5115FE4899}" dt="2019-03-05T17:01:43.147" v="15865" actId="478"/>
          <ac:picMkLst>
            <pc:docMk/>
            <pc:sldMk cId="2597075497" sldId="603"/>
            <ac:picMk id="6" creationId="{A9BB89F9-45B7-4F6B-BD9F-F34B7D2FA15E}"/>
          </ac:picMkLst>
        </pc:picChg>
        <pc:picChg chg="add mod">
          <ac:chgData name="Choi Jeomki" userId="f1912f8b0928b9f1" providerId="LiveId" clId="{29366F34-5D58-4B38-9DBA-7F5115FE4899}" dt="2019-03-05T17:02:25.116" v="15873" actId="1038"/>
          <ac:picMkLst>
            <pc:docMk/>
            <pc:sldMk cId="2597075497" sldId="603"/>
            <ac:picMk id="7" creationId="{31CBAFE5-FECD-4DFC-96E8-68DBEB7C1429}"/>
          </ac:picMkLst>
        </pc:picChg>
      </pc:sldChg>
      <pc:sldChg chg="addSp modSp add">
        <pc:chgData name="Choi Jeomki" userId="f1912f8b0928b9f1" providerId="LiveId" clId="{29366F34-5D58-4B38-9DBA-7F5115FE4899}" dt="2019-03-05T07:45:33.917" v="13488" actId="1036"/>
        <pc:sldMkLst>
          <pc:docMk/>
          <pc:sldMk cId="2005694729" sldId="605"/>
        </pc:sldMkLst>
        <pc:spChg chg="mod">
          <ac:chgData name="Choi Jeomki" userId="f1912f8b0928b9f1" providerId="LiveId" clId="{29366F34-5D58-4B38-9DBA-7F5115FE4899}" dt="2019-03-05T07:42:25.247" v="13190"/>
          <ac:spMkLst>
            <pc:docMk/>
            <pc:sldMk cId="2005694729" sldId="605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07:43:08.149" v="13411"/>
          <ac:spMkLst>
            <pc:docMk/>
            <pc:sldMk cId="2005694729" sldId="605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07:45:30.046" v="13463" actId="20577"/>
          <ac:spMkLst>
            <pc:docMk/>
            <pc:sldMk cId="2005694729" sldId="605"/>
            <ac:spMk id="4" creationId="{C79D062B-1463-45B2-A25C-0E3B98914C04}"/>
          </ac:spMkLst>
        </pc:spChg>
        <pc:picChg chg="add mod modCrop">
          <ac:chgData name="Choi Jeomki" userId="f1912f8b0928b9f1" providerId="LiveId" clId="{29366F34-5D58-4B38-9DBA-7F5115FE4899}" dt="2019-03-05T07:45:10.530" v="13437" actId="1076"/>
          <ac:picMkLst>
            <pc:docMk/>
            <pc:sldMk cId="2005694729" sldId="605"/>
            <ac:picMk id="5" creationId="{558A022F-AED1-48E1-A2F3-5B483AABBF88}"/>
          </ac:picMkLst>
        </pc:picChg>
        <pc:picChg chg="add mod modCrop">
          <ac:chgData name="Choi Jeomki" userId="f1912f8b0928b9f1" providerId="LiveId" clId="{29366F34-5D58-4B38-9DBA-7F5115FE4899}" dt="2019-03-05T07:45:28.038" v="13462" actId="1036"/>
          <ac:picMkLst>
            <pc:docMk/>
            <pc:sldMk cId="2005694729" sldId="605"/>
            <ac:picMk id="6" creationId="{C63EB327-8485-4B36-B672-364AD08364D2}"/>
          </ac:picMkLst>
        </pc:picChg>
        <pc:picChg chg="add mod modCrop">
          <ac:chgData name="Choi Jeomki" userId="f1912f8b0928b9f1" providerId="LiveId" clId="{29366F34-5D58-4B38-9DBA-7F5115FE4899}" dt="2019-03-05T07:45:33.917" v="13488" actId="1036"/>
          <ac:picMkLst>
            <pc:docMk/>
            <pc:sldMk cId="2005694729" sldId="605"/>
            <ac:picMk id="7" creationId="{2639D297-6363-47C8-AFB7-8F2BC0E2ADD8}"/>
          </ac:picMkLst>
        </pc:picChg>
      </pc:sldChg>
      <pc:sldChg chg="addSp modSp add">
        <pc:chgData name="Choi Jeomki" userId="f1912f8b0928b9f1" providerId="LiveId" clId="{29366F34-5D58-4B38-9DBA-7F5115FE4899}" dt="2019-03-05T10:09:18.310" v="13865" actId="1076"/>
        <pc:sldMkLst>
          <pc:docMk/>
          <pc:sldMk cId="399583833" sldId="606"/>
        </pc:sldMkLst>
        <pc:spChg chg="mod">
          <ac:chgData name="Choi Jeomki" userId="f1912f8b0928b9f1" providerId="LiveId" clId="{29366F34-5D58-4B38-9DBA-7F5115FE4899}" dt="2019-03-05T10:01:31.935" v="13504"/>
          <ac:spMkLst>
            <pc:docMk/>
            <pc:sldMk cId="399583833" sldId="606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0:02:57.951" v="13738"/>
          <ac:spMkLst>
            <pc:docMk/>
            <pc:sldMk cId="399583833" sldId="606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0:07:21.143" v="13831" actId="20577"/>
          <ac:spMkLst>
            <pc:docMk/>
            <pc:sldMk cId="399583833" sldId="606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3-05T10:09:11.241" v="13862" actId="20577"/>
          <ac:spMkLst>
            <pc:docMk/>
            <pc:sldMk cId="399583833" sldId="606"/>
            <ac:spMk id="5" creationId="{7A1874C5-3697-450C-93AF-0EEA03F0D794}"/>
          </ac:spMkLst>
        </pc:spChg>
        <pc:picChg chg="add mod">
          <ac:chgData name="Choi Jeomki" userId="f1912f8b0928b9f1" providerId="LiveId" clId="{29366F34-5D58-4B38-9DBA-7F5115FE4899}" dt="2019-03-05T10:07:29.559" v="13833" actId="208"/>
          <ac:picMkLst>
            <pc:docMk/>
            <pc:sldMk cId="399583833" sldId="606"/>
            <ac:picMk id="6" creationId="{759815E4-F6C6-4B01-9101-97D6AD226127}"/>
          </ac:picMkLst>
        </pc:picChg>
        <pc:picChg chg="add mod">
          <ac:chgData name="Choi Jeomki" userId="f1912f8b0928b9f1" providerId="LiveId" clId="{29366F34-5D58-4B38-9DBA-7F5115FE4899}" dt="2019-03-05T10:07:38.359" v="13849" actId="1035"/>
          <ac:picMkLst>
            <pc:docMk/>
            <pc:sldMk cId="399583833" sldId="606"/>
            <ac:picMk id="7" creationId="{DBD53CC2-40D8-4983-A909-E56D07FD01F2}"/>
          </ac:picMkLst>
        </pc:picChg>
        <pc:picChg chg="add mod">
          <ac:chgData name="Choi Jeomki" userId="f1912f8b0928b9f1" providerId="LiveId" clId="{29366F34-5D58-4B38-9DBA-7F5115FE4899}" dt="2019-03-05T10:07:34.773" v="13840" actId="1035"/>
          <ac:picMkLst>
            <pc:docMk/>
            <pc:sldMk cId="399583833" sldId="606"/>
            <ac:picMk id="8" creationId="{10F3B521-7496-4F9B-A348-70F7F7450FBA}"/>
          </ac:picMkLst>
        </pc:picChg>
        <pc:picChg chg="add mod">
          <ac:chgData name="Choi Jeomki" userId="f1912f8b0928b9f1" providerId="LiveId" clId="{29366F34-5D58-4B38-9DBA-7F5115FE4899}" dt="2019-03-05T10:07:32.634" v="13838" actId="1036"/>
          <ac:picMkLst>
            <pc:docMk/>
            <pc:sldMk cId="399583833" sldId="606"/>
            <ac:picMk id="9" creationId="{AC883EA7-F996-4679-A89D-A21E5CA5D7A0}"/>
          </ac:picMkLst>
        </pc:picChg>
        <pc:picChg chg="add mod">
          <ac:chgData name="Choi Jeomki" userId="f1912f8b0928b9f1" providerId="LiveId" clId="{29366F34-5D58-4B38-9DBA-7F5115FE4899}" dt="2019-03-05T10:09:18.310" v="13865" actId="1076"/>
          <ac:picMkLst>
            <pc:docMk/>
            <pc:sldMk cId="399583833" sldId="606"/>
            <ac:picMk id="10" creationId="{A9466500-12EC-4F29-B765-344D2982EAE2}"/>
          </ac:picMkLst>
        </pc:picChg>
        <pc:picChg chg="add mod">
          <ac:chgData name="Choi Jeomki" userId="f1912f8b0928b9f1" providerId="LiveId" clId="{29366F34-5D58-4B38-9DBA-7F5115FE4899}" dt="2019-03-05T10:09:18.310" v="13865" actId="1076"/>
          <ac:picMkLst>
            <pc:docMk/>
            <pc:sldMk cId="399583833" sldId="606"/>
            <ac:picMk id="11" creationId="{C0F255EE-DAE6-4F9A-A31C-E8FB23A1F16E}"/>
          </ac:picMkLst>
        </pc:picChg>
      </pc:sldChg>
      <pc:sldChg chg="addSp delSp modSp add">
        <pc:chgData name="Choi Jeomki" userId="f1912f8b0928b9f1" providerId="LiveId" clId="{29366F34-5D58-4B38-9DBA-7F5115FE4899}" dt="2019-03-06T04:50:24.954" v="18341" actId="14100"/>
        <pc:sldMkLst>
          <pc:docMk/>
          <pc:sldMk cId="2470654534" sldId="607"/>
        </pc:sldMkLst>
        <pc:spChg chg="mod">
          <ac:chgData name="Choi Jeomki" userId="f1912f8b0928b9f1" providerId="LiveId" clId="{29366F34-5D58-4B38-9DBA-7F5115FE4899}" dt="2019-03-06T04:04:39.640" v="18158"/>
          <ac:spMkLst>
            <pc:docMk/>
            <pc:sldMk cId="2470654534" sldId="607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2-27T03:32:19.118" v="9687" actId="1076"/>
          <ac:spMkLst>
            <pc:docMk/>
            <pc:sldMk cId="2470654534" sldId="607"/>
            <ac:spMk id="5" creationId="{AFFFF4A6-F799-4BF1-814F-B04032CE4AF3}"/>
          </ac:spMkLst>
        </pc:spChg>
        <pc:spChg chg="add mod">
          <ac:chgData name="Choi Jeomki" userId="f1912f8b0928b9f1" providerId="LiveId" clId="{29366F34-5D58-4B38-9DBA-7F5115FE4899}" dt="2019-02-27T03:45:13.753" v="10096" actId="1036"/>
          <ac:spMkLst>
            <pc:docMk/>
            <pc:sldMk cId="2470654534" sldId="607"/>
            <ac:spMk id="23" creationId="{B9FF32B9-DC7E-4645-AC11-D3AEB51086D3}"/>
          </ac:spMkLst>
        </pc:spChg>
        <pc:spChg chg="add mod">
          <ac:chgData name="Choi Jeomki" userId="f1912f8b0928b9f1" providerId="LiveId" clId="{29366F34-5D58-4B38-9DBA-7F5115FE4899}" dt="2019-03-06T03:34:08.806" v="17443" actId="554"/>
          <ac:spMkLst>
            <pc:docMk/>
            <pc:sldMk cId="2470654534" sldId="607"/>
            <ac:spMk id="24" creationId="{573F1DE6-E578-4D5B-AD32-EA478CE0486C}"/>
          </ac:spMkLst>
        </pc:spChg>
        <pc:spChg chg="add mod">
          <ac:chgData name="Choi Jeomki" userId="f1912f8b0928b9f1" providerId="LiveId" clId="{29366F34-5D58-4B38-9DBA-7F5115FE4899}" dt="2019-03-06T03:33:38.034" v="17386" actId="1035"/>
          <ac:spMkLst>
            <pc:docMk/>
            <pc:sldMk cId="2470654534" sldId="607"/>
            <ac:spMk id="25" creationId="{3B09BFC9-9AAB-42A4-A7FF-28449741C3A2}"/>
          </ac:spMkLst>
        </pc:spChg>
        <pc:spChg chg="mod">
          <ac:chgData name="Choi Jeomki" userId="f1912f8b0928b9f1" providerId="LiveId" clId="{29366F34-5D58-4B38-9DBA-7F5115FE4899}" dt="2019-02-27T03:45:35.504" v="10112"/>
          <ac:spMkLst>
            <pc:docMk/>
            <pc:sldMk cId="2470654534" sldId="607"/>
            <ac:spMk id="27" creationId="{AFD6188F-7C98-4B41-AB6B-A608B320FF51}"/>
          </ac:spMkLst>
        </pc:spChg>
        <pc:spChg chg="mod topLvl">
          <ac:chgData name="Choi Jeomki" userId="f1912f8b0928b9f1" providerId="LiveId" clId="{29366F34-5D58-4B38-9DBA-7F5115FE4899}" dt="2019-03-06T03:33:31.220" v="17375" actId="14100"/>
          <ac:spMkLst>
            <pc:docMk/>
            <pc:sldMk cId="2470654534" sldId="607"/>
            <ac:spMk id="37" creationId="{793A9CF7-DF58-44F8-806D-8C97FC8F11D9}"/>
          </ac:spMkLst>
        </pc:spChg>
        <pc:spChg chg="mod">
          <ac:chgData name="Choi Jeomki" userId="f1912f8b0928b9f1" providerId="LiveId" clId="{29366F34-5D58-4B38-9DBA-7F5115FE4899}" dt="2019-03-06T03:35:05.346" v="17607" actId="20577"/>
          <ac:spMkLst>
            <pc:docMk/>
            <pc:sldMk cId="2470654534" sldId="607"/>
            <ac:spMk id="45" creationId="{1EBD11C6-E200-4100-AE55-FB44D1C1BA77}"/>
          </ac:spMkLst>
        </pc:spChg>
        <pc:spChg chg="mod">
          <ac:chgData name="Choi Jeomki" userId="f1912f8b0928b9f1" providerId="LiveId" clId="{29366F34-5D58-4B38-9DBA-7F5115FE4899}" dt="2019-03-06T03:34:08.806" v="17443" actId="554"/>
          <ac:spMkLst>
            <pc:docMk/>
            <pc:sldMk cId="2470654534" sldId="607"/>
            <ac:spMk id="46" creationId="{F264BB22-61C4-4247-AB6B-456478FB6D7F}"/>
          </ac:spMkLst>
        </pc:spChg>
        <pc:spChg chg="mod topLvl">
          <ac:chgData name="Choi Jeomki" userId="f1912f8b0928b9f1" providerId="LiveId" clId="{29366F34-5D58-4B38-9DBA-7F5115FE4899}" dt="2019-03-06T03:33:31.220" v="17375" actId="14100"/>
          <ac:spMkLst>
            <pc:docMk/>
            <pc:sldMk cId="2470654534" sldId="607"/>
            <ac:spMk id="52" creationId="{6209B3B5-7457-4213-99F3-4BEAD1573046}"/>
          </ac:spMkLst>
        </pc:spChg>
        <pc:spChg chg="mod topLvl">
          <ac:chgData name="Choi Jeomki" userId="f1912f8b0928b9f1" providerId="LiveId" clId="{29366F34-5D58-4B38-9DBA-7F5115FE4899}" dt="2019-03-06T03:33:25.111" v="17374" actId="165"/>
          <ac:spMkLst>
            <pc:docMk/>
            <pc:sldMk cId="2470654534" sldId="607"/>
            <ac:spMk id="53" creationId="{711CA8C6-91D2-4673-94DF-7160382DBA09}"/>
          </ac:spMkLst>
        </pc:spChg>
        <pc:spChg chg="mod topLvl">
          <ac:chgData name="Choi Jeomki" userId="f1912f8b0928b9f1" providerId="LiveId" clId="{29366F34-5D58-4B38-9DBA-7F5115FE4899}" dt="2019-03-06T03:33:25.111" v="17374" actId="165"/>
          <ac:spMkLst>
            <pc:docMk/>
            <pc:sldMk cId="2470654534" sldId="607"/>
            <ac:spMk id="54" creationId="{DF19160D-2F49-4BDD-9C80-23416AC41087}"/>
          </ac:spMkLst>
        </pc:spChg>
        <pc:spChg chg="mod">
          <ac:chgData name="Choi Jeomki" userId="f1912f8b0928b9f1" providerId="LiveId" clId="{29366F34-5D58-4B38-9DBA-7F5115FE4899}" dt="2019-03-06T03:33:19.884" v="17373" actId="1076"/>
          <ac:spMkLst>
            <pc:docMk/>
            <pc:sldMk cId="2470654534" sldId="607"/>
            <ac:spMk id="59" creationId="{0D4124B1-7553-4592-B00C-017BF7006227}"/>
          </ac:spMkLst>
        </pc:spChg>
        <pc:spChg chg="mod">
          <ac:chgData name="Choi Jeomki" userId="f1912f8b0928b9f1" providerId="LiveId" clId="{29366F34-5D58-4B38-9DBA-7F5115FE4899}" dt="2019-03-06T04:50:24.954" v="18341" actId="14100"/>
          <ac:spMkLst>
            <pc:docMk/>
            <pc:sldMk cId="2470654534" sldId="607"/>
            <ac:spMk id="60" creationId="{C4DC3670-409F-45CE-9E3D-94B90DB4ED18}"/>
          </ac:spMkLst>
        </pc:spChg>
        <pc:spChg chg="mod">
          <ac:chgData name="Choi Jeomki" userId="f1912f8b0928b9f1" providerId="LiveId" clId="{29366F34-5D58-4B38-9DBA-7F5115FE4899}" dt="2019-02-27T03:45:46.468" v="10127" actId="1036"/>
          <ac:spMkLst>
            <pc:docMk/>
            <pc:sldMk cId="2470654534" sldId="607"/>
            <ac:spMk id="67" creationId="{AD59A00E-92A9-4127-AD3B-561D504B3C4B}"/>
          </ac:spMkLst>
        </pc:spChg>
        <pc:spChg chg="mod">
          <ac:chgData name="Choi Jeomki" userId="f1912f8b0928b9f1" providerId="LiveId" clId="{29366F34-5D58-4B38-9DBA-7F5115FE4899}" dt="2019-02-27T03:45:39.875" v="10116" actId="1035"/>
          <ac:spMkLst>
            <pc:docMk/>
            <pc:sldMk cId="2470654534" sldId="607"/>
            <ac:spMk id="71" creationId="{10319857-F21A-437A-B0FD-444891B458E3}"/>
          </ac:spMkLst>
        </pc:spChg>
        <pc:grpChg chg="del mod">
          <ac:chgData name="Choi Jeomki" userId="f1912f8b0928b9f1" providerId="LiveId" clId="{29366F34-5D58-4B38-9DBA-7F5115FE4899}" dt="2019-03-06T03:33:25.111" v="17374" actId="165"/>
          <ac:grpSpMkLst>
            <pc:docMk/>
            <pc:sldMk cId="2470654534" sldId="607"/>
            <ac:grpSpMk id="18" creationId="{45EBEC05-5B5A-400C-A5F0-EA01B9204242}"/>
          </ac:grpSpMkLst>
        </pc:grpChg>
        <pc:grpChg chg="del mod">
          <ac:chgData name="Choi Jeomki" userId="f1912f8b0928b9f1" providerId="LiveId" clId="{29366F34-5D58-4B38-9DBA-7F5115FE4899}" dt="2019-03-06T03:33:25.111" v="17374" actId="165"/>
          <ac:grpSpMkLst>
            <pc:docMk/>
            <pc:sldMk cId="2470654534" sldId="607"/>
            <ac:grpSpMk id="19" creationId="{9449720A-AE8F-453D-9B88-9EFC7476C6E0}"/>
          </ac:grpSpMkLst>
        </pc:grpChg>
        <pc:cxnChg chg="mod">
          <ac:chgData name="Choi Jeomki" userId="f1912f8b0928b9f1" providerId="LiveId" clId="{29366F34-5D58-4B38-9DBA-7F5115FE4899}" dt="2019-02-27T03:45:46.468" v="10127" actId="1036"/>
          <ac:cxnSpMkLst>
            <pc:docMk/>
            <pc:sldMk cId="2470654534" sldId="607"/>
            <ac:cxnSpMk id="31" creationId="{93FCE6C3-DB5F-4AFA-A960-571A1DEF6957}"/>
          </ac:cxnSpMkLst>
        </pc:cxnChg>
        <pc:cxnChg chg="mod">
          <ac:chgData name="Choi Jeomki" userId="f1912f8b0928b9f1" providerId="LiveId" clId="{29366F34-5D58-4B38-9DBA-7F5115FE4899}" dt="2019-02-27T03:45:39.875" v="10116" actId="1035"/>
          <ac:cxnSpMkLst>
            <pc:docMk/>
            <pc:sldMk cId="2470654534" sldId="607"/>
            <ac:cxnSpMk id="62" creationId="{E1A24D86-6AE8-4396-9197-B27FC61617F5}"/>
          </ac:cxnSpMkLst>
        </pc:cxnChg>
      </pc:sldChg>
      <pc:sldChg chg="addSp delSp modSp add ord">
        <pc:chgData name="Choi Jeomki" userId="f1912f8b0928b9f1" providerId="LiveId" clId="{29366F34-5D58-4B38-9DBA-7F5115FE4899}" dt="2019-03-04T01:31:26.365" v="13131"/>
        <pc:sldMkLst>
          <pc:docMk/>
          <pc:sldMk cId="1546583659" sldId="608"/>
        </pc:sldMkLst>
        <pc:spChg chg="mod">
          <ac:chgData name="Choi Jeomki" userId="f1912f8b0928b9f1" providerId="LiveId" clId="{29366F34-5D58-4B38-9DBA-7F5115FE4899}" dt="2019-02-26T19:46:48.323" v="7937"/>
          <ac:spMkLst>
            <pc:docMk/>
            <pc:sldMk cId="1546583659" sldId="608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6T19:49:01.005" v="8235" actId="20577"/>
          <ac:spMkLst>
            <pc:docMk/>
            <pc:sldMk cId="1546583659" sldId="608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4T01:31:26.365" v="13131"/>
          <ac:spMkLst>
            <pc:docMk/>
            <pc:sldMk cId="1546583659" sldId="608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3-04T01:31:16.985" v="13118"/>
          <ac:spMkLst>
            <pc:docMk/>
            <pc:sldMk cId="1546583659" sldId="608"/>
            <ac:spMk id="9" creationId="{176BDCAD-39C5-4A3D-B17E-2D475328D736}"/>
          </ac:spMkLst>
        </pc:spChg>
        <pc:picChg chg="del">
          <ac:chgData name="Choi Jeomki" userId="f1912f8b0928b9f1" providerId="LiveId" clId="{29366F34-5D58-4B38-9DBA-7F5115FE4899}" dt="2019-02-26T19:53:05.163" v="8236" actId="478"/>
          <ac:picMkLst>
            <pc:docMk/>
            <pc:sldMk cId="1546583659" sldId="608"/>
            <ac:picMk id="5" creationId="{4D709E16-4961-4669-A64E-5E1232A4CE8D}"/>
          </ac:picMkLst>
        </pc:picChg>
        <pc:picChg chg="del">
          <ac:chgData name="Choi Jeomki" userId="f1912f8b0928b9f1" providerId="LiveId" clId="{29366F34-5D58-4B38-9DBA-7F5115FE4899}" dt="2019-02-26T19:53:05.726" v="8237" actId="478"/>
          <ac:picMkLst>
            <pc:docMk/>
            <pc:sldMk cId="1546583659" sldId="608"/>
            <ac:picMk id="6" creationId="{5C93EADC-8D5C-4D09-B1ED-90F21AF7F706}"/>
          </ac:picMkLst>
        </pc:picChg>
        <pc:picChg chg="add mod">
          <ac:chgData name="Choi Jeomki" userId="f1912f8b0928b9f1" providerId="LiveId" clId="{29366F34-5D58-4B38-9DBA-7F5115FE4899}" dt="2019-02-26T19:57:41.673" v="8300" actId="1076"/>
          <ac:picMkLst>
            <pc:docMk/>
            <pc:sldMk cId="1546583659" sldId="608"/>
            <ac:picMk id="7" creationId="{80E0FE4A-4209-4E74-A49E-35CECCE7E3B2}"/>
          </ac:picMkLst>
        </pc:picChg>
        <pc:picChg chg="del">
          <ac:chgData name="Choi Jeomki" userId="f1912f8b0928b9f1" providerId="LiveId" clId="{29366F34-5D58-4B38-9DBA-7F5115FE4899}" dt="2019-02-26T19:53:06.135" v="8238" actId="478"/>
          <ac:picMkLst>
            <pc:docMk/>
            <pc:sldMk cId="1546583659" sldId="608"/>
            <ac:picMk id="8" creationId="{EDF2CC1A-D8D9-4BC7-8184-AC5322342267}"/>
          </ac:picMkLst>
        </pc:picChg>
        <pc:picChg chg="add mod">
          <ac:chgData name="Choi Jeomki" userId="f1912f8b0928b9f1" providerId="LiveId" clId="{29366F34-5D58-4B38-9DBA-7F5115FE4899}" dt="2019-02-26T19:57:38.452" v="8298" actId="553"/>
          <ac:picMkLst>
            <pc:docMk/>
            <pc:sldMk cId="1546583659" sldId="608"/>
            <ac:picMk id="10" creationId="{FE6D8FC7-82A6-4848-8298-3E003B53A2CA}"/>
          </ac:picMkLst>
        </pc:picChg>
        <pc:picChg chg="add mod">
          <ac:chgData name="Choi Jeomki" userId="f1912f8b0928b9f1" providerId="LiveId" clId="{29366F34-5D58-4B38-9DBA-7F5115FE4899}" dt="2019-03-03T14:00:58.027" v="12818" actId="1035"/>
          <ac:picMkLst>
            <pc:docMk/>
            <pc:sldMk cId="1546583659" sldId="608"/>
            <ac:picMk id="11" creationId="{D7902D63-0703-4B03-82EB-B732820039B6}"/>
          </ac:picMkLst>
        </pc:picChg>
        <pc:picChg chg="add del mod">
          <ac:chgData name="Choi Jeomki" userId="f1912f8b0928b9f1" providerId="LiveId" clId="{29366F34-5D58-4B38-9DBA-7F5115FE4899}" dt="2019-02-26T19:57:07.971" v="8287" actId="478"/>
          <ac:picMkLst>
            <pc:docMk/>
            <pc:sldMk cId="1546583659" sldId="608"/>
            <ac:picMk id="12" creationId="{7CEA5354-6FDA-4DD5-A917-3F62EF45F54F}"/>
          </ac:picMkLst>
        </pc:picChg>
        <pc:picChg chg="add del mod">
          <ac:chgData name="Choi Jeomki" userId="f1912f8b0928b9f1" providerId="LiveId" clId="{29366F34-5D58-4B38-9DBA-7F5115FE4899}" dt="2019-03-03T14:00:55.575" v="12814" actId="478"/>
          <ac:picMkLst>
            <pc:docMk/>
            <pc:sldMk cId="1546583659" sldId="608"/>
            <ac:picMk id="13" creationId="{802F0BCE-C308-4A3B-B040-1A6134C5195A}"/>
          </ac:picMkLst>
        </pc:picChg>
        <pc:picChg chg="add mod">
          <ac:chgData name="Choi Jeomki" userId="f1912f8b0928b9f1" providerId="LiveId" clId="{29366F34-5D58-4B38-9DBA-7F5115FE4899}" dt="2019-03-03T14:01:11.848" v="12825" actId="14100"/>
          <ac:picMkLst>
            <pc:docMk/>
            <pc:sldMk cId="1546583659" sldId="608"/>
            <ac:picMk id="14" creationId="{A85C985F-9BFF-42B7-9D0D-7643D587F539}"/>
          </ac:picMkLst>
        </pc:picChg>
      </pc:sldChg>
      <pc:sldChg chg="addSp delSp modSp add">
        <pc:chgData name="Choi Jeomki" userId="f1912f8b0928b9f1" providerId="LiveId" clId="{29366F34-5D58-4B38-9DBA-7F5115FE4899}" dt="2019-03-05T17:10:30.611" v="15987" actId="20577"/>
        <pc:sldMkLst>
          <pc:docMk/>
          <pc:sldMk cId="2532497574" sldId="609"/>
        </pc:sldMkLst>
        <pc:spChg chg="mod">
          <ac:chgData name="Choi Jeomki" userId="f1912f8b0928b9f1" providerId="LiveId" clId="{29366F34-5D58-4B38-9DBA-7F5115FE4899}" dt="2019-02-27T02:00:42.049" v="8816"/>
          <ac:spMkLst>
            <pc:docMk/>
            <pc:sldMk cId="2532497574" sldId="609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7T02:01:57.912" v="9152"/>
          <ac:spMkLst>
            <pc:docMk/>
            <pc:sldMk cId="2532497574" sldId="609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10:30.611" v="15987" actId="20577"/>
          <ac:spMkLst>
            <pc:docMk/>
            <pc:sldMk cId="2532497574" sldId="609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2-27T02:17:28.543" v="9560" actId="14100"/>
          <ac:spMkLst>
            <pc:docMk/>
            <pc:sldMk cId="2532497574" sldId="609"/>
            <ac:spMk id="9" creationId="{8524A3AF-8AE8-4E64-9845-DDD673728AA9}"/>
          </ac:spMkLst>
        </pc:spChg>
        <pc:picChg chg="del">
          <ac:chgData name="Choi Jeomki" userId="f1912f8b0928b9f1" providerId="LiveId" clId="{29366F34-5D58-4B38-9DBA-7F5115FE4899}" dt="2019-02-27T02:03:29.569" v="9153" actId="478"/>
          <ac:picMkLst>
            <pc:docMk/>
            <pc:sldMk cId="2532497574" sldId="609"/>
            <ac:picMk id="5" creationId="{4D709E16-4961-4669-A64E-5E1232A4CE8D}"/>
          </ac:picMkLst>
        </pc:picChg>
        <pc:picChg chg="del">
          <ac:chgData name="Choi Jeomki" userId="f1912f8b0928b9f1" providerId="LiveId" clId="{29366F34-5D58-4B38-9DBA-7F5115FE4899}" dt="2019-02-27T02:03:29.569" v="9153" actId="478"/>
          <ac:picMkLst>
            <pc:docMk/>
            <pc:sldMk cId="2532497574" sldId="609"/>
            <ac:picMk id="6" creationId="{5C93EADC-8D5C-4D09-B1ED-90F21AF7F706}"/>
          </ac:picMkLst>
        </pc:picChg>
        <pc:picChg chg="add mod">
          <ac:chgData name="Choi Jeomki" userId="f1912f8b0928b9f1" providerId="LiveId" clId="{29366F34-5D58-4B38-9DBA-7F5115FE4899}" dt="2019-03-03T14:20:01.167" v="13102" actId="1035"/>
          <ac:picMkLst>
            <pc:docMk/>
            <pc:sldMk cId="2532497574" sldId="609"/>
            <ac:picMk id="7" creationId="{17731C8D-23B2-4477-A85B-0D984EB8E86A}"/>
          </ac:picMkLst>
        </pc:picChg>
        <pc:picChg chg="del">
          <ac:chgData name="Choi Jeomki" userId="f1912f8b0928b9f1" providerId="LiveId" clId="{29366F34-5D58-4B38-9DBA-7F5115FE4899}" dt="2019-02-27T02:03:29.569" v="9153" actId="478"/>
          <ac:picMkLst>
            <pc:docMk/>
            <pc:sldMk cId="2532497574" sldId="609"/>
            <ac:picMk id="8" creationId="{EDF2CC1A-D8D9-4BC7-8184-AC5322342267}"/>
          </ac:picMkLst>
        </pc:picChg>
        <pc:picChg chg="add mod">
          <ac:chgData name="Choi Jeomki" userId="f1912f8b0928b9f1" providerId="LiveId" clId="{29366F34-5D58-4B38-9DBA-7F5115FE4899}" dt="2019-02-27T02:14:07.675" v="9539" actId="208"/>
          <ac:picMkLst>
            <pc:docMk/>
            <pc:sldMk cId="2532497574" sldId="609"/>
            <ac:picMk id="10" creationId="{81A3447B-B6D0-4BED-83DE-1C36B73539CB}"/>
          </ac:picMkLst>
        </pc:picChg>
        <pc:picChg chg="add del mod">
          <ac:chgData name="Choi Jeomki" userId="f1912f8b0928b9f1" providerId="LiveId" clId="{29366F34-5D58-4B38-9DBA-7F5115FE4899}" dt="2019-02-27T02:17:10.618" v="9551" actId="478"/>
          <ac:picMkLst>
            <pc:docMk/>
            <pc:sldMk cId="2532497574" sldId="609"/>
            <ac:picMk id="11" creationId="{7F7E9E9E-35A5-47D7-AACB-F85254B0C9CD}"/>
          </ac:picMkLst>
        </pc:picChg>
        <pc:picChg chg="add mod">
          <ac:chgData name="Choi Jeomki" userId="f1912f8b0928b9f1" providerId="LiveId" clId="{29366F34-5D58-4B38-9DBA-7F5115FE4899}" dt="2019-02-27T02:17:35.993" v="9567" actId="1037"/>
          <ac:picMkLst>
            <pc:docMk/>
            <pc:sldMk cId="2532497574" sldId="609"/>
            <ac:picMk id="12" creationId="{375FBD40-8D12-47F3-91C4-EBEDA017A0CE}"/>
          </ac:picMkLst>
        </pc:picChg>
        <pc:picChg chg="add mod">
          <ac:chgData name="Choi Jeomki" userId="f1912f8b0928b9f1" providerId="LiveId" clId="{29366F34-5D58-4B38-9DBA-7F5115FE4899}" dt="2019-02-27T02:17:35.993" v="9567" actId="1037"/>
          <ac:picMkLst>
            <pc:docMk/>
            <pc:sldMk cId="2532497574" sldId="609"/>
            <ac:picMk id="13" creationId="{DCB7CB1C-D11B-4892-AA94-190A0F5702EC}"/>
          </ac:picMkLst>
        </pc:picChg>
      </pc:sldChg>
      <pc:sldChg chg="addSp delSp modSp add">
        <pc:chgData name="Choi Jeomki" userId="f1912f8b0928b9f1" providerId="LiveId" clId="{29366F34-5D58-4B38-9DBA-7F5115FE4899}" dt="2019-03-08T06:44:14.179" v="18387" actId="207"/>
        <pc:sldMkLst>
          <pc:docMk/>
          <pc:sldMk cId="3473834499" sldId="610"/>
        </pc:sldMkLst>
        <pc:spChg chg="mod">
          <ac:chgData name="Choi Jeomki" userId="f1912f8b0928b9f1" providerId="LiveId" clId="{29366F34-5D58-4B38-9DBA-7F5115FE4899}" dt="2019-02-27T07:19:37.009" v="12021"/>
          <ac:spMkLst>
            <pc:docMk/>
            <pc:sldMk cId="3473834499" sldId="610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2-27T07:20:41.745" v="12067" actId="20577"/>
          <ac:spMkLst>
            <pc:docMk/>
            <pc:sldMk cId="3473834499" sldId="610"/>
            <ac:spMk id="3" creationId="{00000000-0000-0000-0000-000000000000}"/>
          </ac:spMkLst>
        </pc:spChg>
        <pc:spChg chg="del mod">
          <ac:chgData name="Choi Jeomki" userId="f1912f8b0928b9f1" providerId="LiveId" clId="{29366F34-5D58-4B38-9DBA-7F5115FE4899}" dt="2019-02-27T06:35:15.627" v="11205" actId="478"/>
          <ac:spMkLst>
            <pc:docMk/>
            <pc:sldMk cId="3473834499" sldId="610"/>
            <ac:spMk id="4" creationId="{C79D062B-1463-45B2-A25C-0E3B98914C04}"/>
          </ac:spMkLst>
        </pc:spChg>
        <pc:spChg chg="del mod">
          <ac:chgData name="Choi Jeomki" userId="f1912f8b0928b9f1" providerId="LiveId" clId="{29366F34-5D58-4B38-9DBA-7F5115FE4899}" dt="2019-02-27T06:35:14.141" v="11204"/>
          <ac:spMkLst>
            <pc:docMk/>
            <pc:sldMk cId="3473834499" sldId="610"/>
            <ac:spMk id="6" creationId="{21A18ECE-A656-4DE9-95E8-D9599AC84D20}"/>
          </ac:spMkLst>
        </pc:spChg>
        <pc:spChg chg="add mod">
          <ac:chgData name="Choi Jeomki" userId="f1912f8b0928b9f1" providerId="LiveId" clId="{29366F34-5D58-4B38-9DBA-7F5115FE4899}" dt="2019-03-08T06:44:14.179" v="18387" actId="207"/>
          <ac:spMkLst>
            <pc:docMk/>
            <pc:sldMk cId="3473834499" sldId="610"/>
            <ac:spMk id="8" creationId="{E35CA27E-793A-4C4C-AC73-7AD37829EE85}"/>
          </ac:spMkLst>
        </pc:spChg>
        <pc:spChg chg="add mod">
          <ac:chgData name="Choi Jeomki" userId="f1912f8b0928b9f1" providerId="LiveId" clId="{29366F34-5D58-4B38-9DBA-7F5115FE4899}" dt="2019-02-27T08:12:54.867" v="12244" actId="313"/>
          <ac:spMkLst>
            <pc:docMk/>
            <pc:sldMk cId="3473834499" sldId="610"/>
            <ac:spMk id="11" creationId="{DD75258C-DFD6-43AF-8219-C41CC275401E}"/>
          </ac:spMkLst>
        </pc:spChg>
        <pc:picChg chg="add del mod">
          <ac:chgData name="Choi Jeomki" userId="f1912f8b0928b9f1" providerId="LiveId" clId="{29366F34-5D58-4B38-9DBA-7F5115FE4899}" dt="2019-02-27T06:42:37.013" v="11299"/>
          <ac:picMkLst>
            <pc:docMk/>
            <pc:sldMk cId="3473834499" sldId="610"/>
            <ac:picMk id="5" creationId="{255E6D9E-8D20-4FF6-BB5A-E29AE31C58B3}"/>
          </ac:picMkLst>
        </pc:picChg>
        <pc:picChg chg="del">
          <ac:chgData name="Choi Jeomki" userId="f1912f8b0928b9f1" providerId="LiveId" clId="{29366F34-5D58-4B38-9DBA-7F5115FE4899}" dt="2019-02-27T06:35:17.614" v="11207" actId="478"/>
          <ac:picMkLst>
            <pc:docMk/>
            <pc:sldMk cId="3473834499" sldId="610"/>
            <ac:picMk id="7" creationId="{E7155C2F-C401-448D-B042-E0E5429136EB}"/>
          </ac:picMkLst>
        </pc:picChg>
        <pc:picChg chg="add del mod">
          <ac:chgData name="Choi Jeomki" userId="f1912f8b0928b9f1" providerId="LiveId" clId="{29366F34-5D58-4B38-9DBA-7F5115FE4899}" dt="2019-02-27T06:39:45.268" v="11249" actId="478"/>
          <ac:picMkLst>
            <pc:docMk/>
            <pc:sldMk cId="3473834499" sldId="610"/>
            <ac:picMk id="9" creationId="{976171E1-75CC-4DC3-B182-33D507E55BD7}"/>
          </ac:picMkLst>
        </pc:picChg>
        <pc:picChg chg="add del mod">
          <ac:chgData name="Choi Jeomki" userId="f1912f8b0928b9f1" providerId="LiveId" clId="{29366F34-5D58-4B38-9DBA-7F5115FE4899}" dt="2019-02-27T06:43:04.022" v="11314" actId="478"/>
          <ac:picMkLst>
            <pc:docMk/>
            <pc:sldMk cId="3473834499" sldId="610"/>
            <ac:picMk id="10" creationId="{F02C6416-7B7F-465A-A33E-7A71A9F1BE27}"/>
          </ac:picMkLst>
        </pc:picChg>
        <pc:picChg chg="add del mod">
          <ac:chgData name="Choi Jeomki" userId="f1912f8b0928b9f1" providerId="LiveId" clId="{29366F34-5D58-4B38-9DBA-7F5115FE4899}" dt="2019-02-27T06:55:27.017" v="11377" actId="478"/>
          <ac:picMkLst>
            <pc:docMk/>
            <pc:sldMk cId="3473834499" sldId="610"/>
            <ac:picMk id="12" creationId="{5162F809-CCA1-4FBD-BDC7-D1086BD6562F}"/>
          </ac:picMkLst>
        </pc:picChg>
        <pc:picChg chg="add del mod">
          <ac:chgData name="Choi Jeomki" userId="f1912f8b0928b9f1" providerId="LiveId" clId="{29366F34-5D58-4B38-9DBA-7F5115FE4899}" dt="2019-02-27T06:55:39.794" v="11384" actId="478"/>
          <ac:picMkLst>
            <pc:docMk/>
            <pc:sldMk cId="3473834499" sldId="610"/>
            <ac:picMk id="13" creationId="{EF08DDB7-7AB9-40D0-838D-8542ECA25D1F}"/>
          </ac:picMkLst>
        </pc:picChg>
        <pc:picChg chg="add del mod">
          <ac:chgData name="Choi Jeomki" userId="f1912f8b0928b9f1" providerId="LiveId" clId="{29366F34-5D58-4B38-9DBA-7F5115FE4899}" dt="2019-02-27T07:00:48.821" v="11649" actId="478"/>
          <ac:picMkLst>
            <pc:docMk/>
            <pc:sldMk cId="3473834499" sldId="610"/>
            <ac:picMk id="14" creationId="{BB0A51D2-81D2-44FA-BE58-B1575DD27451}"/>
          </ac:picMkLst>
        </pc:picChg>
        <pc:picChg chg="add del mod">
          <ac:chgData name="Choi Jeomki" userId="f1912f8b0928b9f1" providerId="LiveId" clId="{29366F34-5D58-4B38-9DBA-7F5115FE4899}" dt="2019-02-27T06:47:34.513" v="11332" actId="478"/>
          <ac:picMkLst>
            <pc:docMk/>
            <pc:sldMk cId="3473834499" sldId="610"/>
            <ac:picMk id="15" creationId="{AE440BDB-1359-4E2D-B2C9-2D69B07FF4F6}"/>
          </ac:picMkLst>
        </pc:picChg>
        <pc:picChg chg="add mod">
          <ac:chgData name="Choi Jeomki" userId="f1912f8b0928b9f1" providerId="LiveId" clId="{29366F34-5D58-4B38-9DBA-7F5115FE4899}" dt="2019-03-08T06:44:10.247" v="18386" actId="1037"/>
          <ac:picMkLst>
            <pc:docMk/>
            <pc:sldMk cId="3473834499" sldId="610"/>
            <ac:picMk id="16" creationId="{D92EBFDA-8A84-4F3A-846C-D8FBF959900B}"/>
          </ac:picMkLst>
        </pc:picChg>
        <pc:picChg chg="add del mod">
          <ac:chgData name="Choi Jeomki" userId="f1912f8b0928b9f1" providerId="LiveId" clId="{29366F34-5D58-4B38-9DBA-7F5115FE4899}" dt="2019-02-27T07:00:46.749" v="11648" actId="478"/>
          <ac:picMkLst>
            <pc:docMk/>
            <pc:sldMk cId="3473834499" sldId="610"/>
            <ac:picMk id="17" creationId="{ECB462D2-DA56-46B0-8825-26A5384364E0}"/>
          </ac:picMkLst>
        </pc:picChg>
        <pc:picChg chg="add mod">
          <ac:chgData name="Choi Jeomki" userId="f1912f8b0928b9f1" providerId="LiveId" clId="{29366F34-5D58-4B38-9DBA-7F5115FE4899}" dt="2019-02-27T07:39:04.518" v="12186" actId="208"/>
          <ac:picMkLst>
            <pc:docMk/>
            <pc:sldMk cId="3473834499" sldId="610"/>
            <ac:picMk id="18" creationId="{D984283A-3006-47BF-8ECA-3361B30FFC5B}"/>
          </ac:picMkLst>
        </pc:picChg>
      </pc:sldChg>
      <pc:sldChg chg="addSp delSp modSp add">
        <pc:chgData name="Choi Jeomki" userId="f1912f8b0928b9f1" providerId="LiveId" clId="{29366F34-5D58-4B38-9DBA-7F5115FE4899}" dt="2019-03-08T06:53:29.220" v="18422" actId="20577"/>
        <pc:sldMkLst>
          <pc:docMk/>
          <pc:sldMk cId="2949487576" sldId="614"/>
        </pc:sldMkLst>
        <pc:spChg chg="mod">
          <ac:chgData name="Choi Jeomki" userId="f1912f8b0928b9f1" providerId="LiveId" clId="{29366F34-5D58-4B38-9DBA-7F5115FE4899}" dt="2019-02-27T07:19:49.256" v="12062" actId="20577"/>
          <ac:spMkLst>
            <pc:docMk/>
            <pc:sldMk cId="2949487576" sldId="614"/>
            <ac:spMk id="2" creationId="{00000000-0000-0000-0000-000000000000}"/>
          </ac:spMkLst>
        </pc:spChg>
        <pc:spChg chg="mod ord">
          <ac:chgData name="Choi Jeomki" userId="f1912f8b0928b9f1" providerId="LiveId" clId="{29366F34-5D58-4B38-9DBA-7F5115FE4899}" dt="2019-03-08T06:53:29.220" v="18422" actId="20577"/>
          <ac:spMkLst>
            <pc:docMk/>
            <pc:sldMk cId="2949487576" sldId="614"/>
            <ac:spMk id="4" creationId="{C79D062B-1463-45B2-A25C-0E3B98914C04}"/>
          </ac:spMkLst>
        </pc:spChg>
        <pc:spChg chg="add del mod">
          <ac:chgData name="Choi Jeomki" userId="f1912f8b0928b9f1" providerId="LiveId" clId="{29366F34-5D58-4B38-9DBA-7F5115FE4899}" dt="2019-02-27T07:09:21.847" v="11777" actId="478"/>
          <ac:spMkLst>
            <pc:docMk/>
            <pc:sldMk cId="2949487576" sldId="614"/>
            <ac:spMk id="11" creationId="{DE3D023E-EECD-4631-AC11-DE64B311ABE7}"/>
          </ac:spMkLst>
        </pc:spChg>
        <pc:spChg chg="add mod ord">
          <ac:chgData name="Choi Jeomki" userId="f1912f8b0928b9f1" providerId="LiveId" clId="{29366F34-5D58-4B38-9DBA-7F5115FE4899}" dt="2019-02-27T07:15:11.359" v="11978" actId="14100"/>
          <ac:spMkLst>
            <pc:docMk/>
            <pc:sldMk cId="2949487576" sldId="614"/>
            <ac:spMk id="15" creationId="{9ABCC13E-D06C-41B8-BAF6-003D596891AA}"/>
          </ac:spMkLst>
        </pc:spChg>
        <pc:spChg chg="del">
          <ac:chgData name="Choi Jeomki" userId="f1912f8b0928b9f1" providerId="LiveId" clId="{29366F34-5D58-4B38-9DBA-7F5115FE4899}" dt="2019-02-27T07:06:35.068" v="11753" actId="478"/>
          <ac:spMkLst>
            <pc:docMk/>
            <pc:sldMk cId="2949487576" sldId="614"/>
            <ac:spMk id="23" creationId="{3554CEB6-D70A-47AD-A1DC-379CFE524DFA}"/>
          </ac:spMkLst>
        </pc:spChg>
        <pc:spChg chg="del">
          <ac:chgData name="Choi Jeomki" userId="f1912f8b0928b9f1" providerId="LiveId" clId="{29366F34-5D58-4B38-9DBA-7F5115FE4899}" dt="2019-02-27T07:06:35.068" v="11753" actId="478"/>
          <ac:spMkLst>
            <pc:docMk/>
            <pc:sldMk cId="2949487576" sldId="614"/>
            <ac:spMk id="33" creationId="{7007B0E1-7DC0-4B0A-9179-FDEA615B3CA8}"/>
          </ac:spMkLst>
        </pc:spChg>
        <pc:grpChg chg="del">
          <ac:chgData name="Choi Jeomki" userId="f1912f8b0928b9f1" providerId="LiveId" clId="{29366F34-5D58-4B38-9DBA-7F5115FE4899}" dt="2019-02-27T07:06:35.068" v="11753" actId="478"/>
          <ac:grpSpMkLst>
            <pc:docMk/>
            <pc:sldMk cId="2949487576" sldId="614"/>
            <ac:grpSpMk id="24" creationId="{AA07D67D-C309-469C-83BF-45246902BB78}"/>
          </ac:grpSpMkLst>
        </pc:grpChg>
        <pc:picChg chg="del mod ord">
          <ac:chgData name="Choi Jeomki" userId="f1912f8b0928b9f1" providerId="LiveId" clId="{29366F34-5D58-4B38-9DBA-7F5115FE4899}" dt="2019-02-27T07:11:01.442" v="11781" actId="478"/>
          <ac:picMkLst>
            <pc:docMk/>
            <pc:sldMk cId="2949487576" sldId="614"/>
            <ac:picMk id="5" creationId="{3AEB6A2E-D2B1-4C9A-AF6D-4266F5B74B4B}"/>
          </ac:picMkLst>
        </pc:picChg>
        <pc:picChg chg="add mod">
          <ac:chgData name="Choi Jeomki" userId="f1912f8b0928b9f1" providerId="LiveId" clId="{29366F34-5D58-4B38-9DBA-7F5115FE4899}" dt="2019-02-27T07:38:59.295" v="12185" actId="208"/>
          <ac:picMkLst>
            <pc:docMk/>
            <pc:sldMk cId="2949487576" sldId="614"/>
            <ac:picMk id="6" creationId="{9FF78423-74BD-42F7-AA50-DDBF7CB3CBA1}"/>
          </ac:picMkLst>
        </pc:picChg>
        <pc:picChg chg="add mod">
          <ac:chgData name="Choi Jeomki" userId="f1912f8b0928b9f1" providerId="LiveId" clId="{29366F34-5D58-4B38-9DBA-7F5115FE4899}" dt="2019-02-27T07:38:59.295" v="12185" actId="208"/>
          <ac:picMkLst>
            <pc:docMk/>
            <pc:sldMk cId="2949487576" sldId="614"/>
            <ac:picMk id="7" creationId="{4CF5E388-9F82-48E9-9F72-6B5D54D4E774}"/>
          </ac:picMkLst>
        </pc:picChg>
        <pc:picChg chg="add mod">
          <ac:chgData name="Choi Jeomki" userId="f1912f8b0928b9f1" providerId="LiveId" clId="{29366F34-5D58-4B38-9DBA-7F5115FE4899}" dt="2019-02-27T07:38:59.295" v="12185" actId="208"/>
          <ac:picMkLst>
            <pc:docMk/>
            <pc:sldMk cId="2949487576" sldId="614"/>
            <ac:picMk id="8" creationId="{84086D14-CCF0-41DA-AEB1-1CBA4A2D548E}"/>
          </ac:picMkLst>
        </pc:picChg>
      </pc:sldChg>
      <pc:sldChg chg="addSp delSp modSp add">
        <pc:chgData name="Choi Jeomki" userId="f1912f8b0928b9f1" providerId="LiveId" clId="{29366F34-5D58-4B38-9DBA-7F5115FE4899}" dt="2019-03-08T07:02:12.956" v="18434"/>
        <pc:sldMkLst>
          <pc:docMk/>
          <pc:sldMk cId="3158354336" sldId="615"/>
        </pc:sldMkLst>
        <pc:spChg chg="mod">
          <ac:chgData name="Choi Jeomki" userId="f1912f8b0928b9f1" providerId="LiveId" clId="{29366F34-5D58-4B38-9DBA-7F5115FE4899}" dt="2019-03-01T16:15:11.527" v="12676" actId="20577"/>
          <ac:spMkLst>
            <pc:docMk/>
            <pc:sldMk cId="3158354336" sldId="615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1T16:16:01.219" v="12688"/>
          <ac:spMkLst>
            <pc:docMk/>
            <pc:sldMk cId="3158354336" sldId="615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8T07:02:12.956" v="18434"/>
          <ac:spMkLst>
            <pc:docMk/>
            <pc:sldMk cId="3158354336" sldId="615"/>
            <ac:spMk id="4" creationId="{C79D062B-1463-45B2-A25C-0E3B98914C04}"/>
          </ac:spMkLst>
        </pc:spChg>
        <pc:grpChg chg="del">
          <ac:chgData name="Choi Jeomki" userId="f1912f8b0928b9f1" providerId="LiveId" clId="{29366F34-5D58-4B38-9DBA-7F5115FE4899}" dt="2019-03-01T16:15:19.823" v="12677" actId="478"/>
          <ac:grpSpMkLst>
            <pc:docMk/>
            <pc:sldMk cId="3158354336" sldId="615"/>
            <ac:grpSpMk id="8" creationId="{46F87AB1-7C00-40D1-A5D3-F0BFF33E2A2B}"/>
          </ac:grpSpMkLst>
        </pc:grpChg>
        <pc:picChg chg="add mod">
          <ac:chgData name="Choi Jeomki" userId="f1912f8b0928b9f1" providerId="LiveId" clId="{29366F34-5D58-4B38-9DBA-7F5115FE4899}" dt="2019-03-01T16:22:34.683" v="12807" actId="552"/>
          <ac:picMkLst>
            <pc:docMk/>
            <pc:sldMk cId="3158354336" sldId="615"/>
            <ac:picMk id="9" creationId="{DCD15066-107C-4A6B-B5BE-556AE852954E}"/>
          </ac:picMkLst>
        </pc:picChg>
        <pc:picChg chg="add del">
          <ac:chgData name="Choi Jeomki" userId="f1912f8b0928b9f1" providerId="LiveId" clId="{29366F34-5D58-4B38-9DBA-7F5115FE4899}" dt="2019-03-01T16:19:26.136" v="12697"/>
          <ac:picMkLst>
            <pc:docMk/>
            <pc:sldMk cId="3158354336" sldId="615"/>
            <ac:picMk id="10" creationId="{842F6EB7-2F15-411D-B9DD-947684971DD7}"/>
          </ac:picMkLst>
        </pc:picChg>
        <pc:picChg chg="add mod">
          <ac:chgData name="Choi Jeomki" userId="f1912f8b0928b9f1" providerId="LiveId" clId="{29366F34-5D58-4B38-9DBA-7F5115FE4899}" dt="2019-03-01T16:20:45.561" v="12723" actId="1037"/>
          <ac:picMkLst>
            <pc:docMk/>
            <pc:sldMk cId="3158354336" sldId="615"/>
            <ac:picMk id="11" creationId="{584B2DFF-BE55-478F-8B44-A35A40D008E6}"/>
          </ac:picMkLst>
        </pc:picChg>
        <pc:picChg chg="add mod">
          <ac:chgData name="Choi Jeomki" userId="f1912f8b0928b9f1" providerId="LiveId" clId="{29366F34-5D58-4B38-9DBA-7F5115FE4899}" dt="2019-03-01T16:22:34.683" v="12807" actId="552"/>
          <ac:picMkLst>
            <pc:docMk/>
            <pc:sldMk cId="3158354336" sldId="615"/>
            <ac:picMk id="12" creationId="{6E2B0F2E-37B4-4452-AA95-1B4F26B05EA9}"/>
          </ac:picMkLst>
        </pc:picChg>
      </pc:sldChg>
      <pc:sldChg chg="addSp modSp add">
        <pc:chgData name="Choi Jeomki" userId="f1912f8b0928b9f1" providerId="LiveId" clId="{29366F34-5D58-4B38-9DBA-7F5115FE4899}" dt="2019-03-05T16:50:32.156" v="15778" actId="20577"/>
        <pc:sldMkLst>
          <pc:docMk/>
          <pc:sldMk cId="4137301226" sldId="616"/>
        </pc:sldMkLst>
        <pc:spChg chg="mod">
          <ac:chgData name="Choi Jeomki" userId="f1912f8b0928b9f1" providerId="LiveId" clId="{29366F34-5D58-4B38-9DBA-7F5115FE4899}" dt="2019-03-05T16:36:54.302" v="15400" actId="20577"/>
          <ac:spMkLst>
            <pc:docMk/>
            <pc:sldMk cId="4137301226" sldId="616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6:50:32.156" v="15778" actId="20577"/>
          <ac:spMkLst>
            <pc:docMk/>
            <pc:sldMk cId="4137301226" sldId="616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6:38:29.059" v="15498"/>
          <ac:spMkLst>
            <pc:docMk/>
            <pc:sldMk cId="4137301226" sldId="616"/>
            <ac:spMk id="4" creationId="{C79D062B-1463-45B2-A25C-0E3B98914C04}"/>
          </ac:spMkLst>
        </pc:spChg>
        <pc:picChg chg="add mod">
          <ac:chgData name="Choi Jeomki" userId="f1912f8b0928b9f1" providerId="LiveId" clId="{29366F34-5D58-4B38-9DBA-7F5115FE4899}" dt="2019-03-05T16:38:05.179" v="15421" actId="1076"/>
          <ac:picMkLst>
            <pc:docMk/>
            <pc:sldMk cId="4137301226" sldId="616"/>
            <ac:picMk id="5" creationId="{DF5665E8-DC86-40D5-9F0E-DFAD4EAA2F6E}"/>
          </ac:picMkLst>
        </pc:picChg>
        <pc:picChg chg="add mod">
          <ac:chgData name="Choi Jeomki" userId="f1912f8b0928b9f1" providerId="LiveId" clId="{29366F34-5D58-4B38-9DBA-7F5115FE4899}" dt="2019-03-05T15:17:48.220" v="15314" actId="208"/>
          <ac:picMkLst>
            <pc:docMk/>
            <pc:sldMk cId="4137301226" sldId="616"/>
            <ac:picMk id="6" creationId="{FAE355B7-2C65-4A4A-A8EC-AC7668A0AA5B}"/>
          </ac:picMkLst>
        </pc:picChg>
      </pc:sldChg>
      <pc:sldChg chg="addSp delSp modSp add">
        <pc:chgData name="Choi Jeomki" userId="f1912f8b0928b9f1" providerId="LiveId" clId="{29366F34-5D58-4B38-9DBA-7F5115FE4899}" dt="2019-03-05T16:50:43.572" v="15779"/>
        <pc:sldMkLst>
          <pc:docMk/>
          <pc:sldMk cId="602174481" sldId="617"/>
        </pc:sldMkLst>
        <pc:spChg chg="mod">
          <ac:chgData name="Choi Jeomki" userId="f1912f8b0928b9f1" providerId="LiveId" clId="{29366F34-5D58-4B38-9DBA-7F5115FE4899}" dt="2019-03-05T16:37:02.911" v="15403" actId="20577"/>
          <ac:spMkLst>
            <pc:docMk/>
            <pc:sldMk cId="602174481" sldId="617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6:50:43.572" v="15779"/>
          <ac:spMkLst>
            <pc:docMk/>
            <pc:sldMk cId="602174481" sldId="617"/>
            <ac:spMk id="3" creationId="{00000000-0000-0000-0000-000000000000}"/>
          </ac:spMkLst>
        </pc:spChg>
        <pc:spChg chg="mod ord">
          <ac:chgData name="Choi Jeomki" userId="f1912f8b0928b9f1" providerId="LiveId" clId="{29366F34-5D58-4B38-9DBA-7F5115FE4899}" dt="2019-03-05T16:44:12.527" v="15578" actId="14100"/>
          <ac:spMkLst>
            <pc:docMk/>
            <pc:sldMk cId="602174481" sldId="617"/>
            <ac:spMk id="4" creationId="{C79D062B-1463-45B2-A25C-0E3B98914C04}"/>
          </ac:spMkLst>
        </pc:spChg>
        <pc:spChg chg="add mod ord">
          <ac:chgData name="Choi Jeomki" userId="f1912f8b0928b9f1" providerId="LiveId" clId="{29366F34-5D58-4B38-9DBA-7F5115FE4899}" dt="2019-03-05T16:44:25.246" v="15581" actId="14100"/>
          <ac:spMkLst>
            <pc:docMk/>
            <pc:sldMk cId="602174481" sldId="617"/>
            <ac:spMk id="8" creationId="{889BC33B-5DA5-4CC5-A4F6-7F49148E3135}"/>
          </ac:spMkLst>
        </pc:spChg>
        <pc:picChg chg="add del mod">
          <ac:chgData name="Choi Jeomki" userId="f1912f8b0928b9f1" providerId="LiveId" clId="{29366F34-5D58-4B38-9DBA-7F5115FE4899}" dt="2019-03-05T16:44:04.193" v="15574" actId="478"/>
          <ac:picMkLst>
            <pc:docMk/>
            <pc:sldMk cId="602174481" sldId="617"/>
            <ac:picMk id="5" creationId="{551150C4-7B6C-4D02-AAEF-2DC49C1A0705}"/>
          </ac:picMkLst>
        </pc:picChg>
        <pc:picChg chg="add del mod">
          <ac:chgData name="Choi Jeomki" userId="f1912f8b0928b9f1" providerId="LiveId" clId="{29366F34-5D58-4B38-9DBA-7F5115FE4899}" dt="2019-03-05T16:43:07.830" v="15561"/>
          <ac:picMkLst>
            <pc:docMk/>
            <pc:sldMk cId="602174481" sldId="617"/>
            <ac:picMk id="6" creationId="{6E6EF2DA-7CB5-415D-902E-8EA6CDF2EF3A}"/>
          </ac:picMkLst>
        </pc:picChg>
        <pc:picChg chg="add del mod">
          <ac:chgData name="Choi Jeomki" userId="f1912f8b0928b9f1" providerId="LiveId" clId="{29366F34-5D58-4B38-9DBA-7F5115FE4899}" dt="2019-03-05T16:43:07.830" v="15561"/>
          <ac:picMkLst>
            <pc:docMk/>
            <pc:sldMk cId="602174481" sldId="617"/>
            <ac:picMk id="7" creationId="{C81B9C50-FEE5-49B6-AFD7-4C4274CC9BC4}"/>
          </ac:picMkLst>
        </pc:picChg>
        <pc:picChg chg="add mod">
          <ac:chgData name="Choi Jeomki" userId="f1912f8b0928b9f1" providerId="LiveId" clId="{29366F34-5D58-4B38-9DBA-7F5115FE4899}" dt="2019-03-05T16:44:21.869" v="15580" actId="1076"/>
          <ac:picMkLst>
            <pc:docMk/>
            <pc:sldMk cId="602174481" sldId="617"/>
            <ac:picMk id="9" creationId="{1F192525-03D2-48D4-9C76-69D59D552098}"/>
          </ac:picMkLst>
        </pc:picChg>
        <pc:picChg chg="add mod">
          <ac:chgData name="Choi Jeomki" userId="f1912f8b0928b9f1" providerId="LiveId" clId="{29366F34-5D58-4B38-9DBA-7F5115FE4899}" dt="2019-03-05T16:44:21.869" v="15580" actId="1076"/>
          <ac:picMkLst>
            <pc:docMk/>
            <pc:sldMk cId="602174481" sldId="617"/>
            <ac:picMk id="10" creationId="{70C6E9FF-6D80-4775-961D-7E324CF66910}"/>
          </ac:picMkLst>
        </pc:picChg>
        <pc:picChg chg="add mod">
          <ac:chgData name="Choi Jeomki" userId="f1912f8b0928b9f1" providerId="LiveId" clId="{29366F34-5D58-4B38-9DBA-7F5115FE4899}" dt="2019-03-05T16:44:09.501" v="15577" actId="1076"/>
          <ac:picMkLst>
            <pc:docMk/>
            <pc:sldMk cId="602174481" sldId="617"/>
            <ac:picMk id="11" creationId="{9C1D5050-F0B5-4404-993E-2C8FAB4031E8}"/>
          </ac:picMkLst>
        </pc:picChg>
      </pc:sldChg>
      <pc:sldChg chg="addSp delSp modSp add ord">
        <pc:chgData name="Choi Jeomki" userId="f1912f8b0928b9f1" providerId="LiveId" clId="{29366F34-5D58-4B38-9DBA-7F5115FE4899}" dt="2019-03-05T16:50:02.403" v="15773" actId="20577"/>
        <pc:sldMkLst>
          <pc:docMk/>
          <pc:sldMk cId="2782659513" sldId="618"/>
        </pc:sldMkLst>
        <pc:spChg chg="mod">
          <ac:chgData name="Choi Jeomki" userId="f1912f8b0928b9f1" providerId="LiveId" clId="{29366F34-5D58-4B38-9DBA-7F5115FE4899}" dt="2019-03-05T13:35:06.360" v="14581" actId="20577"/>
          <ac:spMkLst>
            <pc:docMk/>
            <pc:sldMk cId="2782659513" sldId="618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6:50:02.403" v="15773" actId="20577"/>
          <ac:spMkLst>
            <pc:docMk/>
            <pc:sldMk cId="2782659513" sldId="618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3:30:06.784" v="14473" actId="554"/>
          <ac:spMkLst>
            <pc:docMk/>
            <pc:sldMk cId="2782659513" sldId="618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3-05T13:32:23.720" v="14524" actId="20577"/>
          <ac:spMkLst>
            <pc:docMk/>
            <pc:sldMk cId="2782659513" sldId="618"/>
            <ac:spMk id="9" creationId="{AD574369-F1E7-49FD-9780-2D457CA8CEB5}"/>
          </ac:spMkLst>
        </pc:spChg>
        <pc:picChg chg="add mod">
          <ac:chgData name="Choi Jeomki" userId="f1912f8b0928b9f1" providerId="LiveId" clId="{29366F34-5D58-4B38-9DBA-7F5115FE4899}" dt="2019-03-05T13:32:31.963" v="14576" actId="208"/>
          <ac:picMkLst>
            <pc:docMk/>
            <pc:sldMk cId="2782659513" sldId="618"/>
            <ac:picMk id="5" creationId="{686D6859-C365-499A-A107-38650932D03E}"/>
          </ac:picMkLst>
        </pc:picChg>
        <pc:picChg chg="add del mod">
          <ac:chgData name="Choi Jeomki" userId="f1912f8b0928b9f1" providerId="LiveId" clId="{29366F34-5D58-4B38-9DBA-7F5115FE4899}" dt="2019-03-05T10:52:44.689" v="14261" actId="478"/>
          <ac:picMkLst>
            <pc:docMk/>
            <pc:sldMk cId="2782659513" sldId="618"/>
            <ac:picMk id="6" creationId="{F8329EDA-F171-41D2-9431-BDF9506B81A4}"/>
          </ac:picMkLst>
        </pc:picChg>
        <pc:picChg chg="add del mod">
          <ac:chgData name="Choi Jeomki" userId="f1912f8b0928b9f1" providerId="LiveId" clId="{29366F34-5D58-4B38-9DBA-7F5115FE4899}" dt="2019-03-05T10:53:08.387" v="14266" actId="478"/>
          <ac:picMkLst>
            <pc:docMk/>
            <pc:sldMk cId="2782659513" sldId="618"/>
            <ac:picMk id="7" creationId="{CDC6E0F9-ACB3-4610-99AA-CC1E5E54F06E}"/>
          </ac:picMkLst>
        </pc:picChg>
        <pc:picChg chg="add mod ord">
          <ac:chgData name="Choi Jeomki" userId="f1912f8b0928b9f1" providerId="LiveId" clId="{29366F34-5D58-4B38-9DBA-7F5115FE4899}" dt="2019-03-05T13:32:31.963" v="14576" actId="208"/>
          <ac:picMkLst>
            <pc:docMk/>
            <pc:sldMk cId="2782659513" sldId="618"/>
            <ac:picMk id="8" creationId="{9F077E94-3B10-4A7A-984A-B6A9160456B6}"/>
          </ac:picMkLst>
        </pc:picChg>
        <pc:picChg chg="add del mod">
          <ac:chgData name="Choi Jeomki" userId="f1912f8b0928b9f1" providerId="LiveId" clId="{29366F34-5D58-4B38-9DBA-7F5115FE4899}" dt="2019-03-05T13:30:53.086" v="14483" actId="478"/>
          <ac:picMkLst>
            <pc:docMk/>
            <pc:sldMk cId="2782659513" sldId="618"/>
            <ac:picMk id="10" creationId="{50414C2B-3076-45BB-9302-F1F17A836B08}"/>
          </ac:picMkLst>
        </pc:picChg>
        <pc:picChg chg="add mod">
          <ac:chgData name="Choi Jeomki" userId="f1912f8b0928b9f1" providerId="LiveId" clId="{29366F34-5D58-4B38-9DBA-7F5115FE4899}" dt="2019-03-05T13:32:31.963" v="14576" actId="208"/>
          <ac:picMkLst>
            <pc:docMk/>
            <pc:sldMk cId="2782659513" sldId="618"/>
            <ac:picMk id="11" creationId="{1B1604A1-F50A-47BC-9811-7252EC9AEBAD}"/>
          </ac:picMkLst>
        </pc:picChg>
      </pc:sldChg>
      <pc:sldChg chg="addSp delSp modSp add">
        <pc:chgData name="Choi Jeomki" userId="f1912f8b0928b9f1" providerId="LiveId" clId="{29366F34-5D58-4B38-9DBA-7F5115FE4899}" dt="2019-03-05T17:08:18.596" v="15947" actId="14100"/>
        <pc:sldMkLst>
          <pc:docMk/>
          <pc:sldMk cId="2396771192" sldId="619"/>
        </pc:sldMkLst>
        <pc:spChg chg="mod">
          <ac:chgData name="Choi Jeomki" userId="f1912f8b0928b9f1" providerId="LiveId" clId="{29366F34-5D58-4B38-9DBA-7F5115FE4899}" dt="2019-03-05T17:03:33.282" v="15883" actId="20577"/>
          <ac:spMkLst>
            <pc:docMk/>
            <pc:sldMk cId="2396771192" sldId="619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08:18.596" v="15947" actId="14100"/>
          <ac:spMkLst>
            <pc:docMk/>
            <pc:sldMk cId="2396771192" sldId="619"/>
            <ac:spMk id="4" creationId="{C79D062B-1463-45B2-A25C-0E3B98914C04}"/>
          </ac:spMkLst>
        </pc:spChg>
        <pc:picChg chg="add mod">
          <ac:chgData name="Choi Jeomki" userId="f1912f8b0928b9f1" providerId="LiveId" clId="{29366F34-5D58-4B38-9DBA-7F5115FE4899}" dt="2019-03-05T17:08:13.600" v="15946" actId="1037"/>
          <ac:picMkLst>
            <pc:docMk/>
            <pc:sldMk cId="2396771192" sldId="619"/>
            <ac:picMk id="5" creationId="{5FB3611B-9935-4BB5-AE16-0E70488004B9}"/>
          </ac:picMkLst>
        </pc:picChg>
        <pc:picChg chg="add mod">
          <ac:chgData name="Choi Jeomki" userId="f1912f8b0928b9f1" providerId="LiveId" clId="{29366F34-5D58-4B38-9DBA-7F5115FE4899}" dt="2019-03-05T17:07:47.949" v="15919" actId="208"/>
          <ac:picMkLst>
            <pc:docMk/>
            <pc:sldMk cId="2396771192" sldId="619"/>
            <ac:picMk id="6" creationId="{11C3F9A1-8413-4D6A-A3B4-E342CBC61EDB}"/>
          </ac:picMkLst>
        </pc:picChg>
        <pc:picChg chg="del">
          <ac:chgData name="Choi Jeomki" userId="f1912f8b0928b9f1" providerId="LiveId" clId="{29366F34-5D58-4B38-9DBA-7F5115FE4899}" dt="2019-03-05T17:03:37.959" v="15884" actId="478"/>
          <ac:picMkLst>
            <pc:docMk/>
            <pc:sldMk cId="2396771192" sldId="619"/>
            <ac:picMk id="7" creationId="{31CBAFE5-FECD-4DFC-96E8-68DBEB7C1429}"/>
          </ac:picMkLst>
        </pc:picChg>
        <pc:picChg chg="add mod">
          <ac:chgData name="Choi Jeomki" userId="f1912f8b0928b9f1" providerId="LiveId" clId="{29366F34-5D58-4B38-9DBA-7F5115FE4899}" dt="2019-03-05T17:08:13.600" v="15946" actId="1037"/>
          <ac:picMkLst>
            <pc:docMk/>
            <pc:sldMk cId="2396771192" sldId="619"/>
            <ac:picMk id="8" creationId="{710006D0-0551-4388-8B3C-2F5949AE07F6}"/>
          </ac:picMkLst>
        </pc:picChg>
      </pc:sldChg>
      <pc:sldChg chg="addSp delSp modSp add">
        <pc:chgData name="Choi Jeomki" userId="f1912f8b0928b9f1" providerId="LiveId" clId="{29366F34-5D58-4B38-9DBA-7F5115FE4899}" dt="2019-03-08T07:14:04.553" v="18435" actId="14100"/>
        <pc:sldMkLst>
          <pc:docMk/>
          <pc:sldMk cId="3483519267" sldId="620"/>
        </pc:sldMkLst>
        <pc:spChg chg="mod">
          <ac:chgData name="Choi Jeomki" userId="f1912f8b0928b9f1" providerId="LiveId" clId="{29366F34-5D58-4B38-9DBA-7F5115FE4899}" dt="2019-03-05T17:11:20.711" v="15990" actId="20577"/>
          <ac:spMkLst>
            <pc:docMk/>
            <pc:sldMk cId="3483519267" sldId="620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11:53.312" v="16026" actId="20577"/>
          <ac:spMkLst>
            <pc:docMk/>
            <pc:sldMk cId="3483519267" sldId="620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17:24.756" v="16131" actId="14100"/>
          <ac:spMkLst>
            <pc:docMk/>
            <pc:sldMk cId="3483519267" sldId="620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3-08T07:14:04.553" v="18435" actId="14100"/>
          <ac:spMkLst>
            <pc:docMk/>
            <pc:sldMk cId="3483519267" sldId="620"/>
            <ac:spMk id="5" creationId="{4285852B-53FF-4122-9F34-D3B92A95D550}"/>
          </ac:spMkLst>
        </pc:spChg>
        <pc:picChg chg="add mod modCrop">
          <ac:chgData name="Choi Jeomki" userId="f1912f8b0928b9f1" providerId="LiveId" clId="{29366F34-5D58-4B38-9DBA-7F5115FE4899}" dt="2019-03-05T17:19:42.045" v="16146" actId="208"/>
          <ac:picMkLst>
            <pc:docMk/>
            <pc:sldMk cId="3483519267" sldId="620"/>
            <ac:picMk id="6" creationId="{83FCB00B-BF3B-4B2A-860D-F685A56955B3}"/>
          </ac:picMkLst>
        </pc:picChg>
        <pc:picChg chg="add mod modCrop">
          <ac:chgData name="Choi Jeomki" userId="f1912f8b0928b9f1" providerId="LiveId" clId="{29366F34-5D58-4B38-9DBA-7F5115FE4899}" dt="2019-03-05T17:19:42.045" v="16146" actId="208"/>
          <ac:picMkLst>
            <pc:docMk/>
            <pc:sldMk cId="3483519267" sldId="620"/>
            <ac:picMk id="7" creationId="{5BEA28EA-0ED4-4010-9294-5CFF5CD72935}"/>
          </ac:picMkLst>
        </pc:picChg>
        <pc:picChg chg="add del mod">
          <ac:chgData name="Choi Jeomki" userId="f1912f8b0928b9f1" providerId="LiveId" clId="{29366F34-5D58-4B38-9DBA-7F5115FE4899}" dt="2019-03-05T17:19:33.728" v="16142" actId="478"/>
          <ac:picMkLst>
            <pc:docMk/>
            <pc:sldMk cId="3483519267" sldId="620"/>
            <ac:picMk id="8" creationId="{C4F44885-42DC-47AB-A146-C25500993AD9}"/>
          </ac:picMkLst>
        </pc:picChg>
        <pc:picChg chg="add mod">
          <ac:chgData name="Choi Jeomki" userId="f1912f8b0928b9f1" providerId="LiveId" clId="{29366F34-5D58-4B38-9DBA-7F5115FE4899}" dt="2019-03-05T17:20:28.967" v="16157" actId="1037"/>
          <ac:picMkLst>
            <pc:docMk/>
            <pc:sldMk cId="3483519267" sldId="620"/>
            <ac:picMk id="9" creationId="{C031DFF2-1BA9-47FD-A868-8A2D4D9BE84A}"/>
          </ac:picMkLst>
        </pc:picChg>
        <pc:picChg chg="add mod">
          <ac:chgData name="Choi Jeomki" userId="f1912f8b0928b9f1" providerId="LiveId" clId="{29366F34-5D58-4B38-9DBA-7F5115FE4899}" dt="2019-03-05T17:20:28.967" v="16157" actId="1037"/>
          <ac:picMkLst>
            <pc:docMk/>
            <pc:sldMk cId="3483519267" sldId="620"/>
            <ac:picMk id="10" creationId="{D7835EA5-9E40-495D-8427-CD9E27EEF7B3}"/>
          </ac:picMkLst>
        </pc:picChg>
      </pc:sldChg>
      <pc:sldChg chg="addSp delSp modSp add">
        <pc:chgData name="Choi Jeomki" userId="f1912f8b0928b9f1" providerId="LiveId" clId="{29366F34-5D58-4B38-9DBA-7F5115FE4899}" dt="2019-03-06T02:59:38.966" v="17005" actId="14100"/>
        <pc:sldMkLst>
          <pc:docMk/>
          <pc:sldMk cId="2781373132" sldId="621"/>
        </pc:sldMkLst>
        <pc:spChg chg="mod">
          <ac:chgData name="Choi Jeomki" userId="f1912f8b0928b9f1" providerId="LiveId" clId="{29366F34-5D58-4B38-9DBA-7F5115FE4899}" dt="2019-03-06T02:49:15.199" v="16732"/>
          <ac:spMkLst>
            <pc:docMk/>
            <pc:sldMk cId="2781373132" sldId="621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6T02:50:31.926" v="16875" actId="20577"/>
          <ac:spMkLst>
            <pc:docMk/>
            <pc:sldMk cId="2781373132" sldId="621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6T02:53:57.743" v="16907" actId="554"/>
          <ac:spMkLst>
            <pc:docMk/>
            <pc:sldMk cId="2781373132" sldId="621"/>
            <ac:spMk id="4" creationId="{C79D062B-1463-45B2-A25C-0E3B98914C04}"/>
          </ac:spMkLst>
        </pc:spChg>
        <pc:spChg chg="add mod">
          <ac:chgData name="Choi Jeomki" userId="f1912f8b0928b9f1" providerId="LiveId" clId="{29366F34-5D58-4B38-9DBA-7F5115FE4899}" dt="2019-03-06T02:59:38.966" v="17005" actId="14100"/>
          <ac:spMkLst>
            <pc:docMk/>
            <pc:sldMk cId="2781373132" sldId="621"/>
            <ac:spMk id="8" creationId="{3AE13F2A-B130-4022-99B8-E6FAF5215160}"/>
          </ac:spMkLst>
        </pc:spChg>
        <pc:picChg chg="add mod">
          <ac:chgData name="Choi Jeomki" userId="f1912f8b0928b9f1" providerId="LiveId" clId="{29366F34-5D58-4B38-9DBA-7F5115FE4899}" dt="2019-03-06T02:59:28.174" v="16986" actId="208"/>
          <ac:picMkLst>
            <pc:docMk/>
            <pc:sldMk cId="2781373132" sldId="621"/>
            <ac:picMk id="5" creationId="{A4C88D5E-094E-484E-940F-C86691BF38A2}"/>
          </ac:picMkLst>
        </pc:picChg>
        <pc:picChg chg="add mod">
          <ac:chgData name="Choi Jeomki" userId="f1912f8b0928b9f1" providerId="LiveId" clId="{29366F34-5D58-4B38-9DBA-7F5115FE4899}" dt="2019-03-06T02:59:28.174" v="16986" actId="208"/>
          <ac:picMkLst>
            <pc:docMk/>
            <pc:sldMk cId="2781373132" sldId="621"/>
            <ac:picMk id="6" creationId="{A1358A6D-2155-4BD7-93EC-F20F2CFCBB44}"/>
          </ac:picMkLst>
        </pc:picChg>
        <pc:picChg chg="add mod">
          <ac:chgData name="Choi Jeomki" userId="f1912f8b0928b9f1" providerId="LiveId" clId="{29366F34-5D58-4B38-9DBA-7F5115FE4899}" dt="2019-03-06T02:59:28.174" v="16986" actId="208"/>
          <ac:picMkLst>
            <pc:docMk/>
            <pc:sldMk cId="2781373132" sldId="621"/>
            <ac:picMk id="7" creationId="{973F531A-721C-4A9D-84C1-4CDAFA7CBAC2}"/>
          </ac:picMkLst>
        </pc:picChg>
        <pc:picChg chg="add del">
          <ac:chgData name="Choi Jeomki" userId="f1912f8b0928b9f1" providerId="LiveId" clId="{29366F34-5D58-4B38-9DBA-7F5115FE4899}" dt="2019-03-06T02:56:19.049" v="16939" actId="478"/>
          <ac:picMkLst>
            <pc:docMk/>
            <pc:sldMk cId="2781373132" sldId="621"/>
            <ac:picMk id="9" creationId="{502F9449-3E40-45CF-971C-C87A1E119B07}"/>
          </ac:picMkLst>
        </pc:picChg>
        <pc:picChg chg="add del mod">
          <ac:chgData name="Choi Jeomki" userId="f1912f8b0928b9f1" providerId="LiveId" clId="{29366F34-5D58-4B38-9DBA-7F5115FE4899}" dt="2019-03-06T02:57:00.310" v="16944" actId="478"/>
          <ac:picMkLst>
            <pc:docMk/>
            <pc:sldMk cId="2781373132" sldId="621"/>
            <ac:picMk id="10" creationId="{147BC21B-FAE1-43A4-86E7-05984AE31B3D}"/>
          </ac:picMkLst>
        </pc:picChg>
        <pc:picChg chg="add mod">
          <ac:chgData name="Choi Jeomki" userId="f1912f8b0928b9f1" providerId="LiveId" clId="{29366F34-5D58-4B38-9DBA-7F5115FE4899}" dt="2019-03-06T02:59:34.914" v="17004" actId="1037"/>
          <ac:picMkLst>
            <pc:docMk/>
            <pc:sldMk cId="2781373132" sldId="621"/>
            <ac:picMk id="11" creationId="{5FEEAF01-94F6-458E-A8FA-A34E5C401D80}"/>
          </ac:picMkLst>
        </pc:picChg>
        <pc:picChg chg="add mod">
          <ac:chgData name="Choi Jeomki" userId="f1912f8b0928b9f1" providerId="LiveId" clId="{29366F34-5D58-4B38-9DBA-7F5115FE4899}" dt="2019-03-06T02:59:34.914" v="17004" actId="1037"/>
          <ac:picMkLst>
            <pc:docMk/>
            <pc:sldMk cId="2781373132" sldId="621"/>
            <ac:picMk id="12" creationId="{C70A8504-6163-4E6B-A97F-5882A0D80D5C}"/>
          </ac:picMkLst>
        </pc:picChg>
        <pc:picChg chg="add mod">
          <ac:chgData name="Choi Jeomki" userId="f1912f8b0928b9f1" providerId="LiveId" clId="{29366F34-5D58-4B38-9DBA-7F5115FE4899}" dt="2019-03-06T02:59:34.914" v="17004" actId="1037"/>
          <ac:picMkLst>
            <pc:docMk/>
            <pc:sldMk cId="2781373132" sldId="621"/>
            <ac:picMk id="13" creationId="{A7DD8BBD-297E-4927-B217-31F4D7C85E0F}"/>
          </ac:picMkLst>
        </pc:picChg>
      </pc:sldChg>
      <pc:sldChg chg="modSp add">
        <pc:chgData name="Choi Jeomki" userId="f1912f8b0928b9f1" providerId="LiveId" clId="{29366F34-5D58-4B38-9DBA-7F5115FE4899}" dt="2019-03-05T17:10:23.398" v="15985" actId="20577"/>
        <pc:sldMkLst>
          <pc:docMk/>
          <pc:sldMk cId="2194742148" sldId="624"/>
        </pc:sldMkLst>
        <pc:spChg chg="mod">
          <ac:chgData name="Choi Jeomki" userId="f1912f8b0928b9f1" providerId="LiveId" clId="{29366F34-5D58-4B38-9DBA-7F5115FE4899}" dt="2019-03-05T17:10:23.398" v="15985" actId="20577"/>
          <ac:spMkLst>
            <pc:docMk/>
            <pc:sldMk cId="2194742148" sldId="624"/>
            <ac:spMk id="4" creationId="{C79D062B-1463-45B2-A25C-0E3B98914C04}"/>
          </ac:spMkLst>
        </pc:spChg>
      </pc:sldChg>
      <pc:sldChg chg="addSp delSp modSp add">
        <pc:chgData name="Choi Jeomki" userId="f1912f8b0928b9f1" providerId="LiveId" clId="{29366F34-5D58-4B38-9DBA-7F5115FE4899}" dt="2019-03-05T17:30:53.717" v="16329" actId="1035"/>
        <pc:sldMkLst>
          <pc:docMk/>
          <pc:sldMk cId="693870691" sldId="625"/>
        </pc:sldMkLst>
        <pc:spChg chg="mod">
          <ac:chgData name="Choi Jeomki" userId="f1912f8b0928b9f1" providerId="LiveId" clId="{29366F34-5D58-4B38-9DBA-7F5115FE4899}" dt="2019-03-05T17:21:44.837" v="16169"/>
          <ac:spMkLst>
            <pc:docMk/>
            <pc:sldMk cId="693870691" sldId="625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22:11.802" v="16172" actId="20577"/>
          <ac:spMkLst>
            <pc:docMk/>
            <pc:sldMk cId="693870691" sldId="625"/>
            <ac:spMk id="3" creationId="{00000000-0000-0000-0000-000000000000}"/>
          </ac:spMkLst>
        </pc:spChg>
        <pc:spChg chg="del">
          <ac:chgData name="Choi Jeomki" userId="f1912f8b0928b9f1" providerId="LiveId" clId="{29366F34-5D58-4B38-9DBA-7F5115FE4899}" dt="2019-03-05T17:22:45.126" v="16174" actId="478"/>
          <ac:spMkLst>
            <pc:docMk/>
            <pc:sldMk cId="693870691" sldId="625"/>
            <ac:spMk id="4" creationId="{C79D062B-1463-45B2-A25C-0E3B98914C04}"/>
          </ac:spMkLst>
        </pc:spChg>
        <pc:spChg chg="del">
          <ac:chgData name="Choi Jeomki" userId="f1912f8b0928b9f1" providerId="LiveId" clId="{29366F34-5D58-4B38-9DBA-7F5115FE4899}" dt="2019-03-05T17:22:26.989" v="16173" actId="478"/>
          <ac:spMkLst>
            <pc:docMk/>
            <pc:sldMk cId="693870691" sldId="625"/>
            <ac:spMk id="5" creationId="{4285852B-53FF-4122-9F34-D3B92A95D550}"/>
          </ac:spMkLst>
        </pc:spChg>
        <pc:spChg chg="add mod">
          <ac:chgData name="Choi Jeomki" userId="f1912f8b0928b9f1" providerId="LiveId" clId="{29366F34-5D58-4B38-9DBA-7F5115FE4899}" dt="2019-03-05T17:30:17.676" v="16298" actId="14100"/>
          <ac:spMkLst>
            <pc:docMk/>
            <pc:sldMk cId="693870691" sldId="625"/>
            <ac:spMk id="11" creationId="{4CC24217-FC19-41D9-AC33-34E89127C919}"/>
          </ac:spMkLst>
        </pc:spChg>
        <pc:spChg chg="add mod">
          <ac:chgData name="Choi Jeomki" userId="f1912f8b0928b9f1" providerId="LiveId" clId="{29366F34-5D58-4B38-9DBA-7F5115FE4899}" dt="2019-03-05T17:30:30.964" v="16302" actId="20577"/>
          <ac:spMkLst>
            <pc:docMk/>
            <pc:sldMk cId="693870691" sldId="625"/>
            <ac:spMk id="12" creationId="{1A722D61-4C71-451E-BC0B-05164A5FCC12}"/>
          </ac:spMkLst>
        </pc:spChg>
        <pc:picChg chg="add mod">
          <ac:chgData name="Choi Jeomki" userId="f1912f8b0928b9f1" providerId="LiveId" clId="{29366F34-5D58-4B38-9DBA-7F5115FE4899}" dt="2019-03-05T17:30:45.205" v="16305" actId="208"/>
          <ac:picMkLst>
            <pc:docMk/>
            <pc:sldMk cId="693870691" sldId="625"/>
            <ac:picMk id="4" creationId="{6AA6C6D5-F6B7-499B-A05C-CB2E5AA706F7}"/>
          </ac:picMkLst>
        </pc:picChg>
        <pc:picChg chg="add mod">
          <ac:chgData name="Choi Jeomki" userId="f1912f8b0928b9f1" providerId="LiveId" clId="{29366F34-5D58-4B38-9DBA-7F5115FE4899}" dt="2019-03-05T17:30:53.717" v="16329" actId="1035"/>
          <ac:picMkLst>
            <pc:docMk/>
            <pc:sldMk cId="693870691" sldId="625"/>
            <ac:picMk id="5" creationId="{61EE24AB-C026-47E3-A710-210867F89F99}"/>
          </ac:picMkLst>
        </pc:picChg>
        <pc:picChg chg="add mod">
          <ac:chgData name="Choi Jeomki" userId="f1912f8b0928b9f1" providerId="LiveId" clId="{29366F34-5D58-4B38-9DBA-7F5115FE4899}" dt="2019-03-05T17:30:07.754" v="16296" actId="1038"/>
          <ac:picMkLst>
            <pc:docMk/>
            <pc:sldMk cId="693870691" sldId="625"/>
            <ac:picMk id="6" creationId="{6BFFC900-7DD0-4426-9BB5-DB36D89F0813}"/>
          </ac:picMkLst>
        </pc:picChg>
        <pc:picChg chg="del">
          <ac:chgData name="Choi Jeomki" userId="f1912f8b0928b9f1" providerId="LiveId" clId="{29366F34-5D58-4B38-9DBA-7F5115FE4899}" dt="2019-03-05T17:21:48.821" v="16170" actId="478"/>
          <ac:picMkLst>
            <pc:docMk/>
            <pc:sldMk cId="693870691" sldId="625"/>
            <ac:picMk id="6" creationId="{83FCB00B-BF3B-4B2A-860D-F685A56955B3}"/>
          </ac:picMkLst>
        </pc:picChg>
        <pc:picChg chg="del">
          <ac:chgData name="Choi Jeomki" userId="f1912f8b0928b9f1" providerId="LiveId" clId="{29366F34-5D58-4B38-9DBA-7F5115FE4899}" dt="2019-03-05T17:21:48.821" v="16170" actId="478"/>
          <ac:picMkLst>
            <pc:docMk/>
            <pc:sldMk cId="693870691" sldId="625"/>
            <ac:picMk id="7" creationId="{5BEA28EA-0ED4-4010-9294-5CFF5CD72935}"/>
          </ac:picMkLst>
        </pc:picChg>
        <pc:picChg chg="add del mod modCrop">
          <ac:chgData name="Choi Jeomki" userId="f1912f8b0928b9f1" providerId="LiveId" clId="{29366F34-5D58-4B38-9DBA-7F5115FE4899}" dt="2019-03-05T17:29:47.346" v="16283" actId="478"/>
          <ac:picMkLst>
            <pc:docMk/>
            <pc:sldMk cId="693870691" sldId="625"/>
            <ac:picMk id="8" creationId="{54107D45-DBDD-445F-BFF1-AD2A3E379C28}"/>
          </ac:picMkLst>
        </pc:picChg>
        <pc:picChg chg="del">
          <ac:chgData name="Choi Jeomki" userId="f1912f8b0928b9f1" providerId="LiveId" clId="{29366F34-5D58-4B38-9DBA-7F5115FE4899}" dt="2019-03-05T17:21:48.821" v="16170" actId="478"/>
          <ac:picMkLst>
            <pc:docMk/>
            <pc:sldMk cId="693870691" sldId="625"/>
            <ac:picMk id="9" creationId="{C031DFF2-1BA9-47FD-A868-8A2D4D9BE84A}"/>
          </ac:picMkLst>
        </pc:picChg>
        <pc:picChg chg="del">
          <ac:chgData name="Choi Jeomki" userId="f1912f8b0928b9f1" providerId="LiveId" clId="{29366F34-5D58-4B38-9DBA-7F5115FE4899}" dt="2019-03-05T17:21:48.821" v="16170" actId="478"/>
          <ac:picMkLst>
            <pc:docMk/>
            <pc:sldMk cId="693870691" sldId="625"/>
            <ac:picMk id="10" creationId="{D7835EA5-9E40-495D-8427-CD9E27EEF7B3}"/>
          </ac:picMkLst>
        </pc:picChg>
        <pc:picChg chg="add del">
          <ac:chgData name="Choi Jeomki" userId="f1912f8b0928b9f1" providerId="LiveId" clId="{29366F34-5D58-4B38-9DBA-7F5115FE4899}" dt="2019-03-05T17:23:25.720" v="16186" actId="478"/>
          <ac:picMkLst>
            <pc:docMk/>
            <pc:sldMk cId="693870691" sldId="625"/>
            <ac:picMk id="13" creationId="{210D4767-B9F4-4831-92E6-4CB446C11405}"/>
          </ac:picMkLst>
        </pc:picChg>
        <pc:picChg chg="add del">
          <ac:chgData name="Choi Jeomki" userId="f1912f8b0928b9f1" providerId="LiveId" clId="{29366F34-5D58-4B38-9DBA-7F5115FE4899}" dt="2019-03-05T17:23:25.720" v="16186" actId="478"/>
          <ac:picMkLst>
            <pc:docMk/>
            <pc:sldMk cId="693870691" sldId="625"/>
            <ac:picMk id="14" creationId="{907189D9-5980-4DAB-A12C-E4C2E6CDA598}"/>
          </ac:picMkLst>
        </pc:picChg>
        <pc:picChg chg="add del">
          <ac:chgData name="Choi Jeomki" userId="f1912f8b0928b9f1" providerId="LiveId" clId="{29366F34-5D58-4B38-9DBA-7F5115FE4899}" dt="2019-03-05T17:23:51.150" v="16187" actId="478"/>
          <ac:picMkLst>
            <pc:docMk/>
            <pc:sldMk cId="693870691" sldId="625"/>
            <ac:picMk id="15" creationId="{6220A2C2-9C88-4872-B4B8-5CF7C3228427}"/>
          </ac:picMkLst>
        </pc:picChg>
        <pc:picChg chg="add del">
          <ac:chgData name="Choi Jeomki" userId="f1912f8b0928b9f1" providerId="LiveId" clId="{29366F34-5D58-4B38-9DBA-7F5115FE4899}" dt="2019-03-05T17:23:51.150" v="16187" actId="478"/>
          <ac:picMkLst>
            <pc:docMk/>
            <pc:sldMk cId="693870691" sldId="625"/>
            <ac:picMk id="16" creationId="{AE27B069-F1B6-4BB8-B0E4-DFC55DE12BCA}"/>
          </ac:picMkLst>
        </pc:picChg>
        <pc:picChg chg="add mod modCrop">
          <ac:chgData name="Choi Jeomki" userId="f1912f8b0928b9f1" providerId="LiveId" clId="{29366F34-5D58-4B38-9DBA-7F5115FE4899}" dt="2019-03-05T17:30:07.754" v="16296" actId="1038"/>
          <ac:picMkLst>
            <pc:docMk/>
            <pc:sldMk cId="693870691" sldId="625"/>
            <ac:picMk id="17" creationId="{6A05DB2B-E19A-4894-AEC4-5B549EB94FBE}"/>
          </ac:picMkLst>
        </pc:picChg>
      </pc:sldChg>
      <pc:sldChg chg="addSp delSp modSp add">
        <pc:chgData name="Choi Jeomki" userId="f1912f8b0928b9f1" providerId="LiveId" clId="{29366F34-5D58-4B38-9DBA-7F5115FE4899}" dt="2019-03-05T17:38:35.756" v="16435" actId="14100"/>
        <pc:sldMkLst>
          <pc:docMk/>
          <pc:sldMk cId="3344728911" sldId="626"/>
        </pc:sldMkLst>
        <pc:spChg chg="mod">
          <ac:chgData name="Choi Jeomki" userId="f1912f8b0928b9f1" providerId="LiveId" clId="{29366F34-5D58-4B38-9DBA-7F5115FE4899}" dt="2019-03-05T17:31:44.136" v="16358" actId="20577"/>
          <ac:spMkLst>
            <pc:docMk/>
            <pc:sldMk cId="3344728911" sldId="626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35:51.228" v="16413" actId="14100"/>
          <ac:spMkLst>
            <pc:docMk/>
            <pc:sldMk cId="3344728911" sldId="626"/>
            <ac:spMk id="4" creationId="{C79D062B-1463-45B2-A25C-0E3B98914C04}"/>
          </ac:spMkLst>
        </pc:spChg>
        <pc:picChg chg="del">
          <ac:chgData name="Choi Jeomki" userId="f1912f8b0928b9f1" providerId="LiveId" clId="{29366F34-5D58-4B38-9DBA-7F5115FE4899}" dt="2019-03-05T17:32:35.408" v="16360" actId="478"/>
          <ac:picMkLst>
            <pc:docMk/>
            <pc:sldMk cId="3344728911" sldId="626"/>
            <ac:picMk id="5" creationId="{DF5665E8-DC86-40D5-9F0E-DFAD4EAA2F6E}"/>
          </ac:picMkLst>
        </pc:picChg>
        <pc:picChg chg="del">
          <ac:chgData name="Choi Jeomki" userId="f1912f8b0928b9f1" providerId="LiveId" clId="{29366F34-5D58-4B38-9DBA-7F5115FE4899}" dt="2019-03-05T17:33:49.726" v="16401" actId="478"/>
          <ac:picMkLst>
            <pc:docMk/>
            <pc:sldMk cId="3344728911" sldId="626"/>
            <ac:picMk id="6" creationId="{FAE355B7-2C65-4A4A-A8EC-AC7668A0AA5B}"/>
          </ac:picMkLst>
        </pc:picChg>
        <pc:picChg chg="add mod">
          <ac:chgData name="Choi Jeomki" userId="f1912f8b0928b9f1" providerId="LiveId" clId="{29366F34-5D58-4B38-9DBA-7F5115FE4899}" dt="2019-03-05T17:35:44.803" v="16411" actId="1076"/>
          <ac:picMkLst>
            <pc:docMk/>
            <pc:sldMk cId="3344728911" sldId="626"/>
            <ac:picMk id="7" creationId="{AC60D96A-66CF-4EA6-925E-326782265372}"/>
          </ac:picMkLst>
        </pc:picChg>
        <pc:picChg chg="add mod modCrop">
          <ac:chgData name="Choi Jeomki" userId="f1912f8b0928b9f1" providerId="LiveId" clId="{29366F34-5D58-4B38-9DBA-7F5115FE4899}" dt="2019-03-05T17:38:33.108" v="16434" actId="208"/>
          <ac:picMkLst>
            <pc:docMk/>
            <pc:sldMk cId="3344728911" sldId="626"/>
            <ac:picMk id="8" creationId="{8E7F0BD8-1FAC-472A-BC8E-46BD68909CC7}"/>
          </ac:picMkLst>
        </pc:picChg>
        <pc:picChg chg="add mod">
          <ac:chgData name="Choi Jeomki" userId="f1912f8b0928b9f1" providerId="LiveId" clId="{29366F34-5D58-4B38-9DBA-7F5115FE4899}" dt="2019-03-05T17:38:35.756" v="16435" actId="14100"/>
          <ac:picMkLst>
            <pc:docMk/>
            <pc:sldMk cId="3344728911" sldId="626"/>
            <ac:picMk id="9" creationId="{70676A16-CFE7-4C3F-B7FF-6FF31498B993}"/>
          </ac:picMkLst>
        </pc:picChg>
      </pc:sldChg>
      <pc:sldChg chg="addSp delSp modSp add">
        <pc:chgData name="Choi Jeomki" userId="f1912f8b0928b9f1" providerId="LiveId" clId="{29366F34-5D58-4B38-9DBA-7F5115FE4899}" dt="2019-03-05T17:44:26.471" v="16545" actId="1036"/>
        <pc:sldMkLst>
          <pc:docMk/>
          <pc:sldMk cId="110073252" sldId="627"/>
        </pc:sldMkLst>
        <pc:spChg chg="mod">
          <ac:chgData name="Choi Jeomki" userId="f1912f8b0928b9f1" providerId="LiveId" clId="{29366F34-5D58-4B38-9DBA-7F5115FE4899}" dt="2019-03-05T17:31:54.936" v="16359"/>
          <ac:spMkLst>
            <pc:docMk/>
            <pc:sldMk cId="110073252" sldId="627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43:57.571" v="16532" actId="14100"/>
          <ac:spMkLst>
            <pc:docMk/>
            <pc:sldMk cId="110073252" sldId="627"/>
            <ac:spMk id="4" creationId="{C79D062B-1463-45B2-A25C-0E3B98914C04}"/>
          </ac:spMkLst>
        </pc:spChg>
        <pc:spChg chg="mod">
          <ac:chgData name="Choi Jeomki" userId="f1912f8b0928b9f1" providerId="LiveId" clId="{29366F34-5D58-4B38-9DBA-7F5115FE4899}" dt="2019-03-05T17:44:20.242" v="16539" actId="20577"/>
          <ac:spMkLst>
            <pc:docMk/>
            <pc:sldMk cId="110073252" sldId="627"/>
            <ac:spMk id="8" creationId="{889BC33B-5DA5-4CC5-A4F6-7F49148E3135}"/>
          </ac:spMkLst>
        </pc:spChg>
        <pc:picChg chg="add mod modCrop">
          <ac:chgData name="Choi Jeomki" userId="f1912f8b0928b9f1" providerId="LiveId" clId="{29366F34-5D58-4B38-9DBA-7F5115FE4899}" dt="2019-03-05T17:43:51.308" v="16530" actId="208"/>
          <ac:picMkLst>
            <pc:docMk/>
            <pc:sldMk cId="110073252" sldId="627"/>
            <ac:picMk id="5" creationId="{39BB72FA-3150-4153-9B85-C86324CB4375}"/>
          </ac:picMkLst>
        </pc:picChg>
        <pc:picChg chg="add mod">
          <ac:chgData name="Choi Jeomki" userId="f1912f8b0928b9f1" providerId="LiveId" clId="{29366F34-5D58-4B38-9DBA-7F5115FE4899}" dt="2019-03-05T17:44:26.471" v="16545" actId="1036"/>
          <ac:picMkLst>
            <pc:docMk/>
            <pc:sldMk cId="110073252" sldId="627"/>
            <ac:picMk id="6" creationId="{D7A1DE98-47EA-4D69-9BF9-887F5C1973B4}"/>
          </ac:picMkLst>
        </pc:picChg>
        <pc:picChg chg="add mod">
          <ac:chgData name="Choi Jeomki" userId="f1912f8b0928b9f1" providerId="LiveId" clId="{29366F34-5D58-4B38-9DBA-7F5115FE4899}" dt="2019-03-05T17:44:23.067" v="16543" actId="1035"/>
          <ac:picMkLst>
            <pc:docMk/>
            <pc:sldMk cId="110073252" sldId="627"/>
            <ac:picMk id="7" creationId="{BA97E4C6-6162-4D21-9079-5C205880863B}"/>
          </ac:picMkLst>
        </pc:picChg>
        <pc:picChg chg="del">
          <ac:chgData name="Choi Jeomki" userId="f1912f8b0928b9f1" providerId="LiveId" clId="{29366F34-5D58-4B38-9DBA-7F5115FE4899}" dt="2019-03-05T17:38:50.684" v="16436" actId="478"/>
          <ac:picMkLst>
            <pc:docMk/>
            <pc:sldMk cId="110073252" sldId="627"/>
            <ac:picMk id="9" creationId="{1F192525-03D2-48D4-9C76-69D59D552098}"/>
          </ac:picMkLst>
        </pc:picChg>
        <pc:picChg chg="del">
          <ac:chgData name="Choi Jeomki" userId="f1912f8b0928b9f1" providerId="LiveId" clId="{29366F34-5D58-4B38-9DBA-7F5115FE4899}" dt="2019-03-05T17:38:50.684" v="16436" actId="478"/>
          <ac:picMkLst>
            <pc:docMk/>
            <pc:sldMk cId="110073252" sldId="627"/>
            <ac:picMk id="10" creationId="{70C6E9FF-6D80-4775-961D-7E324CF66910}"/>
          </ac:picMkLst>
        </pc:picChg>
        <pc:picChg chg="del">
          <ac:chgData name="Choi Jeomki" userId="f1912f8b0928b9f1" providerId="LiveId" clId="{29366F34-5D58-4B38-9DBA-7F5115FE4899}" dt="2019-03-05T17:38:50.684" v="16436" actId="478"/>
          <ac:picMkLst>
            <pc:docMk/>
            <pc:sldMk cId="110073252" sldId="627"/>
            <ac:picMk id="11" creationId="{9C1D5050-F0B5-4404-993E-2C8FAB4031E8}"/>
          </ac:picMkLst>
        </pc:picChg>
      </pc:sldChg>
      <pc:sldChg chg="addSp delSp modSp add">
        <pc:chgData name="Choi Jeomki" userId="f1912f8b0928b9f1" providerId="LiveId" clId="{29366F34-5D58-4B38-9DBA-7F5115FE4899}" dt="2019-03-06T01:58:23.751" v="16656"/>
        <pc:sldMkLst>
          <pc:docMk/>
          <pc:sldMk cId="3446121729" sldId="628"/>
        </pc:sldMkLst>
        <pc:spChg chg="mod">
          <ac:chgData name="Choi Jeomki" userId="f1912f8b0928b9f1" providerId="LiveId" clId="{29366F34-5D58-4B38-9DBA-7F5115FE4899}" dt="2019-03-06T01:58:23.751" v="16656"/>
          <ac:spMkLst>
            <pc:docMk/>
            <pc:sldMk cId="3446121729" sldId="628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5T17:46:07.595" v="16637"/>
          <ac:spMkLst>
            <pc:docMk/>
            <pc:sldMk cId="3446121729" sldId="628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6T01:56:53.013" v="16638"/>
          <ac:spMkLst>
            <pc:docMk/>
            <pc:sldMk cId="3446121729" sldId="628"/>
            <ac:spMk id="4" creationId="{C79D062B-1463-45B2-A25C-0E3B98914C04}"/>
          </ac:spMkLst>
        </pc:spChg>
        <pc:picChg chg="add mod">
          <ac:chgData name="Choi Jeomki" userId="f1912f8b0928b9f1" providerId="LiveId" clId="{29366F34-5D58-4B38-9DBA-7F5115FE4899}" dt="2019-03-06T01:57:57.025" v="16646" actId="1036"/>
          <ac:picMkLst>
            <pc:docMk/>
            <pc:sldMk cId="3446121729" sldId="628"/>
            <ac:picMk id="5" creationId="{675FDD02-3363-4C7A-BB6C-1FF6BB13378F}"/>
          </ac:picMkLst>
        </pc:picChg>
        <pc:picChg chg="del">
          <ac:chgData name="Choi Jeomki" userId="f1912f8b0928b9f1" providerId="LiveId" clId="{29366F34-5D58-4B38-9DBA-7F5115FE4899}" dt="2019-03-06T01:57:12.508" v="16639" actId="478"/>
          <ac:picMkLst>
            <pc:docMk/>
            <pc:sldMk cId="3446121729" sldId="628"/>
            <ac:picMk id="7" creationId="{31CBAFE5-FECD-4DFC-96E8-68DBEB7C1429}"/>
          </ac:picMkLst>
        </pc:picChg>
      </pc:sldChg>
      <pc:sldChg chg="addSp delSp modSp add">
        <pc:chgData name="Choi Jeomki" userId="f1912f8b0928b9f1" providerId="LiveId" clId="{29366F34-5D58-4B38-9DBA-7F5115FE4899}" dt="2019-03-06T02:47:51.705" v="16716"/>
        <pc:sldMkLst>
          <pc:docMk/>
          <pc:sldMk cId="4148830608" sldId="629"/>
        </pc:sldMkLst>
        <pc:spChg chg="mod">
          <ac:chgData name="Choi Jeomki" userId="f1912f8b0928b9f1" providerId="LiveId" clId="{29366F34-5D58-4B38-9DBA-7F5115FE4899}" dt="2019-03-06T02:47:29.450" v="16707" actId="20577"/>
          <ac:spMkLst>
            <pc:docMk/>
            <pc:sldMk cId="4148830608" sldId="629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6T02:47:51.705" v="16716"/>
          <ac:spMkLst>
            <pc:docMk/>
            <pc:sldMk cId="4148830608" sldId="629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6T02:45:44.919" v="16685" actId="20577"/>
          <ac:spMkLst>
            <pc:docMk/>
            <pc:sldMk cId="4148830608" sldId="629"/>
            <ac:spMk id="4" creationId="{C79D062B-1463-45B2-A25C-0E3B98914C04}"/>
          </ac:spMkLst>
        </pc:spChg>
        <pc:spChg chg="mod">
          <ac:chgData name="Choi Jeomki" userId="f1912f8b0928b9f1" providerId="LiveId" clId="{29366F34-5D58-4B38-9DBA-7F5115FE4899}" dt="2019-03-06T02:46:39.223" v="16695" actId="14100"/>
          <ac:spMkLst>
            <pc:docMk/>
            <pc:sldMk cId="4148830608" sldId="629"/>
            <ac:spMk id="9" creationId="{4CFFC369-9B75-4CE5-8441-CD737FD20AB4}"/>
          </ac:spMkLst>
        </pc:spChg>
        <pc:picChg chg="add mod">
          <ac:chgData name="Choi Jeomki" userId="f1912f8b0928b9f1" providerId="LiveId" clId="{29366F34-5D58-4B38-9DBA-7F5115FE4899}" dt="2019-03-06T02:46:01.064" v="16693" actId="1038"/>
          <ac:picMkLst>
            <pc:docMk/>
            <pc:sldMk cId="4148830608" sldId="629"/>
            <ac:picMk id="5" creationId="{3B401F57-76DA-494A-A421-31C9EB39504B}"/>
          </ac:picMkLst>
        </pc:picChg>
        <pc:picChg chg="mod">
          <ac:chgData name="Choi Jeomki" userId="f1912f8b0928b9f1" providerId="LiveId" clId="{29366F34-5D58-4B38-9DBA-7F5115FE4899}" dt="2019-03-06T02:46:01.064" v="16693" actId="1038"/>
          <ac:picMkLst>
            <pc:docMk/>
            <pc:sldMk cId="4148830608" sldId="629"/>
            <ac:picMk id="8" creationId="{8EFC64A7-0024-42F9-B455-28227D7AE143}"/>
          </ac:picMkLst>
        </pc:picChg>
        <pc:picChg chg="del">
          <ac:chgData name="Choi Jeomki" userId="f1912f8b0928b9f1" providerId="LiveId" clId="{29366F34-5D58-4B38-9DBA-7F5115FE4899}" dt="2019-03-06T02:44:51.385" v="16675" actId="478"/>
          <ac:picMkLst>
            <pc:docMk/>
            <pc:sldMk cId="4148830608" sldId="629"/>
            <ac:picMk id="10" creationId="{7AC1E409-7871-4F09-9552-69FA9BFC6079}"/>
          </ac:picMkLst>
        </pc:picChg>
        <pc:picChg chg="add mod">
          <ac:chgData name="Choi Jeomki" userId="f1912f8b0928b9f1" providerId="LiveId" clId="{29366F34-5D58-4B38-9DBA-7F5115FE4899}" dt="2019-03-06T02:47:17.040" v="16705" actId="1037"/>
          <ac:picMkLst>
            <pc:docMk/>
            <pc:sldMk cId="4148830608" sldId="629"/>
            <ac:picMk id="11" creationId="{84D68CF1-FFE9-48D8-858F-B981D53CE2DB}"/>
          </ac:picMkLst>
        </pc:picChg>
        <pc:picChg chg="del">
          <ac:chgData name="Choi Jeomki" userId="f1912f8b0928b9f1" providerId="LiveId" clId="{29366F34-5D58-4B38-9DBA-7F5115FE4899}" dt="2019-03-06T02:44:51.385" v="16675" actId="478"/>
          <ac:picMkLst>
            <pc:docMk/>
            <pc:sldMk cId="4148830608" sldId="629"/>
            <ac:picMk id="12" creationId="{4131C4A9-E313-4942-A031-E477D4BE0DB8}"/>
          </ac:picMkLst>
        </pc:picChg>
        <pc:picChg chg="del">
          <ac:chgData name="Choi Jeomki" userId="f1912f8b0928b9f1" providerId="LiveId" clId="{29366F34-5D58-4B38-9DBA-7F5115FE4899}" dt="2019-03-06T02:44:51.385" v="16675" actId="478"/>
          <ac:picMkLst>
            <pc:docMk/>
            <pc:sldMk cId="4148830608" sldId="629"/>
            <ac:picMk id="13" creationId="{F3427BF9-3E4B-47A4-BA9A-5D4FCA47FF33}"/>
          </ac:picMkLst>
        </pc:picChg>
        <pc:picChg chg="add mod">
          <ac:chgData name="Choi Jeomki" userId="f1912f8b0928b9f1" providerId="LiveId" clId="{29366F34-5D58-4B38-9DBA-7F5115FE4899}" dt="2019-03-06T02:47:17.040" v="16705" actId="1037"/>
          <ac:picMkLst>
            <pc:docMk/>
            <pc:sldMk cId="4148830608" sldId="629"/>
            <ac:picMk id="14" creationId="{2EC07F15-66D5-4E1F-8346-D964C76ED885}"/>
          </ac:picMkLst>
        </pc:picChg>
      </pc:sldChg>
      <pc:sldChg chg="addSp delSp modSp add">
        <pc:chgData name="Choi Jeomki" userId="f1912f8b0928b9f1" providerId="LiveId" clId="{29366F34-5D58-4B38-9DBA-7F5115FE4899}" dt="2019-03-06T03:05:35.958" v="17071" actId="14100"/>
        <pc:sldMkLst>
          <pc:docMk/>
          <pc:sldMk cId="3205742379" sldId="630"/>
        </pc:sldMkLst>
        <pc:spChg chg="mod">
          <ac:chgData name="Choi Jeomki" userId="f1912f8b0928b9f1" providerId="LiveId" clId="{29366F34-5D58-4B38-9DBA-7F5115FE4899}" dt="2019-03-06T02:59:58.403" v="17016"/>
          <ac:spMkLst>
            <pc:docMk/>
            <pc:sldMk cId="3205742379" sldId="630"/>
            <ac:spMk id="2" creationId="{00000000-0000-0000-0000-000000000000}"/>
          </ac:spMkLst>
        </pc:spChg>
        <pc:spChg chg="mod">
          <ac:chgData name="Choi Jeomki" userId="f1912f8b0928b9f1" providerId="LiveId" clId="{29366F34-5D58-4B38-9DBA-7F5115FE4899}" dt="2019-03-06T03:00:02.800" v="17049"/>
          <ac:spMkLst>
            <pc:docMk/>
            <pc:sldMk cId="3205742379" sldId="630"/>
            <ac:spMk id="3" creationId="{00000000-0000-0000-0000-000000000000}"/>
          </ac:spMkLst>
        </pc:spChg>
        <pc:spChg chg="mod">
          <ac:chgData name="Choi Jeomki" userId="f1912f8b0928b9f1" providerId="LiveId" clId="{29366F34-5D58-4B38-9DBA-7F5115FE4899}" dt="2019-03-06T03:04:08.687" v="17064" actId="14100"/>
          <ac:spMkLst>
            <pc:docMk/>
            <pc:sldMk cId="3205742379" sldId="630"/>
            <ac:spMk id="4" creationId="{C79D062B-1463-45B2-A25C-0E3B98914C04}"/>
          </ac:spMkLst>
        </pc:spChg>
        <pc:spChg chg="del mod">
          <ac:chgData name="Choi Jeomki" userId="f1912f8b0928b9f1" providerId="LiveId" clId="{29366F34-5D58-4B38-9DBA-7F5115FE4899}" dt="2019-03-06T03:04:03.522" v="17063" actId="478"/>
          <ac:spMkLst>
            <pc:docMk/>
            <pc:sldMk cId="3205742379" sldId="630"/>
            <ac:spMk id="8" creationId="{3AE13F2A-B130-4022-99B8-E6FAF5215160}"/>
          </ac:spMkLst>
        </pc:spChg>
        <pc:picChg chg="del">
          <ac:chgData name="Choi Jeomki" userId="f1912f8b0928b9f1" providerId="LiveId" clId="{29366F34-5D58-4B38-9DBA-7F5115FE4899}" dt="2019-03-06T03:03:34.442" v="17055" actId="478"/>
          <ac:picMkLst>
            <pc:docMk/>
            <pc:sldMk cId="3205742379" sldId="630"/>
            <ac:picMk id="5" creationId="{A4C88D5E-094E-484E-940F-C86691BF38A2}"/>
          </ac:picMkLst>
        </pc:picChg>
        <pc:picChg chg="del">
          <ac:chgData name="Choi Jeomki" userId="f1912f8b0928b9f1" providerId="LiveId" clId="{29366F34-5D58-4B38-9DBA-7F5115FE4899}" dt="2019-03-06T03:03:32.606" v="17053" actId="478"/>
          <ac:picMkLst>
            <pc:docMk/>
            <pc:sldMk cId="3205742379" sldId="630"/>
            <ac:picMk id="6" creationId="{A1358A6D-2155-4BD7-93EC-F20F2CFCBB44}"/>
          </ac:picMkLst>
        </pc:picChg>
        <pc:picChg chg="del">
          <ac:chgData name="Choi Jeomki" userId="f1912f8b0928b9f1" providerId="LiveId" clId="{29366F34-5D58-4B38-9DBA-7F5115FE4899}" dt="2019-03-06T03:03:33.082" v="17054" actId="478"/>
          <ac:picMkLst>
            <pc:docMk/>
            <pc:sldMk cId="3205742379" sldId="630"/>
            <ac:picMk id="7" creationId="{973F531A-721C-4A9D-84C1-4CDAFA7CBAC2}"/>
          </ac:picMkLst>
        </pc:picChg>
        <pc:picChg chg="add mod">
          <ac:chgData name="Choi Jeomki" userId="f1912f8b0928b9f1" providerId="LiveId" clId="{29366F34-5D58-4B38-9DBA-7F5115FE4899}" dt="2019-03-06T03:05:35.958" v="17071" actId="14100"/>
          <ac:picMkLst>
            <pc:docMk/>
            <pc:sldMk cId="3205742379" sldId="630"/>
            <ac:picMk id="9" creationId="{E311145C-25A5-413E-93D1-CFD90B66FBBA}"/>
          </ac:picMkLst>
        </pc:picChg>
        <pc:picChg chg="del">
          <ac:chgData name="Choi Jeomki" userId="f1912f8b0928b9f1" providerId="LiveId" clId="{29366F34-5D58-4B38-9DBA-7F5115FE4899}" dt="2019-03-06T03:03:30.599" v="17050" actId="478"/>
          <ac:picMkLst>
            <pc:docMk/>
            <pc:sldMk cId="3205742379" sldId="630"/>
            <ac:picMk id="11" creationId="{5FEEAF01-94F6-458E-A8FA-A34E5C401D80}"/>
          </ac:picMkLst>
        </pc:picChg>
        <pc:picChg chg="del">
          <ac:chgData name="Choi Jeomki" userId="f1912f8b0928b9f1" providerId="LiveId" clId="{29366F34-5D58-4B38-9DBA-7F5115FE4899}" dt="2019-03-06T03:03:31.264" v="17051" actId="478"/>
          <ac:picMkLst>
            <pc:docMk/>
            <pc:sldMk cId="3205742379" sldId="630"/>
            <ac:picMk id="12" creationId="{C70A8504-6163-4E6B-A97F-5882A0D80D5C}"/>
          </ac:picMkLst>
        </pc:picChg>
        <pc:picChg chg="del">
          <ac:chgData name="Choi Jeomki" userId="f1912f8b0928b9f1" providerId="LiveId" clId="{29366F34-5D58-4B38-9DBA-7F5115FE4899}" dt="2019-03-06T03:03:31.727" v="17052" actId="478"/>
          <ac:picMkLst>
            <pc:docMk/>
            <pc:sldMk cId="3205742379" sldId="630"/>
            <ac:picMk id="13" creationId="{A7DD8BBD-297E-4927-B217-31F4D7C85E0F}"/>
          </ac:picMkLst>
        </pc:picChg>
      </pc:sldChg>
    </pc:docChg>
  </pc:docChgLst>
  <pc:docChgLst>
    <pc:chgData name="Choi Jeomki" userId="f1912f8b0928b9f1" providerId="LiveId" clId="{87A2D2B5-65FF-4A81-BB2F-74A5A8C11D8B}"/>
    <pc:docChg chg="undo redo custSel addSld delSld modSld sldOrd">
      <pc:chgData name="Choi Jeomki" userId="f1912f8b0928b9f1" providerId="LiveId" clId="{87A2D2B5-65FF-4A81-BB2F-74A5A8C11D8B}" dt="2019-02-22T15:17:42.193" v="23102" actId="478"/>
      <pc:docMkLst>
        <pc:docMk/>
      </pc:docMkLst>
    </pc:docChg>
  </pc:docChgLst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</pc:docChg>
  </pc:docChgLst>
  <pc:docChgLst>
    <pc:chgData name="Choi Jeomki" userId="f1912f8b0928b9f1" providerId="LiveId" clId="{0A4B7854-1716-4FB7-9ED6-F03B377F933D}"/>
    <pc:docChg chg="undo redo custSel addSld delSld modSld sldOrd">
      <pc:chgData name="Choi Jeomki" userId="f1912f8b0928b9f1" providerId="LiveId" clId="{0A4B7854-1716-4FB7-9ED6-F03B377F933D}" dt="2019-02-26T10:55:25.875" v="8693" actId="2696"/>
      <pc:docMkLst>
        <pc:docMk/>
      </pc:docMkLst>
      <pc:sldChg chg="modSp add del">
        <pc:chgData name="Choi Jeomki" userId="f1912f8b0928b9f1" providerId="LiveId" clId="{0A4B7854-1716-4FB7-9ED6-F03B377F933D}" dt="2019-02-26T03:29:25.813" v="2817" actId="2696"/>
        <pc:sldMkLst>
          <pc:docMk/>
          <pc:sldMk cId="2143234007" sldId="422"/>
        </pc:sldMkLst>
        <pc:spChg chg="mod">
          <ac:chgData name="Choi Jeomki" userId="f1912f8b0928b9f1" providerId="LiveId" clId="{0A4B7854-1716-4FB7-9ED6-F03B377F933D}" dt="2019-02-26T03:24:41.165" v="2588" actId="20577"/>
          <ac:spMkLst>
            <pc:docMk/>
            <pc:sldMk cId="2143234007" sldId="422"/>
            <ac:spMk id="2" creationId="{00000000-0000-0000-0000-000000000000}"/>
          </ac:spMkLst>
        </pc:spChg>
        <pc:spChg chg="mod">
          <ac:chgData name="Choi Jeomki" userId="f1912f8b0928b9f1" providerId="LiveId" clId="{0A4B7854-1716-4FB7-9ED6-F03B377F933D}" dt="2019-02-26T03:27:00.369" v="2803" actId="20577"/>
          <ac:spMkLst>
            <pc:docMk/>
            <pc:sldMk cId="2143234007" sldId="422"/>
            <ac:spMk id="3" creationId="{00000000-0000-0000-0000-000000000000}"/>
          </ac:spMkLst>
        </pc:spChg>
      </pc:sldChg>
      <pc:sldChg chg="add del">
        <pc:chgData name="Choi Jeomki" userId="f1912f8b0928b9f1" providerId="LiveId" clId="{0A4B7854-1716-4FB7-9ED6-F03B377F933D}" dt="2019-02-26T03:29:39.379" v="2819" actId="2696"/>
        <pc:sldMkLst>
          <pc:docMk/>
          <pc:sldMk cId="2801327216" sldId="423"/>
        </pc:sldMkLst>
      </pc:sldChg>
      <pc:sldChg chg="add del">
        <pc:chgData name="Choi Jeomki" userId="f1912f8b0928b9f1" providerId="LiveId" clId="{0A4B7854-1716-4FB7-9ED6-F03B377F933D}" dt="2019-02-26T03:29:25.870" v="2818" actId="2696"/>
        <pc:sldMkLst>
          <pc:docMk/>
          <pc:sldMk cId="3282996524" sldId="425"/>
        </pc:sldMkLst>
      </pc:sldChg>
      <pc:sldChg chg="addSp delSp modSp add">
        <pc:chgData name="Choi Jeomki" userId="f1912f8b0928b9f1" providerId="LiveId" clId="{0A4B7854-1716-4FB7-9ED6-F03B377F933D}" dt="2019-02-26T00:49:20.242" v="2245" actId="1036"/>
        <pc:sldMkLst>
          <pc:docMk/>
          <pc:sldMk cId="1932140385" sldId="540"/>
        </pc:sldMkLst>
        <pc:spChg chg="mod">
          <ac:chgData name="Choi Jeomki" userId="f1912f8b0928b9f1" providerId="LiveId" clId="{0A4B7854-1716-4FB7-9ED6-F03B377F933D}" dt="2019-02-26T00:49:12.087" v="2235" actId="1076"/>
          <ac:spMkLst>
            <pc:docMk/>
            <pc:sldMk cId="1932140385" sldId="540"/>
            <ac:spMk id="4" creationId="{C79D062B-1463-45B2-A25C-0E3B98914C04}"/>
          </ac:spMkLst>
        </pc:spChg>
        <pc:spChg chg="mod">
          <ac:chgData name="Choi Jeomki" userId="f1912f8b0928b9f1" providerId="LiveId" clId="{0A4B7854-1716-4FB7-9ED6-F03B377F933D}" dt="2019-02-26T00:49:07.145" v="2232" actId="1035"/>
          <ac:spMkLst>
            <pc:docMk/>
            <pc:sldMk cId="1932140385" sldId="540"/>
            <ac:spMk id="16" creationId="{F7CAA2AE-49A9-4740-A598-E21C3E0FAA66}"/>
          </ac:spMkLst>
        </pc:spChg>
        <pc:spChg chg="add del mod">
          <ac:chgData name="Choi Jeomki" userId="f1912f8b0928b9f1" providerId="LiveId" clId="{0A4B7854-1716-4FB7-9ED6-F03B377F933D}" dt="2019-02-26T00:49:01.841" v="2197" actId="478"/>
          <ac:spMkLst>
            <pc:docMk/>
            <pc:sldMk cId="1932140385" sldId="540"/>
            <ac:spMk id="17" creationId="{96287DF9-4B90-4272-8499-8B66A96624D3}"/>
          </ac:spMkLst>
        </pc:spChg>
        <pc:spChg chg="add mod">
          <ac:chgData name="Choi Jeomki" userId="f1912f8b0928b9f1" providerId="LiveId" clId="{0A4B7854-1716-4FB7-9ED6-F03B377F933D}" dt="2019-02-26T00:49:20.242" v="2245" actId="1036"/>
          <ac:spMkLst>
            <pc:docMk/>
            <pc:sldMk cId="1932140385" sldId="540"/>
            <ac:spMk id="18" creationId="{3A141EB7-2FD6-47C3-8217-26FEAABEF47F}"/>
          </ac:spMkLst>
        </pc:spChg>
        <pc:spChg chg="mod">
          <ac:chgData name="Choi Jeomki" userId="f1912f8b0928b9f1" providerId="LiveId" clId="{0A4B7854-1716-4FB7-9ED6-F03B377F933D}" dt="2019-02-26T00:48:40.247" v="2192"/>
          <ac:spMkLst>
            <pc:docMk/>
            <pc:sldMk cId="1932140385" sldId="540"/>
            <ac:spMk id="23" creationId="{3554CEB6-D70A-47AD-A1DC-379CFE524DFA}"/>
          </ac:spMkLst>
        </pc:spChg>
        <pc:spChg chg="mod">
          <ac:chgData name="Choi Jeomki" userId="f1912f8b0928b9f1" providerId="LiveId" clId="{0A4B7854-1716-4FB7-9ED6-F03B377F933D}" dt="2019-02-26T00:48:28.280" v="2191" actId="1036"/>
          <ac:spMkLst>
            <pc:docMk/>
            <pc:sldMk cId="1932140385" sldId="540"/>
            <ac:spMk id="27" creationId="{C171EF09-5EDB-4255-8BE0-18DE02180CF2}"/>
          </ac:spMkLst>
        </pc:spChg>
      </pc:sldChg>
      <pc:sldChg chg="add">
        <pc:chgData name="Choi Jeomki" userId="f1912f8b0928b9f1" providerId="LiveId" clId="{0A4B7854-1716-4FB7-9ED6-F03B377F933D}" dt="2019-02-26T00:50:00.796" v="2251"/>
        <pc:sldMkLst>
          <pc:docMk/>
          <pc:sldMk cId="3466725260" sldId="547"/>
        </pc:sldMkLst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13.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건강정보 데이터 분석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31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분석과제 모델링과 기본탐색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가공과 정제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16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변수간 관계특성 분석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79821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2144146"/>
            <a:ext cx="4569200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619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변수간 관계특성 분석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64790E18-ABC7-47C6-937A-515A801D5D12}"/>
              </a:ext>
            </a:extLst>
          </p:cNvPr>
          <p:cNvSpPr txBox="1"/>
          <p:nvPr/>
        </p:nvSpPr>
        <p:spPr>
          <a:xfrm>
            <a:off x="4672614" y="3246480"/>
            <a:ext cx="3340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가공과 정제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="" xmlns:a16="http://schemas.microsoft.com/office/drawing/2014/main" id="{68B2F5FF-7859-4F91-AC56-B3F406374C81}"/>
              </a:ext>
            </a:extLst>
          </p:cNvPr>
          <p:cNvGrpSpPr/>
          <p:nvPr/>
        </p:nvGrpSpPr>
        <p:grpSpPr>
          <a:xfrm>
            <a:off x="4020030" y="2148345"/>
            <a:ext cx="5221784" cy="830997"/>
            <a:chOff x="1996611" y="2003068"/>
            <a:chExt cx="5221784" cy="830997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B12DAC93-D3E3-41AE-BB95-89E1BAD0E6D7}"/>
                </a:ext>
              </a:extLst>
            </p:cNvPr>
            <p:cNvSpPr txBox="1"/>
            <p:nvPr/>
          </p:nvSpPr>
          <p:spPr>
            <a:xfrm>
              <a:off x="2649195" y="2003068"/>
              <a:ext cx="456920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분석과제 모델링과 기본탐색</a:t>
              </a: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="" xmlns:a16="http://schemas.microsoft.com/office/drawing/2014/main" id="{AB952FC7-1768-4F40-B171-80437BC9D1B6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5" name="그룹 54">
                <a:extLst>
                  <a:ext uri="{FF2B5EF4-FFF2-40B4-BE49-F238E27FC236}">
                    <a16:creationId xmlns="" xmlns:a16="http://schemas.microsoft.com/office/drawing/2014/main" id="{03157091-49EE-4C87-9233-23D4FF779FD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7" name="오른쪽 대괄호 8">
                  <a:extLst>
                    <a:ext uri="{FF2B5EF4-FFF2-40B4-BE49-F238E27FC236}">
                      <a16:creationId xmlns="" xmlns:a16="http://schemas.microsoft.com/office/drawing/2014/main" id="{7B8724EC-3218-456E-95C8-CCCDF3EF3515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8" name="오른쪽 대괄호 8">
                  <a:extLst>
                    <a:ext uri="{FF2B5EF4-FFF2-40B4-BE49-F238E27FC236}">
                      <a16:creationId xmlns="" xmlns:a16="http://schemas.microsoft.com/office/drawing/2014/main" id="{AEFA8891-BB11-4201-BFB5-17A2C449E8EB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="" xmlns:a16="http://schemas.microsoft.com/office/drawing/2014/main" id="{703D5822-DE35-4775-B6B7-7F431E5B4916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2280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229375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="" xmlns:a16="http://schemas.microsoft.com/office/drawing/2014/main" id="{9449720A-AE8F-453D-9B88-9EFC7476C6E0}"/>
              </a:ext>
            </a:extLst>
          </p:cNvPr>
          <p:cNvGrpSpPr/>
          <p:nvPr/>
        </p:nvGrpSpPr>
        <p:grpSpPr>
          <a:xfrm>
            <a:off x="776932" y="2626308"/>
            <a:ext cx="2510755" cy="2779053"/>
            <a:chOff x="776932" y="2626308"/>
            <a:chExt cx="2510755" cy="2779053"/>
          </a:xfrm>
        </p:grpSpPr>
        <p:sp>
          <p:nvSpPr>
            <p:cNvPr id="37" name="모서리가 둥근 직사각형 35">
              <a:extLst>
                <a:ext uri="{FF2B5EF4-FFF2-40B4-BE49-F238E27FC236}">
                  <a16:creationId xmlns="" xmlns:a16="http://schemas.microsoft.com/office/drawing/2014/main" id="{793A9CF7-DF58-44F8-806D-8C97FC8F11D9}"/>
                </a:ext>
              </a:extLst>
            </p:cNvPr>
            <p:cNvSpPr/>
            <p:nvPr/>
          </p:nvSpPr>
          <p:spPr bwMode="auto">
            <a:xfrm>
              <a:off x="776932" y="3072622"/>
              <a:ext cx="2510755" cy="2332739"/>
            </a:xfrm>
            <a:prstGeom prst="roundRect">
              <a:avLst>
                <a:gd name="adj" fmla="val 10263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3" name="Rectangle 26">
              <a:extLst>
                <a:ext uri="{FF2B5EF4-FFF2-40B4-BE49-F238E27FC236}">
                  <a16:creationId xmlns="" xmlns:a16="http://schemas.microsoft.com/office/drawing/2014/main" id="{711CA8C6-91D2-4673-94DF-7160382DB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32" y="2626308"/>
              <a:ext cx="2510755" cy="41114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kern="0" dirty="0"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암</a:t>
              </a: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세포특성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="" xmlns:a16="http://schemas.microsoft.com/office/drawing/2014/main" id="{45EBEC05-5B5A-400C-A5F0-EA01B9204242}"/>
              </a:ext>
            </a:extLst>
          </p:cNvPr>
          <p:cNvGrpSpPr/>
          <p:nvPr/>
        </p:nvGrpSpPr>
        <p:grpSpPr>
          <a:xfrm>
            <a:off x="4863812" y="2626308"/>
            <a:ext cx="2510755" cy="2779053"/>
            <a:chOff x="929332" y="2778708"/>
            <a:chExt cx="2510755" cy="2779053"/>
          </a:xfrm>
        </p:grpSpPr>
        <p:sp>
          <p:nvSpPr>
            <p:cNvPr id="52" name="모서리가 둥근 직사각형 35">
              <a:extLst>
                <a:ext uri="{FF2B5EF4-FFF2-40B4-BE49-F238E27FC236}">
                  <a16:creationId xmlns="" xmlns:a16="http://schemas.microsoft.com/office/drawing/2014/main" id="{6209B3B5-7457-4213-99F3-4BEAD1573046}"/>
                </a:ext>
              </a:extLst>
            </p:cNvPr>
            <p:cNvSpPr/>
            <p:nvPr/>
          </p:nvSpPr>
          <p:spPr bwMode="auto">
            <a:xfrm>
              <a:off x="929332" y="3225022"/>
              <a:ext cx="2510755" cy="2332739"/>
            </a:xfrm>
            <a:prstGeom prst="roundRect">
              <a:avLst>
                <a:gd name="adj" fmla="val 10263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4F81BD"/>
              </a:solidFill>
              <a:prstDash val="solid"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4" name="Rectangle 26">
              <a:extLst>
                <a:ext uri="{FF2B5EF4-FFF2-40B4-BE49-F238E27FC236}">
                  <a16:creationId xmlns="" xmlns:a16="http://schemas.microsoft.com/office/drawing/2014/main" id="{DF19160D-2F49-4BDD-9C80-23416AC41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32" y="2778708"/>
              <a:ext cx="2510755" cy="41114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암세포유형</a:t>
              </a:r>
              <a:endPara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위스콘신 유방암 진단데이터 분석모델 설정</a:t>
            </a:r>
            <a:endParaRPr lang="ko-KR" altLang="en-US" dirty="0"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환자의 유방암과 관련성이 있는 </a:t>
            </a:r>
            <a:r>
              <a:rPr lang="en-US" altLang="ko-KR" dirty="0"/>
              <a:t>9</a:t>
            </a:r>
            <a:r>
              <a:rPr lang="ko-KR" altLang="en-US" dirty="0"/>
              <a:t>개의 세포학적 특성변수를 분석해 양성과 악성으로 판정하는 분류예측 분석용 모델인데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통계학 측면에서 양성</a:t>
            </a:r>
            <a:r>
              <a:rPr lang="en-US" altLang="ko-KR" dirty="0"/>
              <a:t>·</a:t>
            </a:r>
            <a:r>
              <a:rPr lang="ko-KR" altLang="en-US" dirty="0"/>
              <a:t>악성 환자집단별 세포특성에 차이가 있는지를 판단하는 분석모델로 활용함  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="" xmlns:a16="http://schemas.microsoft.com/office/drawing/2014/main" id="{93FCE6C3-DB5F-4AFA-A960-571A1DEF6957}"/>
              </a:ext>
            </a:extLst>
          </p:cNvPr>
          <p:cNvCxnSpPr>
            <a:cxnSpLocks/>
          </p:cNvCxnSpPr>
          <p:nvPr/>
        </p:nvCxnSpPr>
        <p:spPr bwMode="auto">
          <a:xfrm flipH="1">
            <a:off x="3287687" y="4509120"/>
            <a:ext cx="1576125" cy="0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AFD6188F-7C98-4B41-AB6B-A608B320FF51}"/>
              </a:ext>
            </a:extLst>
          </p:cNvPr>
          <p:cNvSpPr/>
          <p:nvPr/>
        </p:nvSpPr>
        <p:spPr>
          <a:xfrm>
            <a:off x="5178982" y="4131269"/>
            <a:ext cx="192520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class(</a:t>
            </a:r>
            <a:r>
              <a:rPr kumimoji="1" lang="ko-KR" altLang="en-US" sz="1400" b="1" ker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판정결과</a:t>
            </a:r>
            <a:r>
              <a:rPr kumimoji="1" lang="en-US" altLang="ko-KR" sz="1400" b="1" ker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환자집단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1EBD11C6-E200-4100-AE55-FB44D1C1BA7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06779" y="5509901"/>
            <a:ext cx="2126659" cy="510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5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부터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까지 스케일링처리됨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5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양성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~ 10: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악성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F264BB22-61C4-4247-AB6B-456478FB6D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924884" y="5509901"/>
            <a:ext cx="309634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5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(benign)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양성유방질환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단순낭종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섬유선종 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5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악성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(malignant)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악성유방질환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유방암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="" xmlns:a16="http://schemas.microsoft.com/office/drawing/2014/main" id="{0D4124B1-7553-4592-B00C-017BF7006227}"/>
              </a:ext>
            </a:extLst>
          </p:cNvPr>
          <p:cNvSpPr/>
          <p:nvPr/>
        </p:nvSpPr>
        <p:spPr>
          <a:xfrm>
            <a:off x="997507" y="3269495"/>
            <a:ext cx="2069606" cy="193899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thick(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덩어리 두께 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unisize(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셀크기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균일성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r>
              <a:rPr lang="en-US" altLang="ko-KR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unishape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셀모양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균일성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adhesion(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한계부착력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ell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ize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단일상피세포크기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bareNuc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기저핵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hromatin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브랜드 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염색질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norm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uc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정상 </a:t>
            </a:r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핵소체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4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mitosis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유사분열</a:t>
            </a:r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0" name="모서리가 둥근 직사각형 33">
            <a:extLst>
              <a:ext uri="{FF2B5EF4-FFF2-40B4-BE49-F238E27FC236}">
                <a16:creationId xmlns="" xmlns:a16="http://schemas.microsoft.com/office/drawing/2014/main" id="{C4DC3670-409F-45CE-9E3D-94B90DB4ED18}"/>
              </a:ext>
            </a:extLst>
          </p:cNvPr>
          <p:cNvSpPr/>
          <p:nvPr/>
        </p:nvSpPr>
        <p:spPr bwMode="auto">
          <a:xfrm>
            <a:off x="8489978" y="3567493"/>
            <a:ext cx="2499826" cy="2027269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환자집단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9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유방암 세포특성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="" xmlns:a16="http://schemas.microsoft.com/office/drawing/2014/main" id="{E1A24D86-6AE8-4396-9197-B27FC61617F5}"/>
              </a:ext>
            </a:extLst>
          </p:cNvPr>
          <p:cNvCxnSpPr>
            <a:cxnSpLocks/>
          </p:cNvCxnSpPr>
          <p:nvPr/>
        </p:nvCxnSpPr>
        <p:spPr bwMode="auto">
          <a:xfrm>
            <a:off x="3287687" y="3969060"/>
            <a:ext cx="1576125" cy="0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직사각형 66">
            <a:extLst>
              <a:ext uri="{FF2B5EF4-FFF2-40B4-BE49-F238E27FC236}">
                <a16:creationId xmlns="" xmlns:a16="http://schemas.microsoft.com/office/drawing/2014/main" id="{AD59A00E-92A9-4127-AD3B-561D504B3C4B}"/>
              </a:ext>
            </a:extLst>
          </p:cNvPr>
          <p:cNvSpPr/>
          <p:nvPr/>
        </p:nvSpPr>
        <p:spPr>
          <a:xfrm>
            <a:off x="3592399" y="3671371"/>
            <a:ext cx="96180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분류예측모델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="" xmlns:a16="http://schemas.microsoft.com/office/drawing/2014/main" id="{10319857-F21A-437A-B0FD-444891B458E3}"/>
              </a:ext>
            </a:extLst>
          </p:cNvPr>
          <p:cNvSpPr/>
          <p:nvPr/>
        </p:nvSpPr>
        <p:spPr>
          <a:xfrm>
            <a:off x="3611724" y="4581128"/>
            <a:ext cx="96180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차이분석모델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="" xmlns:a16="http://schemas.microsoft.com/office/drawing/2014/main" id="{77D20BA4-5375-4DE5-B932-4235901C5979}"/>
              </a:ext>
            </a:extLst>
          </p:cNvPr>
          <p:cNvGrpSpPr/>
          <p:nvPr/>
        </p:nvGrpSpPr>
        <p:grpSpPr>
          <a:xfrm>
            <a:off x="8017295" y="3139221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="" xmlns:a16="http://schemas.microsoft.com/office/drawing/2014/main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="" xmlns:a16="http://schemas.microsoft.com/office/drawing/2014/main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4157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="" xmlns:a16="http://schemas.microsoft.com/office/drawing/2014/main" id="{6215D853-5256-42BA-B9CA-36B920892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93" y="5559021"/>
            <a:ext cx="5997734" cy="11430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86D8CAC4-F934-4939-ABFA-C935E37071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245"/>
          <a:stretch/>
        </p:blipFill>
        <p:spPr>
          <a:xfrm>
            <a:off x="7874715" y="5020438"/>
            <a:ext cx="2685781" cy="16849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532637A1-F5F9-4284-BD08-FCAF170F9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33" y="2729948"/>
            <a:ext cx="2592775" cy="2372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02FE9272-F34F-45A0-8F50-385E33E0B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760" y="2748286"/>
            <a:ext cx="5344021" cy="21542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인터넷상의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파일 </a:t>
            </a:r>
            <a:r>
              <a:rPr lang="ko-KR" altLang="en-US" dirty="0"/>
              <a:t>로딩하기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어바인대학교</a:t>
            </a:r>
            <a:r>
              <a:rPr lang="en-US" altLang="ko-KR" dirty="0"/>
              <a:t>(UC Irvine)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ko-KR" altLang="en-US" dirty="0" err="1"/>
              <a:t>레파지토리</a:t>
            </a:r>
            <a:r>
              <a:rPr lang="ko-KR" altLang="en-US" dirty="0"/>
              <a:t> 사이트에서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위스콘신 오리지널 </a:t>
            </a:r>
            <a:r>
              <a:rPr lang="ko-KR" altLang="en-US" dirty="0" smtClean="0"/>
              <a:t>암 진단 </a:t>
            </a:r>
            <a:r>
              <a:rPr lang="ko-KR" altLang="en-US" dirty="0"/>
              <a:t>데이터셋을 검색해서 </a:t>
            </a:r>
            <a:r>
              <a:rPr lang="ko-KR" altLang="en-US" dirty="0" smtClean="0"/>
              <a:t>직접클릭 다운 </a:t>
            </a:r>
            <a:r>
              <a:rPr lang="ko-KR" altLang="en-US" dirty="0"/>
              <a:t>또는 </a:t>
            </a:r>
            <a:r>
              <a:rPr lang="en-US" altLang="ko-KR" dirty="0"/>
              <a:t>R</a:t>
            </a:r>
            <a:r>
              <a:rPr lang="ko-KR" altLang="en-US" dirty="0"/>
              <a:t>에서 온라인으로 직접 </a:t>
            </a:r>
            <a:r>
              <a:rPr lang="ko-KR" altLang="en-US" dirty="0" err="1"/>
              <a:t>로딩함</a:t>
            </a:r>
            <a:endParaRPr lang="ko-KR" altLang="en-US" dirty="0"/>
          </a:p>
        </p:txBody>
      </p:sp>
      <p:sp>
        <p:nvSpPr>
          <p:cNvPr id="10" name="모서리가 둥근 직사각형 29">
            <a:extLst>
              <a:ext uri="{FF2B5EF4-FFF2-40B4-BE49-F238E27FC236}">
                <a16:creationId xmlns="" xmlns:a16="http://schemas.microsoft.com/office/drawing/2014/main" id="{0A819C74-8BCC-4907-8D21-86D8C2ECCB4B}"/>
              </a:ext>
            </a:extLst>
          </p:cNvPr>
          <p:cNvSpPr/>
          <p:nvPr/>
        </p:nvSpPr>
        <p:spPr bwMode="auto">
          <a:xfrm>
            <a:off x="518084" y="2277197"/>
            <a:ext cx="2580124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archive.ics.uci.edu/ml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모서리가 둥근 직사각형 29">
            <a:extLst>
              <a:ext uri="{FF2B5EF4-FFF2-40B4-BE49-F238E27FC236}">
                <a16:creationId xmlns="" xmlns:a16="http://schemas.microsoft.com/office/drawing/2014/main" id="{0835EE16-49AA-42DC-B62D-2DC5B72D65E0}"/>
              </a:ext>
            </a:extLst>
          </p:cNvPr>
          <p:cNvSpPr/>
          <p:nvPr/>
        </p:nvSpPr>
        <p:spPr bwMode="auto">
          <a:xfrm>
            <a:off x="5218760" y="2277197"/>
            <a:ext cx="5344021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위스콘신 오리지널 </a:t>
            </a:r>
            <a:r>
              <a:rPr kumimoji="1" lang="ko-KR" altLang="en-US" sz="14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암 진단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 소개페이지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400" b="1" kern="0" dirty="0" err="1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코딩북</a:t>
            </a:r>
            <a:r>
              <a:rPr kumimoji="1" lang="ko-KR" altLang="en-US" sz="1400" b="1" kern="0" dirty="0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확인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모서리가 둥근 직사각형 29">
            <a:extLst>
              <a:ext uri="{FF2B5EF4-FFF2-40B4-BE49-F238E27FC236}">
                <a16:creationId xmlns="" xmlns:a16="http://schemas.microsoft.com/office/drawing/2014/main" id="{825033DA-144A-416C-9B83-B779C0404544}"/>
              </a:ext>
            </a:extLst>
          </p:cNvPr>
          <p:cNvSpPr/>
          <p:nvPr/>
        </p:nvSpPr>
        <p:spPr bwMode="auto">
          <a:xfrm>
            <a:off x="8685236" y="6214497"/>
            <a:ext cx="1692188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 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제공화면 접속</a:t>
            </a:r>
          </a:p>
        </p:txBody>
      </p:sp>
      <p:sp>
        <p:nvSpPr>
          <p:cNvPr id="13" name="모서리가 둥근 직사각형 29">
            <a:extLst>
              <a:ext uri="{FF2B5EF4-FFF2-40B4-BE49-F238E27FC236}">
                <a16:creationId xmlns="" xmlns:a16="http://schemas.microsoft.com/office/drawing/2014/main" id="{D66B3D15-6E15-4225-8D2D-BEFA4C142946}"/>
              </a:ext>
            </a:extLst>
          </p:cNvPr>
          <p:cNvSpPr/>
          <p:nvPr/>
        </p:nvSpPr>
        <p:spPr bwMode="auto">
          <a:xfrm>
            <a:off x="2453472" y="6198409"/>
            <a:ext cx="3739803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플레인텍스트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파일포맷의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데이터셋 내용 확인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header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없음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기호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모서리가 둥근 직사각형 29">
            <a:extLst>
              <a:ext uri="{FF2B5EF4-FFF2-40B4-BE49-F238E27FC236}">
                <a16:creationId xmlns="" xmlns:a16="http://schemas.microsoft.com/office/drawing/2014/main" id="{35800EA0-1FF1-4A0A-810E-72A643506FFD}"/>
              </a:ext>
            </a:extLst>
          </p:cNvPr>
          <p:cNvSpPr/>
          <p:nvPr/>
        </p:nvSpPr>
        <p:spPr bwMode="auto">
          <a:xfrm>
            <a:off x="2106523" y="3040417"/>
            <a:ext cx="1973254" cy="404776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검색실시</a:t>
            </a:r>
          </a:p>
        </p:txBody>
      </p:sp>
      <p:sp>
        <p:nvSpPr>
          <p:cNvPr id="23" name="모서리가 둥근 직사각형 29">
            <a:extLst>
              <a:ext uri="{FF2B5EF4-FFF2-40B4-BE49-F238E27FC236}">
                <a16:creationId xmlns="" xmlns:a16="http://schemas.microsoft.com/office/drawing/2014/main" id="{6303E3F9-B1B3-4D5F-9015-CD6272B15495}"/>
              </a:ext>
            </a:extLst>
          </p:cNvPr>
          <p:cNvSpPr/>
          <p:nvPr/>
        </p:nvSpPr>
        <p:spPr bwMode="auto">
          <a:xfrm>
            <a:off x="5850200" y="3024224"/>
            <a:ext cx="791312" cy="262121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모서리가 둥근 직사각형 29">
            <a:extLst>
              <a:ext uri="{FF2B5EF4-FFF2-40B4-BE49-F238E27FC236}">
                <a16:creationId xmlns="" xmlns:a16="http://schemas.microsoft.com/office/drawing/2014/main" id="{746827E0-28A9-477A-901D-1BA8D4703B76}"/>
              </a:ext>
            </a:extLst>
          </p:cNvPr>
          <p:cNvSpPr/>
          <p:nvPr/>
        </p:nvSpPr>
        <p:spPr bwMode="auto">
          <a:xfrm>
            <a:off x="7769554" y="5787573"/>
            <a:ext cx="1520783" cy="276770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모서리가 둥근 직사각형 29">
            <a:extLst>
              <a:ext uri="{FF2B5EF4-FFF2-40B4-BE49-F238E27FC236}">
                <a16:creationId xmlns="" xmlns:a16="http://schemas.microsoft.com/office/drawing/2014/main" id="{29794F20-9526-42B0-BC3F-DCD6D46159E5}"/>
              </a:ext>
            </a:extLst>
          </p:cNvPr>
          <p:cNvSpPr/>
          <p:nvPr/>
        </p:nvSpPr>
        <p:spPr bwMode="auto">
          <a:xfrm>
            <a:off x="1631516" y="5789677"/>
            <a:ext cx="4894511" cy="276770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모서리가 둥근 직사각형 29">
            <a:extLst>
              <a:ext uri="{FF2B5EF4-FFF2-40B4-BE49-F238E27FC236}">
                <a16:creationId xmlns="" xmlns:a16="http://schemas.microsoft.com/office/drawing/2014/main" id="{7C70C411-EAC8-4B3A-A010-094B7F6E4ECA}"/>
              </a:ext>
            </a:extLst>
          </p:cNvPr>
          <p:cNvSpPr/>
          <p:nvPr/>
        </p:nvSpPr>
        <p:spPr bwMode="auto">
          <a:xfrm>
            <a:off x="7248128" y="3599246"/>
            <a:ext cx="1692188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링크클릭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="" xmlns:a16="http://schemas.microsoft.com/office/drawing/2014/main" id="{D887D851-0804-4832-BC63-72771803A419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4079777" y="3155285"/>
            <a:ext cx="1770423" cy="875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="" xmlns:a16="http://schemas.microsoft.com/office/drawing/2014/main" id="{E479FADB-5B0E-4395-AA53-02ADD7CD5A54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6162452" y="3369749"/>
            <a:ext cx="2501228" cy="2334420"/>
          </a:xfrm>
          <a:prstGeom prst="bentConnector3">
            <a:avLst>
              <a:gd name="adj1" fmla="val 335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="" xmlns:a16="http://schemas.microsoft.com/office/drawing/2014/main" id="{A076ADC6-5A6C-432A-B359-7714D6379DF9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>
            <a:off x="6473564" y="5905438"/>
            <a:ext cx="1295990" cy="205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직사각형 29">
            <a:extLst>
              <a:ext uri="{FF2B5EF4-FFF2-40B4-BE49-F238E27FC236}">
                <a16:creationId xmlns="" xmlns:a16="http://schemas.microsoft.com/office/drawing/2014/main" id="{BBC09BC2-5B1E-4B7F-B66E-6649A9943677}"/>
              </a:ext>
            </a:extLst>
          </p:cNvPr>
          <p:cNvSpPr/>
          <p:nvPr/>
        </p:nvSpPr>
        <p:spPr bwMode="auto">
          <a:xfrm>
            <a:off x="2453472" y="5301208"/>
            <a:ext cx="3739803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 </a:t>
            </a:r>
            <a:r>
              <a:rPr kumimoji="1" lang="ko-KR" altLang="en-US" sz="1400" b="1" ker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제공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URL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확인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6674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35507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분석에 필요한 패키지 목록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pkg &lt;- 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'psych',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'ggplot2',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summarytools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PerformanceAnalytics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naniar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PC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설치된 패키지와 필요패키지 목록을 비교해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미설치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패키지 목록을 도출함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new_pkg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pkg[!(pkg %in%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installed.packages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()))]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미설치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패키지 목록이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개라도 있으면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일괄 인스톨 실시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 (length(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new_pkg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new_pkg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dependencies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필요패키지를 일괄 로딩실시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suppressMessages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(pkg, require,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character.only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TRUE)) 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suppressMessages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통해 패키지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콘솔에 나타나는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복잡한 설명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진행상황 문구 출력억제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인터넷상의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파일 </a:t>
            </a:r>
            <a:r>
              <a:rPr lang="ko-KR" altLang="en-US" dirty="0"/>
              <a:t>로딩하기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분석에 필요한 패키지 목록을 설정해 일괄  설치 및 로딩을 </a:t>
            </a:r>
            <a:r>
              <a:rPr lang="ko-KR" altLang="en-US" dirty="0" smtClean="0"/>
              <a:t>진행하며</a:t>
            </a:r>
            <a:r>
              <a:rPr lang="en-US" altLang="ko-KR" dirty="0"/>
              <a:t>, UCI</a:t>
            </a:r>
            <a:r>
              <a:rPr lang="ko-KR" altLang="en-US" dirty="0" err="1"/>
              <a:t>머신러닝</a:t>
            </a:r>
            <a:r>
              <a:rPr lang="ko-KR" altLang="en-US" dirty="0"/>
              <a:t> 사이트에 접속</a:t>
            </a:r>
            <a:r>
              <a:rPr lang="en-US" altLang="ko-KR" dirty="0"/>
              <a:t>URL</a:t>
            </a:r>
            <a:r>
              <a:rPr lang="ko-KR" altLang="en-US" dirty="0"/>
              <a:t>을 준비함 </a:t>
            </a:r>
          </a:p>
        </p:txBody>
      </p:sp>
      <p:sp>
        <p:nvSpPr>
          <p:cNvPr id="6" name="사각형: 둥근 모서리 76">
            <a:extLst>
              <a:ext uri="{FF2B5EF4-FFF2-40B4-BE49-F238E27FC236}">
                <a16:creationId xmlns="" xmlns:a16="http://schemas.microsoft.com/office/drawing/2014/main" id="{21A18ECE-A656-4DE9-95E8-D9599AC84D20}"/>
              </a:ext>
            </a:extLst>
          </p:cNvPr>
          <p:cNvSpPr/>
          <p:nvPr/>
        </p:nvSpPr>
        <p:spPr>
          <a:xfrm>
            <a:off x="6132004" y="2176936"/>
            <a:ext cx="478840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UCI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저장소 사이트 접속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browseURL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('http://archive.ics.uci.edu/ml')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사이트 접속정보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loc_uci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"http://archive.ics.uci.edu/ml/machine-learning-databases/"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위치정보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loc_cancer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&lt;- "breast-cancer-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wisconsin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/breast-cancer-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wisconsin.data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접속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준비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paste(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loc_uci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loc_cancer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AC213233-B3FF-4517-B85A-F1F8E95A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5661248"/>
            <a:ext cx="7010400" cy="971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545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인터넷상의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파일 </a:t>
            </a:r>
            <a:r>
              <a:rPr lang="ko-KR" altLang="en-US" dirty="0"/>
              <a:t>로딩하기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인터넷상의 </a:t>
            </a:r>
            <a:r>
              <a:rPr lang="ko-KR" altLang="en-US" dirty="0" err="1" smtClean="0"/>
              <a:t>플레인텍스트</a:t>
            </a:r>
            <a:r>
              <a:rPr lang="ko-KR" altLang="en-US" dirty="0" smtClean="0"/>
              <a:t> 파일을 </a:t>
            </a:r>
            <a:r>
              <a:rPr lang="ko-KR" altLang="en-US" dirty="0"/>
              <a:t>기본</a:t>
            </a:r>
            <a:r>
              <a:rPr lang="en-US" altLang="ko-KR" dirty="0"/>
              <a:t>·</a:t>
            </a:r>
            <a:r>
              <a:rPr lang="ko-KR" altLang="en-US" dirty="0"/>
              <a:t>기여 패키지 로딩함수를 이용해 메모리로 </a:t>
            </a:r>
            <a:r>
              <a:rPr lang="ko-KR" altLang="en-US" dirty="0" err="1"/>
              <a:t>로딩해</a:t>
            </a:r>
            <a:r>
              <a:rPr lang="ko-KR" altLang="en-US" dirty="0"/>
              <a:t> 데이터프레임 형태로 만들어 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5F27296F-527F-4660-B840-50735BE7DB6C}"/>
              </a:ext>
            </a:extLst>
          </p:cNvPr>
          <p:cNvSpPr/>
          <p:nvPr/>
        </p:nvSpPr>
        <p:spPr>
          <a:xfrm>
            <a:off x="515938" y="1916832"/>
            <a:ext cx="3707854" cy="478876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기본패키지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read.table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이용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 &lt;- read.csv(file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header = FALSE,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head(raw)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str(raw)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3C0FF31C-4525-4D12-BFC4-C9269E9350AB}"/>
              </a:ext>
            </a:extLst>
          </p:cNvPr>
          <p:cNvSpPr/>
          <p:nvPr/>
        </p:nvSpPr>
        <p:spPr>
          <a:xfrm>
            <a:off x="4340064" y="1916832"/>
            <a:ext cx="7336000" cy="478876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이용해 온라인상의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파일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glimpse(my)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1B567D99-18C8-48CA-A1F8-3FE0751EA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6" y="4752716"/>
            <a:ext cx="3009900" cy="1857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7B3EAC03-0A92-4DE7-AD8E-B429D28C3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54" y="4663146"/>
            <a:ext cx="5048250" cy="19469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AD7CBE64-39E9-46ED-BAC7-EE89E006C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929" y="2276872"/>
            <a:ext cx="3495675" cy="228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0D6A3185-ABBA-4364-9AA7-AE353D2D4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13" y="3536497"/>
            <a:ext cx="28194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432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276474"/>
            <a:ext cx="4981575" cy="442912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반영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 &lt;- c('id', 'thick', 'unisize',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'adhesion',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'chromatin',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'mitosis', 'class')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환자 아이디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제외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my[-1]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정보설정내용 확인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간단조회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head(my); tail(my)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기본정보설정과 기본탐색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온라인</a:t>
            </a:r>
            <a:r>
              <a:rPr lang="en-US" altLang="ko-KR" dirty="0"/>
              <a:t> </a:t>
            </a:r>
            <a:r>
              <a:rPr lang="ko-KR" altLang="en-US" dirty="0"/>
              <a:t>상으로 로딩한 위스콘신 </a:t>
            </a:r>
            <a:r>
              <a:rPr lang="ko-KR" altLang="en-US" dirty="0" smtClean="0"/>
              <a:t>암 진단 </a:t>
            </a:r>
            <a:r>
              <a:rPr lang="ko-KR" altLang="en-US" dirty="0"/>
              <a:t>데이터셋에 대해 해당사이트 </a:t>
            </a:r>
            <a:r>
              <a:rPr lang="ko-KR" altLang="en-US" dirty="0" err="1"/>
              <a:t>코딩북을</a:t>
            </a:r>
            <a:r>
              <a:rPr lang="ko-KR" altLang="en-US" dirty="0"/>
              <a:t> 참고해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임시변수명에</a:t>
            </a:r>
            <a:r>
              <a:rPr lang="ko-KR" altLang="en-US" dirty="0"/>
              <a:t>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</a:t>
            </a:r>
            <a:r>
              <a:rPr lang="ko-KR" altLang="en-US" dirty="0" smtClean="0"/>
              <a:t> </a:t>
            </a:r>
            <a:r>
              <a:rPr lang="ko-KR" altLang="en-US" dirty="0"/>
              <a:t>이름을 반영했으며</a:t>
            </a:r>
            <a:r>
              <a:rPr lang="en-US" altLang="ko-KR" dirty="0"/>
              <a:t>, </a:t>
            </a:r>
            <a:r>
              <a:rPr lang="ko-KR" altLang="en-US" dirty="0"/>
              <a:t>기본구조와 요약통계 내용을 탐색함</a:t>
            </a:r>
          </a:p>
        </p:txBody>
      </p:sp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1963FA95-15D9-468A-8F66-BF1FF83C318E}"/>
              </a:ext>
            </a:extLst>
          </p:cNvPr>
          <p:cNvSpPr/>
          <p:nvPr/>
        </p:nvSpPr>
        <p:spPr>
          <a:xfrm>
            <a:off x="5699956" y="2276474"/>
            <a:ext cx="5220457" cy="442912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기본 기술통계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0D4BD055-1330-4582-B071-C8AC940A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96" y="5221187"/>
            <a:ext cx="4724858" cy="1428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0B12F96A-B042-4A25-BC02-B9CEF2019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37606"/>
          <a:stretch/>
        </p:blipFill>
        <p:spPr>
          <a:xfrm>
            <a:off x="2287910" y="3425731"/>
            <a:ext cx="3096344" cy="1714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3EEB0798-790E-4962-8798-96C4F247F1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890" b="82192"/>
          <a:stretch/>
        </p:blipFill>
        <p:spPr>
          <a:xfrm>
            <a:off x="3542684" y="3195685"/>
            <a:ext cx="1841570" cy="3053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A7481DF8-BC4E-4B2E-B9F7-DB2651C63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713" y="2913473"/>
            <a:ext cx="4457700" cy="3429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67252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111571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 패키지이용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::skim(my)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기술통계 분석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데이터프레임 데이터셋에 대한 기본적인 </a:t>
            </a:r>
            <a:r>
              <a:rPr lang="ko-KR" altLang="en-US" dirty="0" err="1"/>
              <a:t>기술통계량을</a:t>
            </a:r>
            <a:r>
              <a:rPr lang="ko-KR" altLang="en-US" dirty="0"/>
              <a:t> </a:t>
            </a: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측면에서 각 </a:t>
            </a:r>
            <a:r>
              <a:rPr lang="ko-KR" altLang="en-US" dirty="0" err="1"/>
              <a:t>변수컬럼별로</a:t>
            </a:r>
            <a:r>
              <a:rPr lang="ko-KR" altLang="en-US" dirty="0"/>
              <a:t> 살펴볼 수 있음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0B4A12DB-6C73-46E5-9E97-09EE94B2C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23" y="3416303"/>
            <a:ext cx="4810125" cy="3048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A59F6738-EE36-45F1-A796-55F972F4B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0" y="2697274"/>
            <a:ext cx="5581650" cy="1847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13" name="그룹 12">
            <a:extLst>
              <a:ext uri="{FF2B5EF4-FFF2-40B4-BE49-F238E27FC236}">
                <a16:creationId xmlns="" xmlns:a16="http://schemas.microsoft.com/office/drawing/2014/main" id="{FE1FA4CC-6111-4F75-A07A-BFE159309132}"/>
              </a:ext>
            </a:extLst>
          </p:cNvPr>
          <p:cNvGrpSpPr/>
          <p:nvPr/>
        </p:nvGrpSpPr>
        <p:grpSpPr>
          <a:xfrm>
            <a:off x="5918200" y="4674279"/>
            <a:ext cx="3638551" cy="1790024"/>
            <a:chOff x="5918200" y="4480710"/>
            <a:chExt cx="3638551" cy="1790024"/>
          </a:xfrm>
        </p:grpSpPr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516230D5-3D14-459E-B783-1906EB226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18200" y="5203934"/>
              <a:ext cx="3638550" cy="10668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29F17670-F8D1-4572-8860-5DF2EEE1EC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8201"/>
            <a:stretch/>
          </p:blipFill>
          <p:spPr>
            <a:xfrm>
              <a:off x="5918201" y="4480710"/>
              <a:ext cx="3638550" cy="723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423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111571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 새로운 패키지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summarytools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summarytools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dfSummary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기술통계 분석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데이터프레임 데이터셋에 대한 기본적인 </a:t>
            </a:r>
            <a:r>
              <a:rPr lang="ko-KR" altLang="en-US" dirty="0" err="1"/>
              <a:t>기술통계량을</a:t>
            </a:r>
            <a:r>
              <a:rPr lang="ko-KR" altLang="en-US" dirty="0"/>
              <a:t> </a:t>
            </a:r>
            <a:r>
              <a:rPr lang="ko-KR" altLang="en-US" dirty="0" err="1"/>
              <a:t>중심성</a:t>
            </a:r>
            <a:r>
              <a:rPr lang="en-US" altLang="ko-KR" dirty="0"/>
              <a:t>, </a:t>
            </a:r>
            <a:r>
              <a:rPr lang="ko-KR" altLang="en-US" dirty="0"/>
              <a:t>변동성</a:t>
            </a:r>
            <a:r>
              <a:rPr lang="en-US" altLang="ko-KR" dirty="0"/>
              <a:t>, </a:t>
            </a:r>
            <a:r>
              <a:rPr lang="ko-KR" altLang="en-US" dirty="0"/>
              <a:t>정규성 측면에서 각 </a:t>
            </a:r>
            <a:r>
              <a:rPr lang="ko-KR" altLang="en-US" dirty="0" err="1"/>
              <a:t>변수컬럼별로</a:t>
            </a:r>
            <a:r>
              <a:rPr lang="ko-KR" altLang="en-US" dirty="0"/>
              <a:t> 살펴볼 수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A421CA81-F61C-4303-9CCC-1A8BA3C3E6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9030"/>
          <a:stretch/>
        </p:blipFill>
        <p:spPr>
          <a:xfrm>
            <a:off x="2027548" y="2924944"/>
            <a:ext cx="6162675" cy="32673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29A54431-3746-47CD-8443-0B08D60A6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1" t="55245" r="47346"/>
          <a:stretch/>
        </p:blipFill>
        <p:spPr>
          <a:xfrm>
            <a:off x="8198346" y="3323416"/>
            <a:ext cx="2844316" cy="28689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99388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1002946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산점도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매트릭스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전체변수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전체변수간 </a:t>
            </a:r>
            <a:r>
              <a:rPr lang="ko-KR" altLang="en-US" dirty="0" err="1"/>
              <a:t>산점도</a:t>
            </a:r>
            <a:r>
              <a:rPr lang="ko-KR" altLang="en-US" dirty="0"/>
              <a:t> 매트릭스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구성하고 있는 모든 </a:t>
            </a:r>
            <a:r>
              <a:rPr lang="ko-KR" altLang="en-US" dirty="0" err="1"/>
              <a:t>변수컬럼</a:t>
            </a:r>
            <a:r>
              <a:rPr lang="ko-KR" altLang="en-US" dirty="0"/>
              <a:t> 간의 상호관련성을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산점도</a:t>
            </a:r>
            <a:r>
              <a:rPr lang="en-US" altLang="ko-KR" dirty="0"/>
              <a:t>(scatter plot)</a:t>
            </a:r>
            <a:r>
              <a:rPr lang="ko-KR" altLang="en-US" dirty="0"/>
              <a:t> 매트릭스</a:t>
            </a:r>
            <a:r>
              <a:rPr lang="en-US" altLang="ko-KR" dirty="0"/>
              <a:t>(matrix)</a:t>
            </a:r>
            <a:r>
              <a:rPr lang="ko-KR" altLang="en-US" dirty="0"/>
              <a:t>를 통해서 살펴볼 수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E1FDB53C-1C35-420B-AC44-E89C9AC1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548" y="2420888"/>
            <a:ext cx="7956884" cy="417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56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1003514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전체변수간 상관관계 매트릭스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포함 변수는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출력안됨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(my), 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'), 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요소 제거 옵션설정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상관관계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temp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round(temp, 2)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전체변수간 상관관계 매트릭스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구성하고 있는 모든 </a:t>
            </a:r>
            <a:r>
              <a:rPr lang="ko-KR" altLang="en-US" dirty="0" err="1"/>
              <a:t>변수컬럼</a:t>
            </a:r>
            <a:r>
              <a:rPr lang="ko-KR" altLang="en-US" dirty="0"/>
              <a:t> 간의 상호관련성을 연관</a:t>
            </a:r>
            <a:r>
              <a:rPr lang="en-US" altLang="ko-KR" dirty="0"/>
              <a:t>·</a:t>
            </a:r>
            <a:r>
              <a:rPr lang="ko-KR" altLang="en-US" dirty="0"/>
              <a:t>상관관계 매트릭스를 통해서 살펴볼 수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EF81B00D-513F-4A39-9241-77DC2C874E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3935760" y="3001600"/>
            <a:ext cx="6067425" cy="17192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7DF19A91-E383-4846-BF28-BE20827115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3935760" y="4761148"/>
            <a:ext cx="6067425" cy="17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07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1003514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psych::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pairs.panels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pairs.panels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method = "spearman",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hist.col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"green",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density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ellipses = TRUE)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매트릭스 패키지이용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개별변수의 분포모양을 히스토그램</a:t>
            </a:r>
            <a:r>
              <a:rPr lang="en-US" altLang="ko-KR" dirty="0"/>
              <a:t>(histogram)</a:t>
            </a:r>
            <a:r>
              <a:rPr lang="ko-KR" altLang="en-US" dirty="0"/>
              <a:t>과 밀도곡선</a:t>
            </a:r>
            <a:r>
              <a:rPr lang="en-US" altLang="ko-KR" dirty="0"/>
              <a:t>(density plot)</a:t>
            </a:r>
            <a:r>
              <a:rPr lang="ko-KR" altLang="en-US" dirty="0"/>
              <a:t>으로 표시하며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각 변수간 관련성을 수치와 다원형 분포모양과 빨간색 추세선으로 나타냄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E4F54EE7-8756-4A95-A526-2175A9B31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684" y="2276475"/>
            <a:ext cx="6611464" cy="43208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67103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1086368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PerformanceAnalytics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chart.Correlation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PerformanceAnalytics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chart.Correlation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histogram = T)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매트릭스 패키지이용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개별변수의 분포모양을 히스토그램</a:t>
            </a:r>
            <a:r>
              <a:rPr lang="en-US" altLang="ko-KR" dirty="0"/>
              <a:t>(histogram)</a:t>
            </a:r>
            <a:r>
              <a:rPr lang="ko-KR" altLang="en-US" dirty="0"/>
              <a:t>과 밀도곡선</a:t>
            </a:r>
            <a:r>
              <a:rPr lang="en-US" altLang="ko-KR" dirty="0"/>
              <a:t>(density plot)</a:t>
            </a:r>
            <a:r>
              <a:rPr lang="ko-KR" altLang="en-US" dirty="0"/>
              <a:t>으로 표시하며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각 변수간 관련성을 수치와 별표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산점도와</a:t>
            </a:r>
            <a:r>
              <a:rPr lang="ko-KR" altLang="en-US" dirty="0"/>
              <a:t> 빨간색 추세선으로 나타냄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141397E5-3110-4A37-BA8D-E3A912193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709" y="2479923"/>
            <a:ext cx="7560840" cy="41534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24403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corrplot.mixed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corrplot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'), method = 'pie')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산점도</a:t>
            </a:r>
            <a:r>
              <a:rPr lang="ko-KR" altLang="en-US" dirty="0"/>
              <a:t> 매트릭스 패키지이용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결측치</a:t>
            </a:r>
            <a:r>
              <a:rPr lang="en-US" altLang="ko-KR" dirty="0"/>
              <a:t>(NA)</a:t>
            </a:r>
            <a:r>
              <a:rPr lang="ko-KR" altLang="en-US" dirty="0"/>
              <a:t> 포함유무에 따라 물음표</a:t>
            </a:r>
            <a:r>
              <a:rPr lang="en-US" altLang="ko-KR" dirty="0"/>
              <a:t>(?) </a:t>
            </a:r>
            <a:r>
              <a:rPr lang="ko-KR" altLang="en-US" dirty="0"/>
              <a:t>기호가 나타나고 </a:t>
            </a:r>
            <a:r>
              <a:rPr lang="ko-KR" altLang="en-US" dirty="0" err="1"/>
              <a:t>관계정도를</a:t>
            </a:r>
            <a:r>
              <a:rPr lang="ko-KR" altLang="en-US" dirty="0"/>
              <a:t> </a:t>
            </a:r>
            <a:r>
              <a:rPr lang="ko-KR" altLang="en-US" dirty="0" smtClean="0"/>
              <a:t>색상 스펙트럼과 </a:t>
            </a:r>
            <a:r>
              <a:rPr lang="ko-KR" altLang="en-US" dirty="0"/>
              <a:t>수치로 나타내며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파이차트와 부채꼴 모양</a:t>
            </a:r>
            <a:r>
              <a:rPr lang="en-US" altLang="ko-KR" dirty="0"/>
              <a:t>, </a:t>
            </a:r>
            <a:r>
              <a:rPr lang="ko-KR" altLang="en-US" dirty="0"/>
              <a:t>수치형 혼합 등 다양한 형태의 </a:t>
            </a:r>
            <a:r>
              <a:rPr lang="ko-KR" altLang="en-US" dirty="0" err="1"/>
              <a:t>산점도</a:t>
            </a:r>
            <a:r>
              <a:rPr lang="ko-KR" altLang="en-US" dirty="0"/>
              <a:t> 매트릭스를 구현해줌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B0B51293-F8FB-4898-A28C-119A5AB3017D}"/>
              </a:ext>
            </a:extLst>
          </p:cNvPr>
          <p:cNvGrpSpPr/>
          <p:nvPr/>
        </p:nvGrpSpPr>
        <p:grpSpPr>
          <a:xfrm>
            <a:off x="587388" y="3248980"/>
            <a:ext cx="11082521" cy="3274584"/>
            <a:chOff x="1868324" y="1730649"/>
            <a:chExt cx="15763635" cy="4657726"/>
          </a:xfrm>
        </p:grpSpPr>
        <p:pic>
          <p:nvPicPr>
            <p:cNvPr id="5" name="그림 4">
              <a:extLst>
                <a:ext uri="{FF2B5EF4-FFF2-40B4-BE49-F238E27FC236}">
                  <a16:creationId xmlns="" xmlns:a16="http://schemas.microsoft.com/office/drawing/2014/main" id="{E1C3B7EC-7386-4128-A363-60E8BB414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8324" y="1730649"/>
              <a:ext cx="5162550" cy="465772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="" xmlns:a16="http://schemas.microsoft.com/office/drawing/2014/main" id="{2A3ABA71-03DC-4CC6-81CE-A3D551085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59341" y="1735411"/>
              <a:ext cx="5191126" cy="46482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="" xmlns:a16="http://schemas.microsoft.com/office/drawing/2014/main" id="{47733F9D-26CD-4270-AB57-177217213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78934" y="1730649"/>
              <a:ext cx="5153025" cy="465772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37305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3257365"/>
            <a:ext cx="3326232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/>
          <p:cNvGrpSpPr/>
          <p:nvPr/>
        </p:nvGrpSpPr>
        <p:grpSpPr>
          <a:xfrm>
            <a:off x="4020030" y="3246480"/>
            <a:ext cx="3993242" cy="830997"/>
            <a:chOff x="1996611" y="3028564"/>
            <a:chExt cx="3993242" cy="830997"/>
          </a:xfrm>
        </p:grpSpPr>
        <p:grpSp>
          <p:nvGrpSpPr>
            <p:cNvPr id="23" name="그룹 22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96611" y="3224424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6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2649195" y="3028564"/>
              <a:ext cx="33406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데이터 가공과 정제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619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변수간 관계특성 분석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="" xmlns:a16="http://schemas.microsoft.com/office/drawing/2014/main" id="{118B57E0-BBC3-4F0A-A4B1-C6DE5C864103}"/>
              </a:ext>
            </a:extLst>
          </p:cNvPr>
          <p:cNvGrpSpPr/>
          <p:nvPr/>
        </p:nvGrpSpPr>
        <p:grpSpPr>
          <a:xfrm>
            <a:off x="4020030" y="2148345"/>
            <a:ext cx="5221784" cy="830997"/>
            <a:chOff x="1996611" y="2003068"/>
            <a:chExt cx="5221784" cy="830997"/>
          </a:xfrm>
        </p:grpSpPr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0D1C8D23-8591-4167-BBEC-E006AF3827B6}"/>
                </a:ext>
              </a:extLst>
            </p:cNvPr>
            <p:cNvSpPr txBox="1"/>
            <p:nvPr/>
          </p:nvSpPr>
          <p:spPr>
            <a:xfrm>
              <a:off x="2649195" y="2003068"/>
              <a:ext cx="456920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분석과제 모델링과 기본탐색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="" xmlns:a16="http://schemas.microsoft.com/office/drawing/2014/main" id="{7D3328FA-7C17-485D-941A-80DB2945FCB4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0" name="그룹 39">
                <a:extLst>
                  <a:ext uri="{FF2B5EF4-FFF2-40B4-BE49-F238E27FC236}">
                    <a16:creationId xmlns="" xmlns:a16="http://schemas.microsoft.com/office/drawing/2014/main" id="{D4BA066D-CA90-4E8E-BF4A-61192D9DC72F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="" xmlns:a16="http://schemas.microsoft.com/office/drawing/2014/main" id="{62BDA289-C0B7-401A-B497-423F17C17F04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="" xmlns:a16="http://schemas.microsoft.com/office/drawing/2014/main" id="{539D1069-0179-4EDE-90C9-6EA1C771C884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09873466-4B2B-4A88-A535-CD3C3952A2EE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5422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파일 온라인에서 오프라인으로 저장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UCI</a:t>
            </a:r>
            <a:r>
              <a:rPr lang="ko-KR" altLang="en-US" dirty="0" err="1"/>
              <a:t>머신러닝</a:t>
            </a:r>
            <a:r>
              <a:rPr lang="ko-KR" altLang="en-US" dirty="0"/>
              <a:t> 사이트에 접속해 위스콘신 유방암 진단 데이터셋을 </a:t>
            </a:r>
            <a:r>
              <a:rPr lang="ko-KR" altLang="en-US" dirty="0" err="1"/>
              <a:t>로딩해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 err="1"/>
              <a:t>변수컬럼명을</a:t>
            </a:r>
            <a:r>
              <a:rPr lang="ko-KR" altLang="en-US" dirty="0"/>
              <a:t> 반영하고</a:t>
            </a:r>
            <a:r>
              <a:rPr lang="en-US" altLang="ko-KR" dirty="0"/>
              <a:t>, </a:t>
            </a:r>
            <a:r>
              <a:rPr lang="ko-KR" altLang="en-US" dirty="0"/>
              <a:t>영구적으로 사용할 수 있도록 하드디스크에 저장함</a:t>
            </a:r>
          </a:p>
        </p:txBody>
      </p:sp>
      <p:sp>
        <p:nvSpPr>
          <p:cNvPr id="8" name="사각형: 둥근 모서리 76">
            <a:extLst>
              <a:ext uri="{FF2B5EF4-FFF2-40B4-BE49-F238E27FC236}">
                <a16:creationId xmlns="" xmlns:a16="http://schemas.microsoft.com/office/drawing/2014/main" id="{E35CA27E-793A-4C4C-AC73-7AD37829EE85}"/>
              </a:ext>
            </a:extLst>
          </p:cNvPr>
          <p:cNvSpPr/>
          <p:nvPr/>
        </p:nvSpPr>
        <p:spPr>
          <a:xfrm>
            <a:off x="524906" y="2176936"/>
            <a:ext cx="557109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사이트 접속정보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loc_uci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"http://archive.ics.uci.edu/ml/machine-learning-databases/"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위치정보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loc_cancer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&lt;- "breast-cancer-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wisconsin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/breast-cancer-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wisconsin.data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접속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준비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paste(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loc_uci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loc_cancer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="")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온라인상의 데이터셋 로딩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구조파악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glimpse(my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사각형: 둥근 모서리 76">
            <a:extLst>
              <a:ext uri="{FF2B5EF4-FFF2-40B4-BE49-F238E27FC236}">
                <a16:creationId xmlns="" xmlns:a16="http://schemas.microsoft.com/office/drawing/2014/main" id="{DD75258C-DFD6-43AF-8219-C41CC275401E}"/>
              </a:ext>
            </a:extLst>
          </p:cNvPr>
          <p:cNvSpPr/>
          <p:nvPr/>
        </p:nvSpPr>
        <p:spPr>
          <a:xfrm>
            <a:off x="6312024" y="2176936"/>
            <a:ext cx="554456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반영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 &lt;- c('id', 'thick', 'unisize',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'adhesion',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'chromatin',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'mitosis', 'class')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정보설정내용 확인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메모리상의 사용중인 데이터셋 하드디스크로 저장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write.csv(my, file = 'cancer.csv',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row.names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quote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D92EBFDA-8A84-4F3A-846C-D8FBF9599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588" y="4617132"/>
            <a:ext cx="2647950" cy="19444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D984283A-3006-47BF-8ECA-3361B30FF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614" y="3512580"/>
            <a:ext cx="3914775" cy="1857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38344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88701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파일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'cancer.csv',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구조파악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glimpse(my)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환자 아이디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제외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my[-1]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구조파악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간단조회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head(my); tail(my)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기본요약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사각형: 둥근 모서리 76">
            <a:extLst>
              <a:ext uri="{FF2B5EF4-FFF2-40B4-BE49-F238E27FC236}">
                <a16:creationId xmlns="" xmlns:a16="http://schemas.microsoft.com/office/drawing/2014/main" id="{9ABCC13E-D06C-41B8-BAF6-003D596891AA}"/>
              </a:ext>
            </a:extLst>
          </p:cNvPr>
          <p:cNvSpPr/>
          <p:nvPr/>
        </p:nvSpPr>
        <p:spPr>
          <a:xfrm>
            <a:off x="5555940" y="2176936"/>
            <a:ext cx="604867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오프라인 데이터셋 파일 메모리로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위스콘신 유방암 진단데이터셋</a:t>
            </a:r>
            <a:r>
              <a:rPr lang="en-US" altLang="ko-KR" dirty="0"/>
              <a:t>(cancer.csv)</a:t>
            </a:r>
            <a:r>
              <a:rPr lang="ko-KR" altLang="en-US" dirty="0"/>
              <a:t>파일을 </a:t>
            </a:r>
            <a:r>
              <a:rPr lang="ko-KR" altLang="en-US" dirty="0" err="1"/>
              <a:t>티블객체</a:t>
            </a:r>
            <a:r>
              <a:rPr lang="ko-KR" altLang="en-US" dirty="0"/>
              <a:t> 형식으로 </a:t>
            </a:r>
            <a:r>
              <a:rPr lang="ko-KR" altLang="en-US" dirty="0" err="1"/>
              <a:t>로딩하고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간단하게 데이터  내용과 구조를 탐색함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9FF78423-74BD-42F7-AA50-DDBF7CB3C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25" y="4827798"/>
            <a:ext cx="3038475" cy="1733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4CF5E388-9F82-48E9-9F72-6B5D54D4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018" y="2339535"/>
            <a:ext cx="5591175" cy="1562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84086D14-CCF0-41DA-AEB1-1CBA4A2D5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964" y="4077223"/>
            <a:ext cx="5638800" cy="2438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49487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6">
            <a:extLst>
              <a:ext uri="{FF2B5EF4-FFF2-40B4-BE49-F238E27FC236}">
                <a16:creationId xmlns="" xmlns:a16="http://schemas.microsoft.com/office/drawing/2014/main" id="{D6004900-81E4-425F-9F1B-B8A115D9A8CE}"/>
              </a:ext>
            </a:extLst>
          </p:cNvPr>
          <p:cNvSpPr/>
          <p:nvPr/>
        </p:nvSpPr>
        <p:spPr>
          <a:xfrm>
            <a:off x="515939" y="2176936"/>
            <a:ext cx="392387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포함유무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is.na(my)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사각형: 둥근 모서리 76">
            <a:extLst>
              <a:ext uri="{FF2B5EF4-FFF2-40B4-BE49-F238E27FC236}">
                <a16:creationId xmlns="" xmlns:a16="http://schemas.microsoft.com/office/drawing/2014/main" id="{CBD55174-0F10-40EF-AA94-547F35F43068}"/>
              </a:ext>
            </a:extLst>
          </p:cNvPr>
          <p:cNvSpPr/>
          <p:nvPr/>
        </p:nvSpPr>
        <p:spPr>
          <a:xfrm>
            <a:off x="4655840" y="2176936"/>
            <a:ext cx="691276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 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포함현황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::skim(my)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규모파악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is.na %&gt;% sum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colSums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데이터셋에 포함된 </a:t>
            </a:r>
            <a:r>
              <a:rPr lang="ko-KR" altLang="en-US" dirty="0" err="1"/>
              <a:t>결측치</a:t>
            </a:r>
            <a:r>
              <a:rPr lang="ko-KR" altLang="en-US" dirty="0"/>
              <a:t> 현황파악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데이터셋을 구성하는 관찰치와 </a:t>
            </a:r>
            <a:r>
              <a:rPr lang="ko-KR" altLang="en-US" dirty="0" err="1"/>
              <a:t>변수컬럼별로</a:t>
            </a:r>
            <a:r>
              <a:rPr lang="ko-KR" altLang="en-US" dirty="0"/>
              <a:t> </a:t>
            </a:r>
            <a:r>
              <a:rPr lang="ko-KR" altLang="en-US" dirty="0" err="1"/>
              <a:t>결측치</a:t>
            </a:r>
            <a:r>
              <a:rPr lang="ko-KR" altLang="en-US" dirty="0"/>
              <a:t> 포함유무와</a:t>
            </a:r>
            <a:r>
              <a:rPr lang="en-US" altLang="ko-KR" dirty="0"/>
              <a:t> </a:t>
            </a:r>
            <a:r>
              <a:rPr lang="ko-KR" altLang="en-US" dirty="0"/>
              <a:t>포함정도에 대해서 전반적으로 살펴봄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9BBFE57-B2C1-419F-9814-6E6351991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77" y="2420286"/>
            <a:ext cx="75247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958D1677-5E28-4F0B-8273-CED11FEF8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836" y="5263865"/>
            <a:ext cx="150495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="" xmlns:a16="http://schemas.microsoft.com/office/drawing/2014/main" id="{DA7020D6-4973-4C90-ACC1-621ECE693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36" y="2434003"/>
            <a:ext cx="4857750" cy="2486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="" xmlns:a16="http://schemas.microsoft.com/office/drawing/2014/main" id="{A2F8CADE-947D-4E53-A080-C7218F251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74" y="5101948"/>
            <a:ext cx="3352800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="" xmlns:a16="http://schemas.microsoft.com/office/drawing/2014/main" id="{A9280CFA-5776-4A1C-AF5F-5FC0687218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99" y="3125092"/>
            <a:ext cx="3257550" cy="17526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06FE79B3-FF2A-427E-B32E-B0F854BD6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6411" y="5676478"/>
            <a:ext cx="3381375" cy="704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8062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패키지를 활용한 현황파악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결측치를</a:t>
            </a:r>
            <a:r>
              <a:rPr lang="ko-KR" altLang="en-US" dirty="0"/>
              <a:t> 다루는 외부 기여패키지를 통해서 데이터셋에 포함된 </a:t>
            </a:r>
            <a:r>
              <a:rPr lang="ko-KR" altLang="en-US" dirty="0" err="1"/>
              <a:t>결측치</a:t>
            </a:r>
            <a:r>
              <a:rPr lang="ko-KR" altLang="en-US" dirty="0"/>
              <a:t> 현황을 입체적으로 파악할 수 있음</a:t>
            </a:r>
            <a:endParaRPr lang="en-US" altLang="ko-KR" dirty="0"/>
          </a:p>
        </p:txBody>
      </p:sp>
      <p:sp>
        <p:nvSpPr>
          <p:cNvPr id="12" name="사각형: 둥근 모서리 76">
            <a:extLst>
              <a:ext uri="{FF2B5EF4-FFF2-40B4-BE49-F238E27FC236}">
                <a16:creationId xmlns="" xmlns:a16="http://schemas.microsoft.com/office/drawing/2014/main" id="{2EE29FA0-725A-40EE-A5A4-D43239B622EC}"/>
              </a:ext>
            </a:extLst>
          </p:cNvPr>
          <p:cNvSpPr/>
          <p:nvPr/>
        </p:nvSpPr>
        <p:spPr>
          <a:xfrm>
            <a:off x="524903" y="2176936"/>
            <a:ext cx="58986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naniar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현황파악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naniar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naniar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n_miss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갯수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n_complete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시그널갯수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miss_var_summary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miss_case_summary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레코드별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</a:t>
            </a:r>
          </a:p>
        </p:txBody>
      </p:sp>
      <p:sp>
        <p:nvSpPr>
          <p:cNvPr id="15" name="사각형: 둥근 모서리 76">
            <a:extLst>
              <a:ext uri="{FF2B5EF4-FFF2-40B4-BE49-F238E27FC236}">
                <a16:creationId xmlns="" xmlns:a16="http://schemas.microsoft.com/office/drawing/2014/main" id="{6CBB1D4D-C36C-4ED6-97B3-BC81EC8175B5}"/>
              </a:ext>
            </a:extLst>
          </p:cNvPr>
          <p:cNvSpPr/>
          <p:nvPr/>
        </p:nvSpPr>
        <p:spPr>
          <a:xfrm>
            <a:off x="6573453" y="2176936"/>
            <a:ext cx="434695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vis_miss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패턴 시각화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26F21B52-A94A-4FE4-AE49-D1CC38BF9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2851247"/>
            <a:ext cx="197167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17AC803D-2AE5-470B-B849-BF1432679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342" y="2585864"/>
            <a:ext cx="3253239" cy="4015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A351C8F4-2DA7-405B-8639-A9F5499425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619"/>
          <a:stretch/>
        </p:blipFill>
        <p:spPr>
          <a:xfrm>
            <a:off x="659396" y="4470064"/>
            <a:ext cx="2790825" cy="200922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5F89039C-EC21-4FE5-8DCB-BD55AAE635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245"/>
          <a:stretch/>
        </p:blipFill>
        <p:spPr>
          <a:xfrm>
            <a:off x="3523092" y="4470064"/>
            <a:ext cx="2790825" cy="21493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34382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데이터셋에 포함된 </a:t>
            </a:r>
            <a:r>
              <a:rPr lang="ko-KR" altLang="en-US" dirty="0" err="1"/>
              <a:t>결측치</a:t>
            </a:r>
            <a:r>
              <a:rPr lang="ko-KR" altLang="en-US" dirty="0"/>
              <a:t> 제거방법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데이터셋에 포함된 </a:t>
            </a:r>
            <a:r>
              <a:rPr lang="ko-KR" altLang="en-US" dirty="0" err="1"/>
              <a:t>결측값을</a:t>
            </a:r>
            <a:r>
              <a:rPr lang="ko-KR" altLang="en-US" dirty="0"/>
              <a:t> 한번에 제거처리 할 수 있으며</a:t>
            </a:r>
            <a:r>
              <a:rPr lang="en-US" altLang="ko-KR" dirty="0"/>
              <a:t>, </a:t>
            </a:r>
            <a:r>
              <a:rPr lang="ko-KR" altLang="en-US" dirty="0"/>
              <a:t>특정변수나 특정레코드로 범위를 지정해서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결측치</a:t>
            </a:r>
            <a:r>
              <a:rPr lang="ko-KR" altLang="en-US" dirty="0"/>
              <a:t> 처리 후 남은 시그널 데이터로 분석을 수행할 수 있음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66EDDA20-94F5-4746-A6A0-32808D520589}"/>
              </a:ext>
            </a:extLst>
          </p:cNvPr>
          <p:cNvSpPr/>
          <p:nvPr/>
        </p:nvSpPr>
        <p:spPr>
          <a:xfrm>
            <a:off x="524905" y="2176936"/>
            <a:ext cx="391491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단위에 포함된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일괄 제거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원본데이터셋의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 재확인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포함 레코드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일괄 삭제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na.omit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my_omt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na.omit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my_omt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my_omt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is.na %&gt;% sum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my_omt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complete.cases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my_cpt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complete.cases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my_cpt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my_cpt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my_cpt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8BD3FDE7-0093-4891-9481-9ACC504D77B9}"/>
              </a:ext>
            </a:extLst>
          </p:cNvPr>
          <p:cNvSpPr/>
          <p:nvPr/>
        </p:nvSpPr>
        <p:spPr>
          <a:xfrm>
            <a:off x="4583833" y="2176936"/>
            <a:ext cx="633658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임의값으로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단순대체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기저핵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기저핵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대체할 대표치 산정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0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이나 평균값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중앙값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최빈값을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활용함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mean(na.rm =TRUE)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barenuc_med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median(na.rm =TRUE)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barenuc_mode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table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which.max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names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as.integer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기저핵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최빈값으로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대체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[is.na(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barenuc_mode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기저핵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대체결과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E98CA909-ACE5-42AA-A09A-DE84B9D4E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451" y="2452041"/>
            <a:ext cx="1543050" cy="8667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9F2F75BA-6C02-4224-90D0-B4FD8C5C6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401" y="3898258"/>
            <a:ext cx="1181100" cy="9906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75C02EE9-8C45-4086-953E-549AA2192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801" y="5733256"/>
            <a:ext cx="1790700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19DD5674-2336-4FB5-93C9-B71276F12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298" y="2528900"/>
            <a:ext cx="2066925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="" xmlns:a16="http://schemas.microsoft.com/office/drawing/2014/main" id="{BCED5370-DE21-4B5C-8CD7-51FE58426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148" y="3969804"/>
            <a:ext cx="3267075" cy="1295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="" xmlns:a16="http://schemas.microsoft.com/office/drawing/2014/main" id="{F4A4AC89-3A38-47DB-A35C-EB002747D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8298" y="6025852"/>
            <a:ext cx="2066925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3837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단순대체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구성하는 </a:t>
            </a:r>
            <a:r>
              <a:rPr lang="ko-KR" altLang="en-US" dirty="0" err="1"/>
              <a:t>특정변수컬럼</a:t>
            </a:r>
            <a:r>
              <a:rPr lang="en-US" altLang="ko-KR" dirty="0"/>
              <a:t>, </a:t>
            </a:r>
            <a:r>
              <a:rPr lang="ko-KR" altLang="en-US" dirty="0"/>
              <a:t>또는 전체 </a:t>
            </a:r>
            <a:r>
              <a:rPr lang="ko-KR" altLang="en-US" dirty="0" err="1"/>
              <a:t>변수컬럼들에</a:t>
            </a:r>
            <a:r>
              <a:rPr lang="ko-KR" altLang="en-US" dirty="0"/>
              <a:t> 포함된 </a:t>
            </a:r>
            <a:r>
              <a:rPr lang="ko-KR" altLang="en-US" dirty="0" err="1"/>
              <a:t>결측치를</a:t>
            </a:r>
            <a:r>
              <a:rPr lang="ko-KR" altLang="en-US" dirty="0"/>
              <a:t> 임의의 값으로 대체하여 후속분석에 활용함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024063"/>
            <a:ext cx="9279508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값을 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중앙값으로 일괄 단순대체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median, na.rm = TRUE)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 산정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중앙값을 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마다 대체입력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function(x)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(is.na(x), yes = median(x, na.rm = TRUE), no = x))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my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데이터셋에 포함된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재확인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is.na(my)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is.na %&gt;% sum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colSums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064F7D21-6538-466D-87FC-2C7A0D543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916" y="2456892"/>
            <a:ext cx="6677025" cy="42862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="" xmlns:a16="http://schemas.microsoft.com/office/drawing/2014/main" id="{E22CAD6D-11E5-4DB9-90A1-0EA0E4A77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916" y="4005064"/>
            <a:ext cx="781050" cy="304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10C7E143-CE27-4AEB-861D-22A789AD3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916" y="5085184"/>
            <a:ext cx="6657975" cy="4191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="" xmlns:a16="http://schemas.microsoft.com/office/drawing/2014/main" id="{02A0A974-57D2-4AF5-8ED1-E47E4E94E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4916" y="6071381"/>
            <a:ext cx="6677025" cy="5619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="" xmlns:a16="http://schemas.microsoft.com/office/drawing/2014/main" id="{20E3328E-B898-4933-A4B8-825A296B3E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4916" y="4329100"/>
            <a:ext cx="5895975" cy="7239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="" xmlns:a16="http://schemas.microsoft.com/office/drawing/2014/main" id="{A3CCBFB4-DCE6-4FFF-9BC9-7CC9C941CA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4916" y="5745541"/>
            <a:ext cx="1552575" cy="295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9211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박스 플롯을 </a:t>
            </a:r>
            <a:r>
              <a:rPr lang="ko-KR" altLang="en-US" dirty="0"/>
              <a:t>이용한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</a:t>
            </a:r>
            <a:r>
              <a:rPr lang="en-US" altLang="ko-KR" dirty="0" smtClean="0"/>
              <a:t> </a:t>
            </a:r>
            <a:r>
              <a:rPr lang="ko-KR" altLang="en-US" dirty="0" err="1"/>
              <a:t>이상점</a:t>
            </a:r>
            <a:r>
              <a:rPr lang="ko-KR" altLang="en-US" dirty="0"/>
              <a:t>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변수로 측정된 데이터셋 전체를 </a:t>
            </a:r>
            <a:r>
              <a:rPr lang="ko-KR" altLang="en-US" dirty="0" smtClean="0"/>
              <a:t>박스 플롯으로 </a:t>
            </a:r>
            <a:r>
              <a:rPr lang="ko-KR" altLang="en-US" dirty="0"/>
              <a:t>구현하여 이상치 유무와 규모</a:t>
            </a:r>
            <a:r>
              <a:rPr lang="en-US" altLang="ko-KR" dirty="0"/>
              <a:t>, </a:t>
            </a:r>
            <a:r>
              <a:rPr lang="ko-KR" altLang="en-US" dirty="0"/>
              <a:t>패턴을 파악할 수 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일부 극단치를 갖는 개별변수로 인해 </a:t>
            </a:r>
            <a:r>
              <a:rPr lang="ko-KR" altLang="en-US" dirty="0" smtClean="0"/>
              <a:t>박스 플롯이 </a:t>
            </a:r>
            <a:r>
              <a:rPr lang="ko-KR" altLang="en-US" dirty="0"/>
              <a:t>잘 보이지 않을 때엔 </a:t>
            </a:r>
            <a:r>
              <a:rPr lang="ko-KR" altLang="en-US" dirty="0" smtClean="0"/>
              <a:t>변수 주제별로 </a:t>
            </a:r>
            <a:r>
              <a:rPr lang="ko-KR" altLang="en-US" dirty="0"/>
              <a:t>구별하여 탐색이 가능함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전체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플롯을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통한 이상치 탐지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boxplot(my[1:9],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임상조직 세포특성 </a:t>
            </a:r>
            <a:r>
              <a:rPr kumimoji="1" lang="ko-KR" altLang="en-US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플롯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D50DCAA2-289C-4D7C-B01F-D50E60F76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2888940"/>
            <a:ext cx="8096250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83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575111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중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단일상피세포크기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플롯팅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main =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단일상피세포크기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분포현황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E5F061C3-A40C-4531-8AB8-655CFF3808C8}"/>
              </a:ext>
            </a:extLst>
          </p:cNvPr>
          <p:cNvSpPr/>
          <p:nvPr/>
        </p:nvSpPr>
        <p:spPr>
          <a:xfrm>
            <a:off x="6996103" y="2176936"/>
            <a:ext cx="420294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플롯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플롯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중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[1,] 1-&gt;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하한선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(lower fence)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[2,] 2 -&gt; Q1: 1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(25%)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[3,] 2 -&gt; Q2: 2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(50%),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중앙값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[4,] 4 -&gt; Q3: 3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(75%)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[5,] 7 -&gt;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상한선값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박스 플롯을 </a:t>
            </a:r>
            <a:r>
              <a:rPr lang="ko-KR" altLang="en-US" dirty="0"/>
              <a:t>이용한 </a:t>
            </a:r>
            <a:r>
              <a:rPr lang="ko-KR" altLang="en-US" dirty="0" err="1"/>
              <a:t>연속형변수</a:t>
            </a:r>
            <a:r>
              <a:rPr lang="ko-KR" altLang="en-US" dirty="0"/>
              <a:t> 이상치 검출</a:t>
            </a:r>
            <a:r>
              <a:rPr lang="en-US" altLang="ko-KR" dirty="0"/>
              <a:t>(1/2)</a:t>
            </a:r>
            <a:r>
              <a:rPr lang="ko-KR" altLang="en-US" dirty="0"/>
              <a:t>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</a:t>
            </a:r>
            <a:r>
              <a:rPr lang="en-US" altLang="ko-KR" dirty="0"/>
              <a:t> </a:t>
            </a:r>
            <a:r>
              <a:rPr lang="ko-KR" altLang="en-US" dirty="0"/>
              <a:t>변수 중 </a:t>
            </a:r>
            <a:r>
              <a:rPr lang="ko-KR" altLang="en-US" dirty="0" err="1"/>
              <a:t>단일상피세포크기</a:t>
            </a:r>
            <a:r>
              <a:rPr lang="en-US" altLang="ko-KR" dirty="0"/>
              <a:t>(</a:t>
            </a:r>
            <a:r>
              <a:rPr lang="en-US" altLang="ko-KR" dirty="0" err="1"/>
              <a:t>cellsize</a:t>
            </a:r>
            <a:r>
              <a:rPr lang="en-US" altLang="ko-KR" dirty="0"/>
              <a:t>)</a:t>
            </a:r>
            <a:r>
              <a:rPr lang="ko-KR" altLang="en-US" dirty="0"/>
              <a:t>에 대한 </a:t>
            </a:r>
            <a:r>
              <a:rPr lang="ko-KR" altLang="en-US" dirty="0" err="1"/>
              <a:t>기술통계량</a:t>
            </a:r>
            <a:r>
              <a:rPr lang="ko-KR" altLang="en-US" dirty="0"/>
              <a:t> 분석을 토대로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적정한 분포범위를 고려하여 극단치를 </a:t>
            </a:r>
            <a:r>
              <a:rPr lang="en-US" altLang="ko-KR" dirty="0"/>
              <a:t>1</a:t>
            </a:r>
            <a:r>
              <a:rPr lang="ko-KR" altLang="en-US" dirty="0"/>
              <a:t>차적으로 제외하고 </a:t>
            </a:r>
            <a:r>
              <a:rPr lang="ko-KR" altLang="en-US" dirty="0" smtClean="0"/>
              <a:t>박스 플롯을 </a:t>
            </a:r>
            <a:r>
              <a:rPr lang="ko-KR" altLang="en-US" dirty="0"/>
              <a:t>통해 이상치를 파악함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F55F2F19-85A0-46D3-84AC-3C73B4AAA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62" y="2638170"/>
            <a:ext cx="5410200" cy="1419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AB6893A6-4F85-4E64-8201-DB66D9AAD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716" y="4738805"/>
            <a:ext cx="1897194" cy="185894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6667C867-EE21-4CA5-A305-D399817FB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974" y="2632554"/>
            <a:ext cx="3219450" cy="11620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3BC7876B-18F3-42E0-A792-649FEB07E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196" y="4057395"/>
            <a:ext cx="752475" cy="10096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2046424B-10C9-4839-8DED-3AA00FBA6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7189" y="6324871"/>
            <a:ext cx="165735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340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76">
            <a:extLst>
              <a:ext uri="{FF2B5EF4-FFF2-40B4-BE49-F238E27FC236}">
                <a16:creationId xmlns="" xmlns:a16="http://schemas.microsoft.com/office/drawing/2014/main" id="{612C0CFB-8598-47BC-9098-26FE58B7DB4F}"/>
              </a:ext>
            </a:extLst>
          </p:cNvPr>
          <p:cNvSpPr/>
          <p:nvPr/>
        </p:nvSpPr>
        <p:spPr>
          <a:xfrm>
            <a:off x="515938" y="2176936"/>
            <a:ext cx="98910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플롯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중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값보다 큰 값은 절단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(trimming)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하거나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상한선값으로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winsorizing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하는 방향으로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필요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박스 플롯을 </a:t>
            </a:r>
            <a:r>
              <a:rPr lang="ko-KR" altLang="en-US" dirty="0"/>
              <a:t>이용한 </a:t>
            </a:r>
            <a:r>
              <a:rPr lang="ko-KR" altLang="en-US" dirty="0" err="1"/>
              <a:t>연속형변수</a:t>
            </a:r>
            <a:r>
              <a:rPr lang="ko-KR" altLang="en-US" dirty="0"/>
              <a:t> 이상치 검출</a:t>
            </a:r>
            <a:r>
              <a:rPr lang="en-US" altLang="ko-KR" dirty="0"/>
              <a:t>(2/2)</a:t>
            </a:r>
            <a:r>
              <a:rPr lang="ko-KR" altLang="en-US" dirty="0"/>
              <a:t>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박스 플롯 </a:t>
            </a:r>
            <a:r>
              <a:rPr lang="ko-KR" altLang="en-US" dirty="0"/>
              <a:t>그래프에 포함된 분위수를 통해서 단일상피세포크기</a:t>
            </a:r>
            <a:r>
              <a:rPr lang="en-US" altLang="ko-KR" dirty="0"/>
              <a:t>(</a:t>
            </a:r>
            <a:r>
              <a:rPr lang="en-US" altLang="ko-KR" dirty="0" err="1"/>
              <a:t>cellsize</a:t>
            </a:r>
            <a:r>
              <a:rPr lang="en-US" altLang="ko-KR" dirty="0"/>
              <a:t>) </a:t>
            </a:r>
            <a:r>
              <a:rPr lang="ko-KR" altLang="en-US" dirty="0"/>
              <a:t>변수의 상한선</a:t>
            </a:r>
            <a:r>
              <a:rPr lang="en-US" altLang="ko-KR" dirty="0"/>
              <a:t>·</a:t>
            </a:r>
            <a:r>
              <a:rPr lang="ko-KR" altLang="en-US" dirty="0"/>
              <a:t>하한선을 파악하였으며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이를 상회</a:t>
            </a:r>
            <a:r>
              <a:rPr lang="en-US" altLang="ko-KR" dirty="0"/>
              <a:t>·</a:t>
            </a:r>
            <a:r>
              <a:rPr lang="ko-KR" altLang="en-US" dirty="0"/>
              <a:t>하회하는 데이터에 대해서 절단 또는 조정하는 이상치 처리방향을 검토함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0BC629F0-0ADB-45EA-A2B1-E0D47A07F7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952"/>
          <a:stretch/>
        </p:blipFill>
        <p:spPr>
          <a:xfrm>
            <a:off x="1628365" y="2530852"/>
            <a:ext cx="5514975" cy="5971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ADDAA672-6F74-4761-818C-820E35260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65" y="5049180"/>
            <a:ext cx="3581400" cy="11334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="" xmlns:a16="http://schemas.microsoft.com/office/drawing/2014/main" id="{12E68250-43A8-4CAE-8560-7A5882755C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999"/>
          <a:stretch/>
        </p:blipFill>
        <p:spPr>
          <a:xfrm>
            <a:off x="1633910" y="3764290"/>
            <a:ext cx="5514975" cy="45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96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 이상치 처리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변수인 </a:t>
            </a:r>
            <a:r>
              <a:rPr lang="ko-KR" altLang="en-US" dirty="0" err="1"/>
              <a:t>단일상피세포크기</a:t>
            </a:r>
            <a:r>
              <a:rPr lang="en-US" altLang="ko-KR" dirty="0"/>
              <a:t>(</a:t>
            </a:r>
            <a:r>
              <a:rPr lang="en-US" altLang="ko-KR" dirty="0" err="1"/>
              <a:t>cellsize</a:t>
            </a:r>
            <a:r>
              <a:rPr lang="en-US" altLang="ko-KR" dirty="0"/>
              <a:t>) </a:t>
            </a:r>
            <a:r>
              <a:rPr lang="ko-KR" altLang="en-US" dirty="0"/>
              <a:t>변수의 데이터 중에서 통계적으로 </a:t>
            </a:r>
            <a:r>
              <a:rPr lang="ko-KR" altLang="en-US" dirty="0" err="1"/>
              <a:t>박스플롯</a:t>
            </a:r>
            <a:r>
              <a:rPr lang="ko-KR" altLang="en-US" dirty="0"/>
              <a:t> </a:t>
            </a:r>
            <a:r>
              <a:rPr lang="en-US" altLang="ko-KR" dirty="0"/>
              <a:t>IQR </a:t>
            </a:r>
            <a:r>
              <a:rPr lang="ko-KR" altLang="en-US" dirty="0"/>
              <a:t>범위를 벗어나는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데이터들에 대해서</a:t>
            </a:r>
            <a:r>
              <a:rPr lang="en-US" altLang="ko-KR" dirty="0"/>
              <a:t> </a:t>
            </a:r>
            <a:r>
              <a:rPr lang="ko-KR" altLang="en-US" dirty="0"/>
              <a:t>절단화</a:t>
            </a:r>
            <a:r>
              <a:rPr lang="en-US" altLang="ko-KR" dirty="0"/>
              <a:t>(trimming)</a:t>
            </a:r>
            <a:r>
              <a:rPr lang="ko-KR" altLang="en-US" dirty="0"/>
              <a:t>과 조정화</a:t>
            </a:r>
            <a:r>
              <a:rPr lang="en-US" altLang="ko-KR" dirty="0"/>
              <a:t>(</a:t>
            </a:r>
            <a:r>
              <a:rPr lang="en-US" altLang="ko-KR" dirty="0" err="1"/>
              <a:t>winsorizing</a:t>
            </a:r>
            <a:r>
              <a:rPr lang="en-US" altLang="ko-KR" dirty="0"/>
              <a:t>) </a:t>
            </a:r>
            <a:r>
              <a:rPr lang="ko-KR" altLang="en-US" dirty="0"/>
              <a:t>방법을 통해 이상치를 처리함 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514902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이상치 처리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값보다 큰 값을 절단화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(trimming)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my_trim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 %&gt;% filter(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데이터셋에서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변수값이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상한선보다 낮은 값으로만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레코드를 선정해서 별도의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서브셋을 만들어 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이상치처리한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my_trim$cellsize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my_trim$cellsize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5879974" y="2176936"/>
            <a:ext cx="540060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값보다 큰 값을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상한선값으로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조정화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winsorizing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my$cellsize_ws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&gt;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yes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no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데이터셋에서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ceelsize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변수값이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상한선보다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큰경우에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 값으로 변경해서 원본데이터셋에 파생변수로 추가함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처리한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 기술통계량 확인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my$cellsize_ws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my$cellsize_ws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AFF02608-F57C-4709-917C-40AE2C3AF6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910"/>
          <a:stretch/>
        </p:blipFill>
        <p:spPr>
          <a:xfrm>
            <a:off x="610384" y="4221088"/>
            <a:ext cx="4962525" cy="4100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7A04D00C-48D9-4B8D-BB61-23E9388B7A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794" b="-1"/>
          <a:stretch/>
        </p:blipFill>
        <p:spPr>
          <a:xfrm>
            <a:off x="610384" y="5043676"/>
            <a:ext cx="4962525" cy="11191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88A8F49F-1090-4540-BA95-D7BFA58CA7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849"/>
          <a:stretch/>
        </p:blipFill>
        <p:spPr>
          <a:xfrm>
            <a:off x="5967413" y="4221088"/>
            <a:ext cx="4953000" cy="44779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8AD44EF5-0710-492B-869B-664AEF5AC4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224"/>
          <a:stretch/>
        </p:blipFill>
        <p:spPr>
          <a:xfrm>
            <a:off x="5967413" y="5043676"/>
            <a:ext cx="4953000" cy="115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27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783934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센터링 옵션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(centering)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==&gt; -1 ~ +1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사이로 변환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ctr: centering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my_centering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 %&gt;% scale(center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my_centering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my_centering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레인징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옵션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(ranging)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==&gt; 0 ~ 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사이로 변환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ranging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my_ranging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 %&gt;% scale(center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my_ranging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my_ranging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(standardization): z-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스코어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(z-score)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==&gt;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표준편차가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 표준정규분포로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snd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standard normal distribution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my_snd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 %&gt;% scale(center = TRUE, scale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my_snd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my_snd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my_centering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my_ranging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my_snd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스케일링 적용하기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변수에 </a:t>
            </a:r>
            <a:r>
              <a:rPr lang="ko-KR" altLang="en-US" dirty="0"/>
              <a:t>대한 정규화와</a:t>
            </a:r>
            <a:r>
              <a:rPr lang="en-US" altLang="ko-KR" dirty="0"/>
              <a:t> </a:t>
            </a:r>
            <a:r>
              <a:rPr lang="ko-KR" altLang="en-US" dirty="0"/>
              <a:t>표준화 스케일링 적용을 통해서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데이터의 단위와 범위 등의 분포패턴을 수치적으로 파악함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="" xmlns:a16="http://schemas.microsoft.com/office/drawing/2014/main" id="{46F87AB1-7C00-40D1-A5D3-F0BFF33E2A2B}"/>
              </a:ext>
            </a:extLst>
          </p:cNvPr>
          <p:cNvGrpSpPr/>
          <p:nvPr/>
        </p:nvGrpSpPr>
        <p:grpSpPr>
          <a:xfrm>
            <a:off x="5051884" y="2222459"/>
            <a:ext cx="5667375" cy="4437617"/>
            <a:chOff x="5054152" y="2280415"/>
            <a:chExt cx="5667375" cy="4334138"/>
          </a:xfrm>
        </p:grpSpPr>
        <p:pic>
          <p:nvPicPr>
            <p:cNvPr id="5" name="그림 4">
              <a:extLst>
                <a:ext uri="{FF2B5EF4-FFF2-40B4-BE49-F238E27FC236}">
                  <a16:creationId xmlns="" xmlns:a16="http://schemas.microsoft.com/office/drawing/2014/main" id="{113EC068-78A9-421E-B73D-110537219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4152" y="2280415"/>
              <a:ext cx="5667375" cy="138932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="" xmlns:a16="http://schemas.microsoft.com/office/drawing/2014/main" id="{0D8717DC-F461-4C00-9663-CAEE24006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4152" y="3752823"/>
              <a:ext cx="5667375" cy="1396448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="" xmlns:a16="http://schemas.microsoft.com/office/drawing/2014/main" id="{4967978A-A88E-4B5A-A336-AE34F172B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4152" y="5232355"/>
              <a:ext cx="5667375" cy="1382198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580550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플롯을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통한 스케일링 결과 시각화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fr-F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par(mfrow = c(3, 1))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my_centering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센터링옵션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(centering)')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my_ranging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 err="1" smtClean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레인징옵션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(ranging)')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my_snd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(standardization): z-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스코어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(z-score)'</a:t>
            </a:r>
          </a:p>
          <a:p>
            <a:pPr>
              <a:lnSpc>
                <a:spcPct val="110000"/>
              </a:lnSpc>
            </a:pPr>
            <a:r>
              <a:rPr kumimoji="1" lang="fr-F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par(mfrow = c(1, 1))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스케일링 적용하기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변수에 </a:t>
            </a:r>
            <a:r>
              <a:rPr lang="ko-KR" altLang="en-US" dirty="0"/>
              <a:t>대한 정규화와</a:t>
            </a:r>
            <a:r>
              <a:rPr lang="en-US" altLang="ko-KR" dirty="0"/>
              <a:t> </a:t>
            </a:r>
            <a:r>
              <a:rPr lang="ko-KR" altLang="en-US" dirty="0"/>
              <a:t>표준화 스케일링 적용을 통해서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데이터의 단위와 범위 등의 분포패턴을 시각적으로 파악함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DCD15066-107C-4A6B-B5BE-556AE8529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175" y="2276475"/>
            <a:ext cx="5065029" cy="20684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584B2DFF-BE55-478F-8B44-A35A40D00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4493902"/>
            <a:ext cx="5030649" cy="20626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6E2B0F2E-37B4-4452-AA95-1B4F26B05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175" y="4488172"/>
            <a:ext cx="5059300" cy="20741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8354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35507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종양유형변수 탐색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 변수인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레이블 반영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benign: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양성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malignant: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악성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c(2, 4),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c("benign", "malignant")) 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기술통계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head(5) %&gt;% 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sort(decreasing = TRUE)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*100, 3)))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 리코딩 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특정변수의 코드가 직관적으로 이해하기 어려울 때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다른 문자</a:t>
            </a:r>
            <a:r>
              <a:rPr lang="en-US" altLang="ko-KR" dirty="0"/>
              <a:t>·</a:t>
            </a:r>
            <a:r>
              <a:rPr lang="ko-KR" altLang="en-US" dirty="0"/>
              <a:t>숫자</a:t>
            </a:r>
            <a:r>
              <a:rPr lang="en-US" altLang="ko-KR" dirty="0"/>
              <a:t>·</a:t>
            </a:r>
            <a:r>
              <a:rPr lang="ko-KR" altLang="en-US" dirty="0"/>
              <a:t>기호로 변경해 주는 리코딩을 통해서 이해도과 가독성을 높일 수 있음</a:t>
            </a:r>
          </a:p>
        </p:txBody>
      </p:sp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176BDCAD-39C5-4A3D-B17E-2D475328D736}"/>
              </a:ext>
            </a:extLst>
          </p:cNvPr>
          <p:cNvSpPr/>
          <p:nvPr/>
        </p:nvSpPr>
        <p:spPr>
          <a:xfrm>
            <a:off x="6326834" y="2168525"/>
            <a:ext cx="5355070" cy="447998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janitor::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library(janitor)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sort = TRUE)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'class(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판정결과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80E0FE4A-4209-4E74-A49E-35CECCE7E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613" y="2276475"/>
            <a:ext cx="3168352" cy="1114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FE6D8FC7-82A6-4848-8298-3E003B53A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15" y="5877272"/>
            <a:ext cx="4705350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D7902D63-0703-4B03-82EB-B73282003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96" y="3825044"/>
            <a:ext cx="3848100" cy="9906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A85C985F-9BFF-42B7-9D0D-7643D587F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334" y="4895777"/>
            <a:ext cx="3839862" cy="169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836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38296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 &lt;- list(1:2, 3:5, 6:8, 9:10)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 &lt;- list('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num,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check)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빈도수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thick_c_freq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위험위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순서가 고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 순서라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해석어려움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변수의 구간화를 통한 파생변수 만들기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유방암 관련 세포특성변수들이 </a:t>
            </a:r>
            <a:r>
              <a:rPr lang="en-US" altLang="ko-KR" dirty="0"/>
              <a:t>1</a:t>
            </a:r>
            <a:r>
              <a:rPr lang="ko-KR" altLang="en-US" dirty="0"/>
              <a:t>점</a:t>
            </a:r>
            <a:r>
              <a:rPr lang="en-US" altLang="ko-KR" dirty="0"/>
              <a:t>~10</a:t>
            </a:r>
            <a:r>
              <a:rPr lang="ko-KR" altLang="en-US" dirty="0"/>
              <a:t>점까지 </a:t>
            </a:r>
            <a:r>
              <a:rPr lang="ko-KR" altLang="en-US" dirty="0" err="1"/>
              <a:t>등간척도로</a:t>
            </a:r>
            <a:r>
              <a:rPr lang="ko-KR" altLang="en-US" dirty="0"/>
              <a:t> 측정되어 있는 자료이므로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일정 범위로 묶어서 새로운 변수를 만들어 낼 수 있음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8EFC64A7-0024-42F9-B455-28227D7AE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4869160"/>
            <a:ext cx="3076575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4CFFC369-9B75-4CE5-8441-CD737FD20AB4}"/>
              </a:ext>
            </a:extLst>
          </p:cNvPr>
          <p:cNvSpPr/>
          <p:nvPr/>
        </p:nvSpPr>
        <p:spPr>
          <a:xfrm>
            <a:off x="5087888" y="2176936"/>
            <a:ext cx="676875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리코딩을 위험수준별 순서대로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c(1:2, 3:5, 6:8, 9:10),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labels = c('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빈도수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위험의 순서가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 순으로 나와서 해석하기 용이함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리코딩변수 비율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리코딩변수 빈도와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비율값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데이터프레임으로 출력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*100, 3))) %&gt;% print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AC1E409-7871-4F09-9552-69FA9BFC6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019" y="3645024"/>
            <a:ext cx="3038475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4131C4A9-E313-4942-A031-E477D4BE0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569" y="4401108"/>
            <a:ext cx="3590925" cy="55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F3427BF9-3E4B-47A4-BA9A-5D4FCA47F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044" y="5674479"/>
            <a:ext cx="4743450" cy="1000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10923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janitor::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library(janitor)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'thick(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덩어리두께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변수의 구간화를 통한 파생변수 만들기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구간화를 통해 새롭게 만들어진 범주형 파생변수에 대하여 기술통계분석 패키지를 적용해 분포현황을 파악함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2F9EA304-CFC8-4EDF-8CE1-4DF287CEB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852936"/>
            <a:ext cx="1990725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A329EF23-B4F3-4226-B4E0-22AA04215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5104978"/>
            <a:ext cx="4010025" cy="1276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B37FB706-C97D-44F0-BD6A-C647C637F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195" y="2638003"/>
            <a:ext cx="5619750" cy="37433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42084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394199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유방암진단 임상실험 샘플 수집시기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(UCI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코딩북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1: 367 instances (January 1989)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2: 70 instances (October 1989)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3: 31 instances (February 1990)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4: 17 instances (April 1990)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5: 48 instances (August 1990)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6: 49 instances (Updated January 1991)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7: 31 instances (June 1991)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8: 86 instances (November 1991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수집시기별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샘플수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산정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n1989 &lt;- c(367, 70) %&gt;% sum %&gt;% print</a:t>
            </a: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n1990 &lt;- c(31, 17, 48) %&gt;% sum %&gt;% print</a:t>
            </a: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n1991 &lt;- c(49, 31, 86) %&gt;% sum %&gt;% print</a:t>
            </a: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 &lt;- c(n1989, n1990, n1991) %&gt;% sum %&gt;% print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진단데이터 수집시기에 따른 파생변수 만들기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위스콘신 유방암 진단데이터는 </a:t>
            </a:r>
            <a:r>
              <a:rPr lang="en-US" altLang="ko-KR" dirty="0"/>
              <a:t>3</a:t>
            </a:r>
            <a:r>
              <a:rPr lang="ko-KR" altLang="en-US" dirty="0"/>
              <a:t>개년에 걸쳐서 임상실험한 샘플을 지속적을 업데이트해서 만든 것으로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수집시기에 따라 암세포 특성에 차이가 있을 수 있다는 가정하에 파생변수로 생성함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17731C8D-23B2-4477-A85B-0D984EB8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1" y="5301208"/>
            <a:ext cx="346710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8524A3AF-8AE8-4E64-9845-DDD673728AA9}"/>
              </a:ext>
            </a:extLst>
          </p:cNvPr>
          <p:cNvSpPr/>
          <p:nvPr/>
        </p:nvSpPr>
        <p:spPr>
          <a:xfrm>
            <a:off x="4583830" y="2176936"/>
            <a:ext cx="662473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rep()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수집시기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파생변수 데이터 생성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rep(c(1, 2, 3), c(n1989, n1990, n1991))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수집시기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 기술통계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 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2, 3),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c('y89', 'y90', 'y91'))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파생변수 기술통계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임상실험 샘플 수집시기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81A3447B-B6D0-4BED-83DE-1C36B735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3212976"/>
            <a:ext cx="3629025" cy="1171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375FBD40-8D12-47F3-91C4-EBEDA017A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510" y="3210478"/>
            <a:ext cx="2268129" cy="25051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DCB7CB1C-D11B-4892-AA94-190A0F570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264" y="5783240"/>
            <a:ext cx="2619375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324975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4337485"/>
            <a:ext cx="3475614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="" xmlns:a16="http://schemas.microsoft.com/office/drawing/2014/main" id="{118B57E0-BBC3-4F0A-A4B1-C6DE5C864103}"/>
              </a:ext>
            </a:extLst>
          </p:cNvPr>
          <p:cNvGrpSpPr/>
          <p:nvPr/>
        </p:nvGrpSpPr>
        <p:grpSpPr>
          <a:xfrm>
            <a:off x="4020030" y="2148345"/>
            <a:ext cx="5221784" cy="830997"/>
            <a:chOff x="1996611" y="2003068"/>
            <a:chExt cx="5221784" cy="830997"/>
          </a:xfrm>
        </p:grpSpPr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0D1C8D23-8591-4167-BBEC-E006AF3827B6}"/>
                </a:ext>
              </a:extLst>
            </p:cNvPr>
            <p:cNvSpPr txBox="1"/>
            <p:nvPr/>
          </p:nvSpPr>
          <p:spPr>
            <a:xfrm>
              <a:off x="2649195" y="2003068"/>
              <a:ext cx="456920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분석과제 모델링과 기본탐색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="" xmlns:a16="http://schemas.microsoft.com/office/drawing/2014/main" id="{7D3328FA-7C17-485D-941A-80DB2945FCB4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0" name="그룹 39">
                <a:extLst>
                  <a:ext uri="{FF2B5EF4-FFF2-40B4-BE49-F238E27FC236}">
                    <a16:creationId xmlns="" xmlns:a16="http://schemas.microsoft.com/office/drawing/2014/main" id="{D4BA066D-CA90-4E8E-BF4A-61192D9DC72F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="" xmlns:a16="http://schemas.microsoft.com/office/drawing/2014/main" id="{62BDA289-C0B7-401A-B497-423F17C17F04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="" xmlns:a16="http://schemas.microsoft.com/office/drawing/2014/main" id="{539D1069-0179-4EDE-90C9-6EA1C771C884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09873466-4B2B-4A88-A535-CD3C3952A2EE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537D3201-42E1-4063-B689-B93968CF356E}"/>
              </a:ext>
            </a:extLst>
          </p:cNvPr>
          <p:cNvSpPr txBox="1"/>
          <p:nvPr/>
        </p:nvSpPr>
        <p:spPr>
          <a:xfrm>
            <a:off x="4672614" y="3246480"/>
            <a:ext cx="3340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가공과 정제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9051C785-7673-4E1B-8C35-FBCEA07D7EAF}"/>
              </a:ext>
            </a:extLst>
          </p:cNvPr>
          <p:cNvSpPr txBox="1"/>
          <p:nvPr/>
        </p:nvSpPr>
        <p:spPr>
          <a:xfrm>
            <a:off x="4672614" y="4344615"/>
            <a:ext cx="3619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변수간 관계특성 분석</a:t>
            </a:r>
          </a:p>
        </p:txBody>
      </p:sp>
    </p:spTree>
    <p:extLst>
      <p:ext uri="{BB962C8B-B14F-4D97-AF65-F5344CB8AC3E}">
        <p14:creationId xmlns:p14="http://schemas.microsoft.com/office/powerpoint/2010/main" val="156051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229375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모서리가 둥근 직사각형 35">
            <a:extLst>
              <a:ext uri="{FF2B5EF4-FFF2-40B4-BE49-F238E27FC236}">
                <a16:creationId xmlns="" xmlns:a16="http://schemas.microsoft.com/office/drawing/2014/main" id="{793A9CF7-DF58-44F8-806D-8C97FC8F11D9}"/>
              </a:ext>
            </a:extLst>
          </p:cNvPr>
          <p:cNvSpPr/>
          <p:nvPr/>
        </p:nvSpPr>
        <p:spPr bwMode="auto">
          <a:xfrm>
            <a:off x="776932" y="2903207"/>
            <a:ext cx="2510755" cy="1696045"/>
          </a:xfrm>
          <a:prstGeom prst="roundRect">
            <a:avLst>
              <a:gd name="adj" fmla="val 9557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="" xmlns:a16="http://schemas.microsoft.com/office/drawing/2014/main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32" y="2456892"/>
            <a:ext cx="2510755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임상조직 유형특성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모서리가 둥근 직사각형 35">
            <a:extLst>
              <a:ext uri="{FF2B5EF4-FFF2-40B4-BE49-F238E27FC236}">
                <a16:creationId xmlns="" xmlns:a16="http://schemas.microsoft.com/office/drawing/2014/main" id="{6209B3B5-7457-4213-99F3-4BEAD1573046}"/>
              </a:ext>
            </a:extLst>
          </p:cNvPr>
          <p:cNvSpPr/>
          <p:nvPr/>
        </p:nvSpPr>
        <p:spPr bwMode="auto">
          <a:xfrm>
            <a:off x="4863812" y="2871431"/>
            <a:ext cx="2510755" cy="1723383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4" name="Rectangle 26">
            <a:extLst>
              <a:ext uri="{FF2B5EF4-FFF2-40B4-BE49-F238E27FC236}">
                <a16:creationId xmlns="" xmlns:a16="http://schemas.microsoft.com/office/drawing/2014/main" id="{DF19160D-2F49-4BDD-9C80-23416AC41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3812" y="2456893"/>
            <a:ext cx="2510755" cy="38187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임상조직 세포특성</a:t>
            </a:r>
            <a:endParaRPr kumimoji="1" lang="en-US" altLang="ko-KR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위스콘신 유방암 진단데이터 분석모델 설정</a:t>
            </a:r>
            <a:endParaRPr lang="ko-KR" altLang="en-US" dirty="0"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유방암진단 임상시험에서 획득한 악성</a:t>
            </a:r>
            <a:r>
              <a:rPr lang="en-US" altLang="ko-KR" dirty="0"/>
              <a:t>·</a:t>
            </a:r>
            <a:r>
              <a:rPr lang="ko-KR" altLang="en-US" dirty="0"/>
              <a:t>양성 종양유형에 따라 </a:t>
            </a:r>
            <a:r>
              <a:rPr lang="ko-KR" altLang="en-US" dirty="0" err="1"/>
              <a:t>세포적인</a:t>
            </a:r>
            <a:r>
              <a:rPr lang="ko-KR" altLang="en-US" dirty="0"/>
              <a:t> 특성에 차이가 있는지를 요약</a:t>
            </a:r>
            <a:r>
              <a:rPr lang="en-US" altLang="ko-KR" dirty="0"/>
              <a:t>·</a:t>
            </a:r>
            <a:r>
              <a:rPr lang="ko-KR" altLang="en-US" dirty="0"/>
              <a:t>집계로 분석하며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임상시기변수와 종양유형 변수를 결합한 다중분석과 임상조직 세포특성을 수준으로 나눈 범주형 파생변수를 활용해 분석함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="" xmlns:a16="http://schemas.microsoft.com/office/drawing/2014/main" id="{93FCE6C3-DB5F-4AFA-A960-571A1DEF6957}"/>
              </a:ext>
            </a:extLst>
          </p:cNvPr>
          <p:cNvCxnSpPr>
            <a:cxnSpLocks/>
          </p:cNvCxnSpPr>
          <p:nvPr/>
        </p:nvCxnSpPr>
        <p:spPr bwMode="auto">
          <a:xfrm flipH="1">
            <a:off x="3287687" y="4119791"/>
            <a:ext cx="1576125" cy="0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AFD6188F-7C98-4B41-AB6B-A608B320FF51}"/>
              </a:ext>
            </a:extLst>
          </p:cNvPr>
          <p:cNvSpPr/>
          <p:nvPr/>
        </p:nvSpPr>
        <p:spPr>
          <a:xfrm>
            <a:off x="1447218" y="3897632"/>
            <a:ext cx="1170193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time(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임상시기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1EBD11C6-E200-4100-AE55-FB44D1C1BA7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051884" y="5409220"/>
            <a:ext cx="2126659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7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임상조직 세포특성변수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- 1, 2     :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저위험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- 3, 4, 5 :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중위험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- 6, 7, 8 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고위험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- 9, 10   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정밀진단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F264BB22-61C4-4247-AB6B-456478FB6D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39416" y="4622852"/>
            <a:ext cx="3024336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7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종양유형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(class)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(benign)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양성유방질환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단순낭종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섬유선종 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- 4: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악성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(malignant)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악성유방질환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유방암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="" xmlns:a16="http://schemas.microsoft.com/office/drawing/2014/main" id="{0D4124B1-7553-4592-B00C-017BF7006227}"/>
              </a:ext>
            </a:extLst>
          </p:cNvPr>
          <p:cNvSpPr/>
          <p:nvPr/>
        </p:nvSpPr>
        <p:spPr>
          <a:xfrm>
            <a:off x="5217279" y="2932821"/>
            <a:ext cx="1778307" cy="166199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thick(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덩어리 두께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unisize(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셀크기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균일성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r>
              <a:rPr lang="en-US" altLang="ko-KR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unishape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셀모양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균일성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adhesion(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한계부착력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ell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ize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단일상피세포크기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en-US" altLang="ko-KR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barenuc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기저핵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hromatin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브랜드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염색질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norm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uc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정상 </a:t>
            </a:r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핵소체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2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mitosis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유사분열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0" name="모서리가 둥근 직사각형 33">
            <a:extLst>
              <a:ext uri="{FF2B5EF4-FFF2-40B4-BE49-F238E27FC236}">
                <a16:creationId xmlns="" xmlns:a16="http://schemas.microsoft.com/office/drawing/2014/main" id="{C4DC3670-409F-45CE-9E3D-94B90DB4ED18}"/>
              </a:ext>
            </a:extLst>
          </p:cNvPr>
          <p:cNvSpPr/>
          <p:nvPr/>
        </p:nvSpPr>
        <p:spPr bwMode="auto">
          <a:xfrm>
            <a:off x="8489978" y="3567493"/>
            <a:ext cx="2430435" cy="2027269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변수간 관련성 분석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종양유형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(class), </a:t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임상시기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(time)</a:t>
            </a:r>
          </a:p>
          <a:p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en-US" altLang="ko-KR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</a:t>
            </a:r>
            <a:r>
              <a:rPr lang="ko-KR" altLang="en-US" sz="1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세포특성 변수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="" xmlns:a16="http://schemas.microsoft.com/office/drawing/2014/main" id="{E1A24D86-6AE8-4396-9197-B27FC61617F5}"/>
              </a:ext>
            </a:extLst>
          </p:cNvPr>
          <p:cNvCxnSpPr>
            <a:cxnSpLocks/>
          </p:cNvCxnSpPr>
          <p:nvPr/>
        </p:nvCxnSpPr>
        <p:spPr bwMode="auto">
          <a:xfrm>
            <a:off x="3287687" y="3679605"/>
            <a:ext cx="1576125" cy="0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직사각형 66">
            <a:extLst>
              <a:ext uri="{FF2B5EF4-FFF2-40B4-BE49-F238E27FC236}">
                <a16:creationId xmlns="" xmlns:a16="http://schemas.microsoft.com/office/drawing/2014/main" id="{AD59A00E-92A9-4127-AD3B-561D504B3C4B}"/>
              </a:ext>
            </a:extLst>
          </p:cNvPr>
          <p:cNvSpPr/>
          <p:nvPr/>
        </p:nvSpPr>
        <p:spPr>
          <a:xfrm>
            <a:off x="3594848" y="4221668"/>
            <a:ext cx="96180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분류예측모델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="" xmlns:a16="http://schemas.microsoft.com/office/drawing/2014/main" id="{10319857-F21A-437A-B0FD-444891B458E3}"/>
              </a:ext>
            </a:extLst>
          </p:cNvPr>
          <p:cNvSpPr/>
          <p:nvPr/>
        </p:nvSpPr>
        <p:spPr>
          <a:xfrm>
            <a:off x="3594848" y="3392996"/>
            <a:ext cx="96180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차이분석모델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="" xmlns:a16="http://schemas.microsoft.com/office/drawing/2014/main" id="{77D20BA4-5375-4DE5-B932-4235901C5979}"/>
              </a:ext>
            </a:extLst>
          </p:cNvPr>
          <p:cNvGrpSpPr/>
          <p:nvPr/>
        </p:nvGrpSpPr>
        <p:grpSpPr>
          <a:xfrm>
            <a:off x="8017295" y="3139221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="" xmlns:a16="http://schemas.microsoft.com/office/drawing/2014/main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="" xmlns:a16="http://schemas.microsoft.com/office/drawing/2014/main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="" xmlns:a16="http://schemas.microsoft.com/office/drawing/2014/main" id="{B9FF32B9-DC7E-4645-AC11-D3AEB51086D3}"/>
              </a:ext>
            </a:extLst>
          </p:cNvPr>
          <p:cNvSpPr/>
          <p:nvPr/>
        </p:nvSpPr>
        <p:spPr>
          <a:xfrm>
            <a:off x="1430385" y="3465584"/>
            <a:ext cx="1203856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class(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종양유형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573F1DE6-E578-4D5B-AD32-EA478CE048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51884" y="4622852"/>
            <a:ext cx="2322683" cy="66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7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연속형 임상조직 세포특성변수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부터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까지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스케일링 처리됨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- 1: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양성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~ 10: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악성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B09BFC9-9AAB-42A4-A7FF-28449741C3A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39416" y="5782672"/>
            <a:ext cx="3024336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7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임상시기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(time)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y89: 89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년도에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임상실험된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샘플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y90: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90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년도에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임상실험된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샘플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y91: 91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년도에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임상실험된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샘플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06545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티블형식으로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'cancer.csv',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데이터셋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분석가설과 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위스콘신 유방암 진단데이터셋</a:t>
            </a:r>
            <a:r>
              <a:rPr lang="en-US" altLang="ko-KR" dirty="0"/>
              <a:t>(cancer.csv)</a:t>
            </a:r>
            <a:r>
              <a:rPr lang="ko-KR" altLang="en-US" dirty="0"/>
              <a:t>파일을 </a:t>
            </a:r>
            <a:r>
              <a:rPr lang="ko-KR" altLang="en-US" dirty="0" err="1"/>
              <a:t>티블객체</a:t>
            </a:r>
            <a:r>
              <a:rPr lang="ko-KR" altLang="en-US" dirty="0"/>
              <a:t> 형식으로 </a:t>
            </a:r>
            <a:r>
              <a:rPr lang="ko-KR" altLang="en-US" dirty="0" err="1"/>
              <a:t>로딩하고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간단하게 데이터  내용과 구조를 탐색함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6AB9CD0-1EB6-4F6E-93E8-82A50A28F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836" y="2287141"/>
            <a:ext cx="5592261" cy="19477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463D5524-97F3-4495-B30A-74AE1568E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998" y="4387568"/>
            <a:ext cx="6025099" cy="21988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32140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규모파악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colSums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median,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중앙값을 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마다 대체입력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function(x)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(is.na(x), yes = median(x, na.rm = TRUE), no = x))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규모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재파악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colSums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처리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변수컬럼별</a:t>
            </a:r>
            <a:r>
              <a:rPr lang="ko-KR" altLang="en-US" dirty="0"/>
              <a:t> </a:t>
            </a:r>
            <a:r>
              <a:rPr lang="ko-KR" altLang="en-US" dirty="0" err="1"/>
              <a:t>결측값</a:t>
            </a:r>
            <a:r>
              <a:rPr lang="ko-KR" altLang="en-US" dirty="0"/>
              <a:t> 보유상태를 파악하고</a:t>
            </a:r>
            <a:r>
              <a:rPr lang="en-US" altLang="ko-KR" dirty="0"/>
              <a:t>, </a:t>
            </a:r>
            <a:r>
              <a:rPr lang="ko-KR" altLang="en-US" dirty="0"/>
              <a:t>중앙값</a:t>
            </a:r>
            <a:r>
              <a:rPr lang="en-US" altLang="ko-KR" dirty="0"/>
              <a:t>(median)</a:t>
            </a:r>
            <a:r>
              <a:rPr lang="ko-KR" altLang="en-US" dirty="0"/>
              <a:t>으로 대체하는 방식으로 전처리를 진행함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558A022F-AED1-48E1-A2F3-5B483AABBF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670"/>
          <a:stretch/>
        </p:blipFill>
        <p:spPr>
          <a:xfrm>
            <a:off x="3251684" y="2835698"/>
            <a:ext cx="7372350" cy="4143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C63EB327-8485-4B36-B672-364AD08364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296" b="51374"/>
          <a:stretch/>
        </p:blipFill>
        <p:spPr>
          <a:xfrm>
            <a:off x="3251684" y="3662675"/>
            <a:ext cx="7372350" cy="4143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2639D297-6363-47C8-AFB7-8F2BC0E2AD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922"/>
          <a:stretch/>
        </p:blipFill>
        <p:spPr>
          <a:xfrm>
            <a:off x="3251684" y="5622889"/>
            <a:ext cx="7372350" cy="4704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5694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82312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 변수인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레이블 반영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c(2, 4),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양성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악성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benign: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양성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malignant: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악성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 변수 빈도수 계산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head(5) %&gt;% 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 변수 비율 계산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sort(decreasing = TRUE)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빈도수와 비율을 데이터프레임으로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*100, 3)))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변수 리코딩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임상실험에 사용한 종양유형</a:t>
            </a:r>
            <a:r>
              <a:rPr lang="en-US" altLang="ko-KR" dirty="0"/>
              <a:t>(class) </a:t>
            </a:r>
            <a:r>
              <a:rPr lang="ko-KR" altLang="en-US" dirty="0"/>
              <a:t>변수에 대해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양성</a:t>
            </a:r>
            <a:r>
              <a:rPr lang="en-US" altLang="ko-KR" dirty="0"/>
              <a:t>(benign)</a:t>
            </a:r>
            <a:r>
              <a:rPr lang="ko-KR" altLang="en-US" dirty="0"/>
              <a:t>과 악성</a:t>
            </a:r>
            <a:r>
              <a:rPr lang="en-US" altLang="ko-KR" dirty="0"/>
              <a:t>(malignant) </a:t>
            </a:r>
            <a:r>
              <a:rPr lang="ko-KR" altLang="en-US" dirty="0"/>
              <a:t>레이블 표시를 붙이기 위해 변수 리코딩을 실시함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7A1874C5-3697-450C-93AF-0EEA03F0D794}"/>
              </a:ext>
            </a:extLst>
          </p:cNvPr>
          <p:cNvSpPr/>
          <p:nvPr/>
        </p:nvSpPr>
        <p:spPr>
          <a:xfrm>
            <a:off x="6600055" y="2176936"/>
            <a:ext cx="460851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'class(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759815E4-F6C6-4B01-9101-97D6AD22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419" y="2260662"/>
            <a:ext cx="3600450" cy="1133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DBD53CC2-40D8-4983-A909-E56D07FD0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544" y="4581128"/>
            <a:ext cx="695325" cy="333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10F3B521-7496-4F9B-A348-70F7F745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219" y="5445224"/>
            <a:ext cx="1390650" cy="304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AC883EA7-F996-4679-A89D-A21E5CA5D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394" y="5960132"/>
            <a:ext cx="1133475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A9466500-12EC-4F29-B765-344D2982EA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092" y="3412021"/>
            <a:ext cx="2609850" cy="742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0F255EE-DAE6-4F9A-A31C-E8FB23A1F1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4092" y="4366769"/>
            <a:ext cx="3381375" cy="22170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95838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95902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개씩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stats::aggregate()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na.rm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trim = 0.05)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na.rm = TRUE, trim = 0.05)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따른 임상조직 세포특성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1:1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aggregate(unisize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aggregate(adhesion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aggregate(chromatin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aggregate(mitosis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</a:t>
            </a:r>
            <a:r>
              <a:rPr lang="en-US" altLang="ko-KR" dirty="0"/>
              <a:t>(class)</a:t>
            </a:r>
            <a:r>
              <a:rPr lang="ko-KR" altLang="en-US" dirty="0"/>
              <a:t>에 따른 임상조직 세포특성차이 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양성</a:t>
            </a:r>
            <a:r>
              <a:rPr lang="en-US" altLang="ko-KR" dirty="0"/>
              <a:t>(benign)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악성</a:t>
            </a:r>
            <a:r>
              <a:rPr lang="en-US" altLang="ko-KR" dirty="0"/>
              <a:t>(malignant) </a:t>
            </a:r>
            <a:r>
              <a:rPr lang="ko-KR" altLang="en-US" dirty="0"/>
              <a:t>유형에 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변수인 임상조직 세포특성에 차이가 있는지 요약집계</a:t>
            </a:r>
            <a:r>
              <a:rPr lang="en-US" altLang="ko-KR" dirty="0"/>
              <a:t>(aggregate) </a:t>
            </a:r>
            <a:r>
              <a:rPr lang="ko-KR" altLang="en-US" dirty="0"/>
              <a:t>분석을 </a:t>
            </a:r>
            <a:r>
              <a:rPr lang="en-US" altLang="ko-KR" dirty="0"/>
              <a:t>1:1</a:t>
            </a:r>
            <a:r>
              <a:rPr lang="ko-KR" altLang="en-US" dirty="0"/>
              <a:t>로 실시함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86D6859-C365-499A-A107-38650932D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88" y="4041068"/>
            <a:ext cx="438150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AD574369-F1E7-49FD-9780-2D457CA8CEB5}"/>
              </a:ext>
            </a:extLst>
          </p:cNvPr>
          <p:cNvSpPr/>
          <p:nvPr/>
        </p:nvSpPr>
        <p:spPr>
          <a:xfrm>
            <a:off x="5673478" y="2176936"/>
            <a:ext cx="510304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for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반복구문을 이용한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1:1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자동화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 2:9) {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aggregate(x = list(my[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by =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FUN = mean)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cat('\n')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9F077E94-3B10-4A7A-984A-B6A91604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364" y="2268277"/>
            <a:ext cx="1314450" cy="4348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1B1604A1-F50A-47BC-9811-7252EC9AE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875" y="2636912"/>
            <a:ext cx="35623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26595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39869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이상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stats::aggregate()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my, mean, na.rm = TRUE, trim = 0.05)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종양유형에 따른 임상조직 세포특성변수 다중차이 분석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양성</a:t>
            </a:r>
            <a:r>
              <a:rPr lang="en-US" altLang="ko-KR" dirty="0"/>
              <a:t>(benign)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악성</a:t>
            </a:r>
            <a:r>
              <a:rPr lang="en-US" altLang="ko-KR" dirty="0"/>
              <a:t>(malignant) </a:t>
            </a:r>
            <a:r>
              <a:rPr lang="ko-KR" altLang="en-US" dirty="0"/>
              <a:t>유형에 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변수인 임상조직 세포특성에 차이가 있는지 요약집계</a:t>
            </a:r>
            <a:r>
              <a:rPr lang="en-US" altLang="ko-KR" dirty="0"/>
              <a:t>(aggregate) </a:t>
            </a:r>
            <a:r>
              <a:rPr lang="ko-KR" altLang="en-US" dirty="0"/>
              <a:t>분석을 다중으로 실시함</a:t>
            </a:r>
          </a:p>
        </p:txBody>
      </p:sp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0F4D5D27-E96F-4BAF-B48E-E3855393DB2D}"/>
              </a:ext>
            </a:extLst>
          </p:cNvPr>
          <p:cNvSpPr/>
          <p:nvPr/>
        </p:nvSpPr>
        <p:spPr>
          <a:xfrm>
            <a:off x="4763852" y="2176936"/>
            <a:ext cx="651672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(unisize,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thick)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(thick, unisize,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adhesion,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chromatin,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mitosis)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5A8B04AE-95E2-4072-9FCF-B6DBA7C706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9933"/>
          <a:stretch/>
        </p:blipFill>
        <p:spPr>
          <a:xfrm>
            <a:off x="839416" y="3645024"/>
            <a:ext cx="3248025" cy="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543FD40A-535A-4A6F-BBA2-FE3D001A9A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934"/>
          <a:stretch/>
        </p:blipFill>
        <p:spPr>
          <a:xfrm>
            <a:off x="839416" y="5049180"/>
            <a:ext cx="3248025" cy="7200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9D33C3A7-A9AA-4B21-9199-34CC204035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0013"/>
          <a:stretch/>
        </p:blipFill>
        <p:spPr>
          <a:xfrm>
            <a:off x="4950401" y="2627027"/>
            <a:ext cx="6143625" cy="5751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784067EE-AA3B-40AA-BFCC-6CAF092DC8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584"/>
          <a:stretch/>
        </p:blipFill>
        <p:spPr>
          <a:xfrm>
            <a:off x="4950401" y="4509120"/>
            <a:ext cx="6143625" cy="854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8085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28306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개씩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중심성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변동성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대칭성 등 기술통계함수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psych::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describeBy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describeBy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my[2:10], group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describeBy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my[2:10], group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mat = TRUE)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요약집계 패키지 사용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를 요약집계 기준변수로 설정하고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연속형 변수인 임상조직 세포특성 변수들에 대한 </a:t>
            </a:r>
            <a:r>
              <a:rPr lang="en-US" altLang="ko-KR" dirty="0"/>
              <a:t> </a:t>
            </a:r>
            <a:r>
              <a:rPr lang="ko-KR" altLang="en-US" dirty="0"/>
              <a:t>다양한 </a:t>
            </a:r>
            <a:r>
              <a:rPr lang="ko-KR" altLang="en-US" dirty="0" err="1"/>
              <a:t>기술통계량을</a:t>
            </a:r>
            <a:r>
              <a:rPr lang="ko-KR" altLang="en-US" dirty="0"/>
              <a:t> 요약집계 전용패키지를 이용해  처리 할 수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F5665E8-DC86-40D5-9F0E-DFAD4EAA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4194585"/>
            <a:ext cx="35623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FAE355B7-2C65-4A4A-A8EC-AC7668A0A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32" y="2627723"/>
            <a:ext cx="5543550" cy="3714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73012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34695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표준편차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summarize()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mean(thick),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먼저 필터링하고 연산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filter(!is.na(thick))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mean(thick),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(thick))</a:t>
            </a:r>
          </a:p>
        </p:txBody>
      </p:sp>
      <p:sp>
        <p:nvSpPr>
          <p:cNvPr id="8" name="사각형: 둥근 모서리 76">
            <a:extLst>
              <a:ext uri="{FF2B5EF4-FFF2-40B4-BE49-F238E27FC236}">
                <a16:creationId xmlns="" xmlns:a16="http://schemas.microsoft.com/office/drawing/2014/main" id="{889BC33B-5DA5-4CC5-A4F6-7F49148E3135}"/>
              </a:ext>
            </a:extLst>
          </p:cNvPr>
          <p:cNvSpPr/>
          <p:nvPr/>
        </p:nvSpPr>
        <p:spPr>
          <a:xfrm>
            <a:off x="5015881" y="2176936"/>
            <a:ext cx="608467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 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설정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mean(thick),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unisize_avg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mean(unisize),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unisize_std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(unisize))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 특성변수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여러 개 설정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::select(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thick:mitosis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summarise_all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요약집계 패키지 사용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를 요약집계 기준변수로 설정하고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연속형 변수인 임상조직 세포특성 변수들에 대한 </a:t>
            </a:r>
            <a:r>
              <a:rPr lang="en-US" altLang="ko-KR" dirty="0"/>
              <a:t> </a:t>
            </a:r>
            <a:r>
              <a:rPr lang="ko-KR" altLang="en-US" dirty="0"/>
              <a:t>다양한 </a:t>
            </a:r>
            <a:r>
              <a:rPr lang="ko-KR" altLang="en-US" dirty="0" err="1"/>
              <a:t>기술통계량을</a:t>
            </a:r>
            <a:r>
              <a:rPr lang="ko-KR" altLang="en-US" dirty="0"/>
              <a:t> 요약집계 전용패키지를 이용해  처리 할 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1F192525-03D2-48D4-9C76-69D59D552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613" y="3068960"/>
            <a:ext cx="51149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70C6E9FF-6D80-4775-961D-7E324CF66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613" y="5134406"/>
            <a:ext cx="5695950" cy="1000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9C1D5050-F0B5-4404-993E-2C8FAB403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4" y="5373216"/>
            <a:ext cx="304800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21744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122372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thick,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unisize,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p4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adhesion,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p5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p6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p7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chromatin,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p8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p9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mitosis,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멀티캔버스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p4, p5, p6, p7, p8, p9,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3)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종양유형에 따른 임상조직 세포특성차이 시각화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양성</a:t>
            </a:r>
            <a:r>
              <a:rPr lang="en-US" altLang="ko-KR" dirty="0"/>
              <a:t>(benign)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악성</a:t>
            </a:r>
            <a:r>
              <a:rPr lang="en-US" altLang="ko-KR" dirty="0"/>
              <a:t>(malignant) </a:t>
            </a:r>
            <a:r>
              <a:rPr lang="ko-KR" altLang="en-US" dirty="0"/>
              <a:t>유형에 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변수인 임상조직 세포특성에 차이가 있는지 시각적으로 분석함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31CBAFE5-FECD-4DFC-96E8-68DBEB7C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110" y="2306381"/>
            <a:ext cx="620077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754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03514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caret::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featurePlot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("caret")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library(caret)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featurePlot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my[ , c(2:10)], y =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plot = "box",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scales = list(y = list(relation="free"),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x = list(rot = 90)),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layout = c(3, 3))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featurePlot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my[ , c(2:10)], y =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plot = "density",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scales = list(x = list(relation="free"),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y = list(relation="free")),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adjust = 1.5,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pch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"|",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layout = c(3, 3),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auto.key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list(columns = 2))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상단범례표시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종양유형에 따른 임상조직 세포특성차이 시각화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양성</a:t>
            </a:r>
            <a:r>
              <a:rPr lang="en-US" altLang="ko-KR" dirty="0"/>
              <a:t>(benign)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악성</a:t>
            </a:r>
            <a:r>
              <a:rPr lang="en-US" altLang="ko-KR" dirty="0"/>
              <a:t>(malignant) </a:t>
            </a:r>
            <a:r>
              <a:rPr lang="ko-KR" altLang="en-US" dirty="0"/>
              <a:t>유형에 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변수인 임상조직 세포특성에 차이가 있는지 시각적으로 분석함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11C3F9A1-8413-4D6A-A3B4-E342CBC61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76" y="2883979"/>
            <a:ext cx="35623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5FB3611B-9935-4BB5-AE16-0E704880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732" y="4476848"/>
            <a:ext cx="4577321" cy="21783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710006D0-0551-4388-8B3C-2F5949AE0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283" y="2260396"/>
            <a:ext cx="4591558" cy="21071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6771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394199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유방암진단 임상실험 샘플 수집시기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(UCI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코딩북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1: 367 instances (January 1989)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2: 70 instances (October 1989)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3: 31 instances (February 1990)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4: 17 instances (April 1990)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5: 48 instances (August 1990)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6: 49 instances (Updated January 1991)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7: 31 instances (June 1991)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Group 8: 86 instances (November 1991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수집시기별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샘플수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산정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n1989 &lt;- c(367, 70) %&gt;% sum %&gt;% print</a:t>
            </a: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n1990 &lt;- c(31, 17, 48) %&gt;% sum %&gt;% print</a:t>
            </a: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n1991 &lt;- c(49, 31, 86) %&gt;% sum %&gt;% print</a:t>
            </a:r>
          </a:p>
          <a:p>
            <a:pPr>
              <a:lnSpc>
                <a:spcPct val="110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 &lt;- c(n1989, n1990, n1991) %&gt;% sum %&gt;% print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진단데이터 수집시기에 따른 파생변수 만들기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위스콘신 유방암 진단데이터는 </a:t>
            </a:r>
            <a:r>
              <a:rPr lang="en-US" altLang="ko-KR" dirty="0"/>
              <a:t>3</a:t>
            </a:r>
            <a:r>
              <a:rPr lang="ko-KR" altLang="en-US" dirty="0"/>
              <a:t>개년에 걸쳐서 임상실험한 샘플을 지속적을 업데이트해서 만든 것으로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수집시기에 따라 암세포 특성에 차이가 있을 수 있다는 가정하에 파생변수로 생성함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17731C8D-23B2-4477-A85B-0D984EB8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1" y="5301208"/>
            <a:ext cx="346710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8524A3AF-8AE8-4E64-9845-DDD673728AA9}"/>
              </a:ext>
            </a:extLst>
          </p:cNvPr>
          <p:cNvSpPr/>
          <p:nvPr/>
        </p:nvSpPr>
        <p:spPr>
          <a:xfrm>
            <a:off x="4583830" y="2176936"/>
            <a:ext cx="662473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rep()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수집시기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파생변수 데이터 생성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rep(c(1, 2, 3), c(n1989, n1990, n1991))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수집시기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 기술통계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파생변수 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2, 3),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c('y89', 'y90', 'y91'))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파생변수 기술통계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임상실험 샘플 수집시기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81A3447B-B6D0-4BED-83DE-1C36B735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3212976"/>
            <a:ext cx="3629025" cy="1171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375FBD40-8D12-47F3-91C4-EBEDA017A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510" y="3210478"/>
            <a:ext cx="2268129" cy="25051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DCB7CB1C-D11B-4892-AA94-190A0F570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264" y="5783240"/>
            <a:ext cx="2619375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4742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373489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임상시기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 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개씩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stats::aggregate()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종양유형과 임상시기에 따른 임상조직 세포특성차이 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과 임상시기</a:t>
            </a:r>
            <a:r>
              <a:rPr lang="en-US" altLang="ko-KR" dirty="0"/>
              <a:t>(time)</a:t>
            </a:r>
            <a:r>
              <a:rPr lang="ko-KR" altLang="en-US" dirty="0"/>
              <a:t>에 따라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변수인 임상조직 세포특성에 차이가 있는지 요약집계</a:t>
            </a:r>
            <a:r>
              <a:rPr lang="en-US" altLang="ko-KR" dirty="0"/>
              <a:t>(aggregate) </a:t>
            </a:r>
            <a:r>
              <a:rPr lang="ko-KR" altLang="en-US" dirty="0"/>
              <a:t>분석을 </a:t>
            </a:r>
            <a:r>
              <a:rPr lang="en-US" altLang="ko-KR" dirty="0"/>
              <a:t>1:1</a:t>
            </a:r>
            <a:r>
              <a:rPr lang="ko-KR" altLang="en-US" dirty="0"/>
              <a:t>로 실시함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4285852B-53FF-4122-9F34-D3B92A95D550}"/>
              </a:ext>
            </a:extLst>
          </p:cNvPr>
          <p:cNvSpPr/>
          <p:nvPr/>
        </p:nvSpPr>
        <p:spPr>
          <a:xfrm>
            <a:off x="4466294" y="2176936"/>
            <a:ext cx="64541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na.rm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trim = 0.05)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aggregate(thick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mean, na.rm = TRUE, trim = 0.05)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aggregate(unisize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aggregate(adhesion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aggregate(chromatin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aggregate(mitosis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for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반복구문을 이용한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1:1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자동화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in 2:10) {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aggregate(x = list(my[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by =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FUN = mean)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cat('\n')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83FCB00B-BF3B-4B2A-860D-F685A56955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809"/>
          <a:stretch/>
        </p:blipFill>
        <p:spPr>
          <a:xfrm>
            <a:off x="731404" y="3731992"/>
            <a:ext cx="3181350" cy="11521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5BEA28EA-0ED4-4010-9294-5CFF5CD729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810"/>
          <a:stretch/>
        </p:blipFill>
        <p:spPr>
          <a:xfrm>
            <a:off x="731404" y="5274558"/>
            <a:ext cx="3181350" cy="11521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C031DFF2-1BA9-47FD-A868-8A2D4D9BE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48" y="5631083"/>
            <a:ext cx="1847850" cy="1000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D7835EA5-9E40-495D-8427-CD9E27EEF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248" y="4348912"/>
            <a:ext cx="19335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3519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종양유형과 임상시기에 따른 임상조직 세포특성차이 다중분석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과 임상시기</a:t>
            </a:r>
            <a:r>
              <a:rPr lang="en-US" altLang="ko-KR" dirty="0"/>
              <a:t>(time)</a:t>
            </a:r>
            <a:r>
              <a:rPr lang="ko-KR" altLang="en-US" dirty="0"/>
              <a:t>에 따라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변수인 임상조직 세포특성에 차이가 있는지 요약집계</a:t>
            </a:r>
            <a:r>
              <a:rPr lang="en-US" altLang="ko-KR" dirty="0"/>
              <a:t>(aggregate) </a:t>
            </a:r>
            <a:r>
              <a:rPr lang="ko-KR" altLang="en-US" dirty="0"/>
              <a:t>분석을 다중으로 실시함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="" xmlns:a16="http://schemas.microsoft.com/office/drawing/2014/main" id="{4CC24217-FC19-41D9-AC33-34E89127C919}"/>
              </a:ext>
            </a:extLst>
          </p:cNvPr>
          <p:cNvSpPr/>
          <p:nvPr/>
        </p:nvSpPr>
        <p:spPr>
          <a:xfrm>
            <a:off x="524905" y="2176936"/>
            <a:ext cx="459898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임상시기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 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이상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stats::aggregate()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my, mean, na.rm = TRUE, trim = 0.05)</a:t>
            </a:r>
          </a:p>
        </p:txBody>
      </p:sp>
      <p:sp>
        <p:nvSpPr>
          <p:cNvPr id="12" name="사각형: 둥근 모서리 76">
            <a:extLst>
              <a:ext uri="{FF2B5EF4-FFF2-40B4-BE49-F238E27FC236}">
                <a16:creationId xmlns="" xmlns:a16="http://schemas.microsoft.com/office/drawing/2014/main" id="{1A722D61-4C71-451E-BC0B-05164A5FCC12}"/>
              </a:ext>
            </a:extLst>
          </p:cNvPr>
          <p:cNvSpPr/>
          <p:nvPr/>
        </p:nvSpPr>
        <p:spPr>
          <a:xfrm>
            <a:off x="5238855" y="2176936"/>
            <a:ext cx="618573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(unisize,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thick)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aggregate(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(thick, unisize,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adhesion,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chromatin,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mitosis)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my, mean)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="" xmlns:a16="http://schemas.microsoft.com/office/drawing/2014/main" id="{6A05DB2B-E19A-4894-AEC4-5B549EB94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639868" y="5301208"/>
            <a:ext cx="3695700" cy="1281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6AA6C6D5-F6B7-499B-A05C-CB2E5AA7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916" y="2467700"/>
            <a:ext cx="4933950" cy="1133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1EE24AB-C026-47E3-A710-210867F89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916" y="4473116"/>
            <a:ext cx="6629400" cy="1419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6BFFC900-7DD0-4426-9BB5-DB36D89F0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68" y="3636668"/>
            <a:ext cx="4352925" cy="1133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938706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70699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임상시기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 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개씩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중심성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변동성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대칭성 등 기술통계함수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psych::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describeBy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describeBy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my[2:10],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group =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digits = 3)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describeBy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my[2:10],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group =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digits = 3, mat = TRUE)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요약집계 패키지 사용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과 임상시기</a:t>
            </a:r>
            <a:r>
              <a:rPr lang="en-US" altLang="ko-KR" dirty="0"/>
              <a:t>(time)</a:t>
            </a:r>
            <a:r>
              <a:rPr lang="ko-KR" altLang="en-US" dirty="0"/>
              <a:t>을 요약집계 기준변수로 설정하고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연속형 변수인 임상조직 세포특성 변수들에 대한 </a:t>
            </a:r>
            <a:r>
              <a:rPr lang="en-US" altLang="ko-KR" dirty="0"/>
              <a:t> </a:t>
            </a:r>
            <a:r>
              <a:rPr lang="ko-KR" altLang="en-US" dirty="0"/>
              <a:t>다양한 </a:t>
            </a:r>
            <a:r>
              <a:rPr lang="ko-KR" altLang="en-US" dirty="0" err="1"/>
              <a:t>기술통계량을</a:t>
            </a:r>
            <a:r>
              <a:rPr lang="ko-KR" altLang="en-US" dirty="0"/>
              <a:t> 요약집계 전용패키지를 이용해  처리 할 수 있음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AC60D96A-66CF-4EA6-925E-326782265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3293196"/>
            <a:ext cx="19335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8E7F0BD8-1FAC-472A-BC8E-46BD68909C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380"/>
          <a:stretch/>
        </p:blipFill>
        <p:spPr>
          <a:xfrm>
            <a:off x="5339916" y="2176936"/>
            <a:ext cx="4284476" cy="44332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70676A16-CFE7-4C3F-B7FF-6FF31498B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161" y="2572954"/>
            <a:ext cx="4130934" cy="41168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44728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23894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기준변수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종양유형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(class),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임상시기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(time) 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설정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통계함수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표준편차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summarize()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이용 요약집계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mean(thick),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먼저 필터링하고 연산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filter(!is.na(thick))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mean(thick),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(thick))</a:t>
            </a:r>
          </a:p>
        </p:txBody>
      </p:sp>
      <p:sp>
        <p:nvSpPr>
          <p:cNvPr id="8" name="사각형: 둥근 모서리 76">
            <a:extLst>
              <a:ext uri="{FF2B5EF4-FFF2-40B4-BE49-F238E27FC236}">
                <a16:creationId xmlns="" xmlns:a16="http://schemas.microsoft.com/office/drawing/2014/main" id="{889BC33B-5DA5-4CC5-A4F6-7F49148E3135}"/>
              </a:ext>
            </a:extLst>
          </p:cNvPr>
          <p:cNvSpPr/>
          <p:nvPr/>
        </p:nvSpPr>
        <p:spPr>
          <a:xfrm>
            <a:off x="4956130" y="2176936"/>
            <a:ext cx="639645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설정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mean(thick),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(thick),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unisize_avg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mean(unisize),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unisize_std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(unisize))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암세포특성변수 여러 개 설정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::select(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thick:mitosis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summarise_all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(mean)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요약집계 패키지 사용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과 임상시기</a:t>
            </a:r>
            <a:r>
              <a:rPr lang="en-US" altLang="ko-KR" dirty="0"/>
              <a:t>(time)</a:t>
            </a:r>
            <a:r>
              <a:rPr lang="ko-KR" altLang="en-US" dirty="0"/>
              <a:t>을 요약집계 기준변수로 설정하고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연속형 변수인 임상조직 세포특성 변수들에 대한 </a:t>
            </a:r>
            <a:r>
              <a:rPr lang="en-US" altLang="ko-KR" dirty="0"/>
              <a:t> </a:t>
            </a:r>
            <a:r>
              <a:rPr lang="ko-KR" altLang="en-US" dirty="0"/>
              <a:t>다양한 </a:t>
            </a:r>
            <a:r>
              <a:rPr lang="ko-KR" altLang="en-US" dirty="0" err="1"/>
              <a:t>기술통계량을</a:t>
            </a:r>
            <a:r>
              <a:rPr lang="ko-KR" altLang="en-US" dirty="0"/>
              <a:t> 요약집계 전용패키지를 이용해  처리 할 수 있음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39BB72FA-3150-4153-9B85-C86324CB4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251"/>
          <a:stretch/>
        </p:blipFill>
        <p:spPr>
          <a:xfrm>
            <a:off x="717184" y="5229200"/>
            <a:ext cx="3048000" cy="14292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D7A1DE98-47EA-4D69-9BF9-887F5C197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943" y="3017469"/>
            <a:ext cx="4076700" cy="1438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BA97E4C6-6162-4D21-9079-5C2058808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943" y="5229200"/>
            <a:ext cx="6143625" cy="1438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073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122372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thick,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unisize,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unishape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p4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adhesion,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p5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cellsize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p6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p7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chromatin,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p8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normnuc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p9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mitosis,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time_c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geom_boxplot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멀티캔버스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p4, p5, p6, p7, p8, p9,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3)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종양유형과</a:t>
            </a:r>
            <a:r>
              <a:rPr lang="en-US" altLang="ko-KR" dirty="0"/>
              <a:t> </a:t>
            </a:r>
            <a:r>
              <a:rPr lang="ko-KR" altLang="en-US" dirty="0"/>
              <a:t>임상시기에 따른 임상조직 세포특성차이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과 임상시기</a:t>
            </a:r>
            <a:r>
              <a:rPr lang="en-US" altLang="ko-KR" dirty="0"/>
              <a:t>(time)</a:t>
            </a:r>
            <a:r>
              <a:rPr lang="ko-KR" altLang="en-US" dirty="0"/>
              <a:t>에 따라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연속형 변수인 임상조직 세포특성에 차이가 있는지 시각적으로 분석함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675FDD02-3363-4C7A-BB6C-1FF6BB133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733" y="2291716"/>
            <a:ext cx="4921362" cy="424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21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672322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 &lt;- list(1:2, 3:5, 6:8, 9:10)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 &lt;- list('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num,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check)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빈도수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thick_c_freq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위험위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순서가 고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 순서라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해석어려움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리코딩을 위험수준별 순서대로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levels = c(1:2, 3:5, 6:8, 9:10),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labels = c('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빈도수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위험의 순서가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저위험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중위험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고위험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정밀진단 순으로 나와서 해석하기 용이함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변수의 구간화를 통한 파생변수 만들기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유방암 관련 세포특성변수들이 </a:t>
            </a:r>
            <a:r>
              <a:rPr lang="en-US" altLang="ko-KR" dirty="0"/>
              <a:t>1</a:t>
            </a:r>
            <a:r>
              <a:rPr lang="ko-KR" altLang="en-US" dirty="0"/>
              <a:t>점</a:t>
            </a:r>
            <a:r>
              <a:rPr lang="en-US" altLang="ko-KR" dirty="0"/>
              <a:t>~10</a:t>
            </a:r>
            <a:r>
              <a:rPr lang="ko-KR" altLang="en-US" dirty="0"/>
              <a:t>점까지 </a:t>
            </a:r>
            <a:r>
              <a:rPr lang="ko-KR" altLang="en-US" dirty="0" err="1"/>
              <a:t>등간척도로</a:t>
            </a:r>
            <a:r>
              <a:rPr lang="ko-KR" altLang="en-US" dirty="0"/>
              <a:t> 측정되어 있는 자료이므로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일정 범위로 묶어서 새로운 파생변수를 만들어 낼 수 있음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8EFC64A7-0024-42F9-B455-28227D7AE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65" y="3856423"/>
            <a:ext cx="3076575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사각형: 둥근 모서리 76">
            <a:extLst>
              <a:ext uri="{FF2B5EF4-FFF2-40B4-BE49-F238E27FC236}">
                <a16:creationId xmlns="" xmlns:a16="http://schemas.microsoft.com/office/drawing/2014/main" id="{4CFFC369-9B75-4CE5-8441-CD737FD20AB4}"/>
              </a:ext>
            </a:extLst>
          </p:cNvPr>
          <p:cNvSpPr/>
          <p:nvPr/>
        </p:nvSpPr>
        <p:spPr>
          <a:xfrm>
            <a:off x="7402387" y="2176936"/>
            <a:ext cx="445425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'thick(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덩어리두께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3B401F57-76DA-494A-A421-31C9EB395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65" y="6047198"/>
            <a:ext cx="3076575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84D68CF1-FFE9-48D8-858F-B981D53CE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164" y="3021031"/>
            <a:ext cx="4010025" cy="1276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2EC07F15-66D5-4E1F-8346-D964C76ED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64" y="4398323"/>
            <a:ext cx="3297160" cy="21962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88306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31906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xtabs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1:1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교차분석 작업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data = my)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* 100, 1) %&gt;% print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class_thick_pect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(2)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종양유형과 임상시기에 따른 임상조직 세포특성차이 교차분석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양성</a:t>
            </a:r>
            <a:r>
              <a:rPr lang="en-US" altLang="ko-KR" dirty="0"/>
              <a:t>(benign)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악성</a:t>
            </a:r>
            <a:r>
              <a:rPr lang="en-US" altLang="ko-KR" dirty="0"/>
              <a:t>(malignant) </a:t>
            </a:r>
            <a:r>
              <a:rPr lang="ko-KR" altLang="en-US" dirty="0"/>
              <a:t>유형에 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범주형 파생변수인 임상조직 세포특성 수준</a:t>
            </a:r>
            <a:r>
              <a:rPr lang="en-US" altLang="ko-KR" dirty="0"/>
              <a:t>(</a:t>
            </a:r>
            <a:r>
              <a:rPr lang="ko-KR" altLang="en-US" dirty="0"/>
              <a:t>저</a:t>
            </a:r>
            <a:r>
              <a:rPr lang="en-US" altLang="ko-KR" dirty="0"/>
              <a:t>-</a:t>
            </a:r>
            <a:r>
              <a:rPr lang="ko-KR" altLang="en-US" dirty="0"/>
              <a:t>중</a:t>
            </a:r>
            <a:r>
              <a:rPr lang="en-US" altLang="ko-KR" dirty="0"/>
              <a:t>-</a:t>
            </a:r>
            <a:r>
              <a:rPr lang="ko-KR" altLang="en-US" dirty="0"/>
              <a:t>고위험</a:t>
            </a:r>
            <a:r>
              <a:rPr lang="en-US" altLang="ko-KR" dirty="0"/>
              <a:t>-</a:t>
            </a:r>
            <a:r>
              <a:rPr lang="ko-KR" altLang="en-US" dirty="0"/>
              <a:t>정밀진단</a:t>
            </a:r>
            <a:r>
              <a:rPr lang="en-US" altLang="ko-KR" dirty="0"/>
              <a:t>)</a:t>
            </a:r>
            <a:r>
              <a:rPr lang="ko-KR" altLang="en-US" dirty="0"/>
              <a:t>에 차이가 있는지 교차분석을 실시함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A4C88D5E-094E-484E-940F-C86691BF3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852936"/>
            <a:ext cx="2819400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A1358A6D-2155-4BD7-93EC-F20F2CFCB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4257092"/>
            <a:ext cx="4219575" cy="704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973F531A-721C-4A9D-84C1-4CDAFA7CB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5697252"/>
            <a:ext cx="2943225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사각형: 둥근 모서리 76">
            <a:extLst>
              <a:ext uri="{FF2B5EF4-FFF2-40B4-BE49-F238E27FC236}">
                <a16:creationId xmlns="" xmlns:a16="http://schemas.microsoft.com/office/drawing/2014/main" id="{3AE13F2A-B130-4022-99B8-E6FAF5215160}"/>
              </a:ext>
            </a:extLst>
          </p:cNvPr>
          <p:cNvSpPr/>
          <p:nvPr/>
        </p:nvSpPr>
        <p:spPr>
          <a:xfrm>
            <a:off x="6059996" y="2176936"/>
            <a:ext cx="486041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CGPfunctions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PlotXTabs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시각화</a:t>
            </a: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CGPfunctions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CGPfunctions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'stack')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'side')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PlotXTabs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'percent')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5FEEAF01-94F6-458E-A8FA-A34E5C401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16" y="2950074"/>
            <a:ext cx="3780420" cy="10909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C70A8504-6163-4E6B-A97F-5882A0D80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016" y="4221088"/>
            <a:ext cx="3788877" cy="10909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A7DD8BBD-297E-4927-B217-31F4D7C85E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0016" y="5510365"/>
            <a:ext cx="3763505" cy="10909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1373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position = 'dodge')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(position = 'fill')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p4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p5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position = 'dodge')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p6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thick_f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(position = 'fill')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p4, p5, p6,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3)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종양유형과 임상시기에 따른 임상조직 세포특성차이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종양유형</a:t>
            </a:r>
            <a:r>
              <a:rPr lang="en-US" altLang="ko-KR" dirty="0"/>
              <a:t>(class)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양성</a:t>
            </a:r>
            <a:r>
              <a:rPr lang="en-US" altLang="ko-KR" dirty="0"/>
              <a:t>(benign)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악성</a:t>
            </a:r>
            <a:r>
              <a:rPr lang="en-US" altLang="ko-KR" dirty="0"/>
              <a:t>(malignant) </a:t>
            </a:r>
            <a:r>
              <a:rPr lang="ko-KR" altLang="en-US" dirty="0"/>
              <a:t>유형에 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범주형 파생변수인 임상조직 세포특성 수준</a:t>
            </a:r>
            <a:r>
              <a:rPr lang="en-US" altLang="ko-KR" dirty="0"/>
              <a:t>(</a:t>
            </a:r>
            <a:r>
              <a:rPr lang="ko-KR" altLang="en-US" dirty="0"/>
              <a:t>저</a:t>
            </a:r>
            <a:r>
              <a:rPr lang="en-US" altLang="ko-KR" dirty="0"/>
              <a:t>-</a:t>
            </a:r>
            <a:r>
              <a:rPr lang="ko-KR" altLang="en-US" dirty="0"/>
              <a:t>중</a:t>
            </a:r>
            <a:r>
              <a:rPr lang="en-US" altLang="ko-KR" dirty="0"/>
              <a:t>-</a:t>
            </a:r>
            <a:r>
              <a:rPr lang="ko-KR" altLang="en-US" dirty="0"/>
              <a:t>고위험</a:t>
            </a:r>
            <a:r>
              <a:rPr lang="en-US" altLang="ko-KR" dirty="0"/>
              <a:t>-</a:t>
            </a:r>
            <a:r>
              <a:rPr lang="ko-KR" altLang="en-US" dirty="0"/>
              <a:t>정밀진단</a:t>
            </a:r>
            <a:r>
              <a:rPr lang="en-US" altLang="ko-KR" dirty="0"/>
              <a:t>)</a:t>
            </a:r>
            <a:r>
              <a:rPr lang="ko-KR" altLang="en-US" dirty="0"/>
              <a:t>에 차이가 있는지 시각화 분석을 실시함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E311145C-25A5-413E-93D1-CFD90B66F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912" y="2276474"/>
            <a:ext cx="5436604" cy="43208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57423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28659</TotalTime>
  <Words>5730</Words>
  <Application>Microsoft Office PowerPoint</Application>
  <PresentationFormat>와이드스크린</PresentationFormat>
  <Paragraphs>1115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62" baseType="lpstr">
      <vt:lpstr>나눔바른고딕</vt:lpstr>
      <vt:lpstr>Arial</vt:lpstr>
      <vt:lpstr>맑은 고딕</vt:lpstr>
      <vt:lpstr>D2Coding</vt:lpstr>
      <vt:lpstr>Monotype Sorts</vt:lpstr>
      <vt:lpstr>스웨거 TTF</vt:lpstr>
      <vt:lpstr>Webdings</vt:lpstr>
      <vt:lpstr>Impact</vt:lpstr>
      <vt:lpstr>나눔스퀘어 Bold</vt:lpstr>
      <vt:lpstr>Office 테마</vt:lpstr>
      <vt:lpstr>PowerPoint 프레젠테이션</vt:lpstr>
      <vt:lpstr>PowerPoint 프레젠테이션</vt:lpstr>
      <vt:lpstr>PowerPoint 프레젠테이션</vt:lpstr>
      <vt:lpstr>위스콘신 유방암 진단데이터 분석모델 설정</vt:lpstr>
      <vt:lpstr>인터넷상의 데이터셋 파일 로딩하기(1/2)</vt:lpstr>
      <vt:lpstr>인터넷상의 데이터셋 파일 로딩하기(1/2)</vt:lpstr>
      <vt:lpstr>인터넷상의 데이터셋 파일 로딩하기(2/2)</vt:lpstr>
      <vt:lpstr>데이터셋 기본정보설정과 기본탐색</vt:lpstr>
      <vt:lpstr>데이터셋 기술통계 분석(1/2)</vt:lpstr>
      <vt:lpstr>데이터셋 기술통계 분석(2/2)</vt:lpstr>
      <vt:lpstr>전체변수간 산점도 매트릭스</vt:lpstr>
      <vt:lpstr>전체변수간 상관관계 매트릭스</vt:lpstr>
      <vt:lpstr>산점도 매트릭스 패키지이용(1/3)</vt:lpstr>
      <vt:lpstr>산점도 매트릭스 패키지이용(2/3)</vt:lpstr>
      <vt:lpstr>산점도 매트릭스 패키지이용(3/3)</vt:lpstr>
      <vt:lpstr>PowerPoint 프레젠테이션</vt:lpstr>
      <vt:lpstr>데이터셋 파일 온라인에서 오프라인으로 저장</vt:lpstr>
      <vt:lpstr>오프라인 데이터셋 파일 메모리로 로딩</vt:lpstr>
      <vt:lpstr>데이터셋에 포함된 결측치 현황파악</vt:lpstr>
      <vt:lpstr>결측치 패키지를 활용한 현황파악</vt:lpstr>
      <vt:lpstr>데이터셋에 포함된 결측치 제거방법</vt:lpstr>
      <vt:lpstr>결측값 단순대체</vt:lpstr>
      <vt:lpstr>박스 플롯을 이용한 연속형 변수 이상점 탐색</vt:lpstr>
      <vt:lpstr>박스 플롯을 이용한 연속형변수 이상치 검출(1/2) </vt:lpstr>
      <vt:lpstr>박스 플롯을 이용한 연속형변수 이상치 검출(2/2) </vt:lpstr>
      <vt:lpstr>연속형 변수 이상치 처리</vt:lpstr>
      <vt:lpstr>연속형 변수 스케일링 적용하기(1/2)</vt:lpstr>
      <vt:lpstr>연속형 변수 스케일링 적용하기(2/2)</vt:lpstr>
      <vt:lpstr>범주형 변수 리코딩 하기</vt:lpstr>
      <vt:lpstr>연속형 변수의 구간화를 통한 파생변수 만들기(1/2)</vt:lpstr>
      <vt:lpstr>연속형 변수의 구간화를 통한 파생변수 만들기(2/2)</vt:lpstr>
      <vt:lpstr>진단데이터 수집시기에 따른 파생변수 만들기</vt:lpstr>
      <vt:lpstr>PowerPoint 프레젠테이션</vt:lpstr>
      <vt:lpstr>위스콘신 유방암 진단데이터 분석모델 설정</vt:lpstr>
      <vt:lpstr>분석가설과 데이터셋 로딩</vt:lpstr>
      <vt:lpstr>결측값 처리</vt:lpstr>
      <vt:lpstr>변수 리코딩</vt:lpstr>
      <vt:lpstr>종양유형(class)에 따른 임상조직 세포특성차이 분석</vt:lpstr>
      <vt:lpstr>종양유형에 따른 임상조직 세포특성변수 다중차이 분석 </vt:lpstr>
      <vt:lpstr>요약집계 패키지 사용(1/2)</vt:lpstr>
      <vt:lpstr>요약집계 패키지 사용(2/2)</vt:lpstr>
      <vt:lpstr>종양유형에 따른 임상조직 세포특성차이 시각화(1/2)</vt:lpstr>
      <vt:lpstr>종양유형에 따른 임상조직 세포특성차이 시각화(2/2)</vt:lpstr>
      <vt:lpstr>진단데이터 수집시기에 따른 파생변수 만들기</vt:lpstr>
      <vt:lpstr>종양유형과 임상시기에 따른 임상조직 세포특성차이 분석</vt:lpstr>
      <vt:lpstr>종양유형과 임상시기에 따른 임상조직 세포특성차이 다중분석</vt:lpstr>
      <vt:lpstr>요약집계 패키지 사용(1/2)</vt:lpstr>
      <vt:lpstr>요약집계 패키지 사용(2/2)</vt:lpstr>
      <vt:lpstr>종양유형과 임상시기에 따른 임상조직 세포특성차이 시각화</vt:lpstr>
      <vt:lpstr>연속형 변수의 구간화를 통한 파생변수 만들기</vt:lpstr>
      <vt:lpstr>종양유형과 임상시기에 따른 임상조직 세포특성차이 교차분석</vt:lpstr>
      <vt:lpstr>종양유형과 임상시기에 따른 임상조직 세포특성차이 시각화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754</cp:revision>
  <dcterms:created xsi:type="dcterms:W3CDTF">2019-01-19T08:23:23Z</dcterms:created>
  <dcterms:modified xsi:type="dcterms:W3CDTF">2020-02-21T04:11:38Z</dcterms:modified>
</cp:coreProperties>
</file>