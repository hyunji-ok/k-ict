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475" r:id="rId2"/>
    <p:sldId id="476" r:id="rId3"/>
    <p:sldId id="328" r:id="rId4"/>
    <p:sldId id="301" r:id="rId5"/>
    <p:sldId id="361" r:id="rId6"/>
    <p:sldId id="360" r:id="rId7"/>
    <p:sldId id="362" r:id="rId8"/>
    <p:sldId id="334" r:id="rId9"/>
    <p:sldId id="335" r:id="rId10"/>
    <p:sldId id="474" r:id="rId11"/>
    <p:sldId id="364" r:id="rId12"/>
    <p:sldId id="336" r:id="rId13"/>
    <p:sldId id="330" r:id="rId14"/>
    <p:sldId id="332" r:id="rId15"/>
    <p:sldId id="343" r:id="rId16"/>
    <p:sldId id="338" r:id="rId17"/>
    <p:sldId id="339" r:id="rId18"/>
    <p:sldId id="340" r:id="rId19"/>
    <p:sldId id="341" r:id="rId20"/>
    <p:sldId id="342" r:id="rId21"/>
    <p:sldId id="345" r:id="rId22"/>
    <p:sldId id="344" r:id="rId23"/>
    <p:sldId id="337" r:id="rId24"/>
    <p:sldId id="346" r:id="rId25"/>
    <p:sldId id="354" r:id="rId26"/>
    <p:sldId id="352" r:id="rId27"/>
    <p:sldId id="353" r:id="rId28"/>
    <p:sldId id="355" r:id="rId29"/>
    <p:sldId id="356" r:id="rId30"/>
    <p:sldId id="357" r:id="rId31"/>
    <p:sldId id="358" r:id="rId32"/>
    <p:sldId id="359" r:id="rId33"/>
  </p:sldIdLst>
  <p:sldSz cx="12192000" cy="6858000"/>
  <p:notesSz cx="6858000" cy="9144000"/>
  <p:embeddedFontLst>
    <p:embeddedFont>
      <p:font typeface="맑은 고딕" panose="020B0503020000020004" pitchFamily="50" charset="-127"/>
      <p:regular r:id="rId36"/>
      <p:bold r:id="rId37"/>
    </p:embeddedFont>
    <p:embeddedFont>
      <p:font typeface="Impact" panose="020B0806030902050204" pitchFamily="34" charset="0"/>
      <p:regular r:id="rId38"/>
    </p:embeddedFont>
    <p:embeddedFont>
      <p:font typeface="스웨거 TTF" panose="020B0600000101010101" pitchFamily="50" charset="-127"/>
      <p:regular r:id="rId39"/>
    </p:embeddedFont>
    <p:embeddedFont>
      <p:font typeface="나눔바른고딕" panose="020B0603020101020101" pitchFamily="50" charset="-127"/>
      <p:regular r:id="rId40"/>
      <p:bold r:id="rId41"/>
    </p:embeddedFont>
    <p:embeddedFont>
      <p:font typeface="나눔스퀘어 Bold" panose="020B0600000101010101" pitchFamily="50" charset="-127"/>
      <p:bold r:id="rId42"/>
    </p:embeddedFont>
    <p:embeddedFont>
      <p:font typeface="Webdings" panose="05030102010509060703" pitchFamily="18" charset="2"/>
      <p:regular r:id="rId43"/>
    </p:embeddedFont>
    <p:embeddedFont>
      <p:font typeface="나눔고딕" panose="020B0600000101010101" charset="-127"/>
      <p:regular r:id="rId44"/>
      <p:bold r:id="rId45"/>
    </p:embeddedFont>
    <p:embeddedFont>
      <p:font typeface="휴먼모음T" panose="02030504000101010101" pitchFamily="18" charset="-127"/>
      <p:regular r:id="rId46"/>
    </p:embeddedFont>
    <p:embeddedFont>
      <p:font typeface="D2Coding" panose="020B0600000101010101" charset="-127"/>
      <p:regular r:id="rId47"/>
      <p:bold r:id="rId4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23" userDrawn="1">
          <p15:clr>
            <a:srgbClr val="A4A3A4"/>
          </p15:clr>
        </p15:guide>
        <p15:guide id="6" pos="325" userDrawn="1">
          <p15:clr>
            <a:srgbClr val="A4A3A4"/>
          </p15:clr>
        </p15:guide>
        <p15:guide id="7" orient="horz" pos="981" userDrawn="1">
          <p15:clr>
            <a:srgbClr val="A4A3A4"/>
          </p15:clr>
        </p15:guide>
        <p15:guide id="10" orient="horz" pos="14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BFB"/>
    <a:srgbClr val="163E94"/>
    <a:srgbClr val="95D5E1"/>
    <a:srgbClr val="36AAD9"/>
    <a:srgbClr val="173F95"/>
    <a:srgbClr val="000000"/>
    <a:srgbClr val="9D6D6C"/>
    <a:srgbClr val="2323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81" autoAdjust="0"/>
    <p:restoredTop sz="94660"/>
  </p:normalViewPr>
  <p:slideViewPr>
    <p:cSldViewPr>
      <p:cViewPr varScale="1">
        <p:scale>
          <a:sx n="96" d="100"/>
          <a:sy n="96" d="100"/>
        </p:scale>
        <p:origin x="486" y="78"/>
      </p:cViewPr>
      <p:guideLst>
        <p:guide orient="horz" pos="323"/>
        <p:guide pos="325"/>
        <p:guide orient="horz" pos="981"/>
        <p:guide orient="horz" pos="143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-1434"/>
    </p:cViewPr>
  </p:sorterViewPr>
  <p:notesViewPr>
    <p:cSldViewPr>
      <p:cViewPr varScale="1">
        <p:scale>
          <a:sx n="85" d="100"/>
          <a:sy n="85" d="100"/>
        </p:scale>
        <p:origin x="2952" y="9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i Jeomki" userId="f1912f8b0928b9f1" providerId="LiveId" clId="{315BBA2E-6CC4-4D29-B740-1062B65A74E6}"/>
    <pc:docChg chg="undo redo custSel addSld delSld modSld sldOrd">
      <pc:chgData name="Choi Jeomki" userId="f1912f8b0928b9f1" providerId="LiveId" clId="{315BBA2E-6CC4-4D29-B740-1062B65A74E6}" dt="2019-02-18T20:03:25.241" v="19358" actId="1038"/>
      <pc:docMkLst>
        <pc:docMk/>
      </pc:docMkLst>
      <pc:sldChg chg="addSp delSp modSp">
        <pc:chgData name="Choi Jeomki" userId="f1912f8b0928b9f1" providerId="LiveId" clId="{315BBA2E-6CC4-4D29-B740-1062B65A74E6}" dt="2019-02-18T08:23:37.032" v="7574" actId="5793"/>
        <pc:sldMkLst>
          <pc:docMk/>
          <pc:sldMk cId="3091683995" sldId="301"/>
        </pc:sldMkLst>
        <pc:spChg chg="mod">
          <ac:chgData name="Choi Jeomki" userId="f1912f8b0928b9f1" providerId="LiveId" clId="{315BBA2E-6CC4-4D29-B740-1062B65A74E6}" dt="2019-02-18T07:35:47.805" v="3476" actId="20577"/>
          <ac:spMkLst>
            <pc:docMk/>
            <pc:sldMk cId="3091683995" sldId="301"/>
            <ac:spMk id="2" creationId="{00000000-0000-0000-0000-000000000000}"/>
          </ac:spMkLst>
        </pc:spChg>
        <pc:spChg chg="mod">
          <ac:chgData name="Choi Jeomki" userId="f1912f8b0928b9f1" providerId="LiveId" clId="{315BBA2E-6CC4-4D29-B740-1062B65A74E6}" dt="2019-02-18T08:23:37.032" v="7574" actId="5793"/>
          <ac:spMkLst>
            <pc:docMk/>
            <pc:sldMk cId="3091683995" sldId="301"/>
            <ac:spMk id="3" creationId="{00000000-0000-0000-0000-000000000000}"/>
          </ac:spMkLst>
        </pc:spChg>
        <pc:spChg chg="mod">
          <ac:chgData name="Choi Jeomki" userId="f1912f8b0928b9f1" providerId="LiveId" clId="{315BBA2E-6CC4-4D29-B740-1062B65A74E6}" dt="2019-02-18T07:49:06.203" v="3983"/>
          <ac:spMkLst>
            <pc:docMk/>
            <pc:sldMk cId="3091683995" sldId="301"/>
            <ac:spMk id="6" creationId="{2DC52E23-0123-4A0C-A59F-00C23FFC92FE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9" creationId="{90C8D65D-E0C2-4F7D-BAE1-964B36F31DD7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10" creationId="{8BB290F8-6580-40AA-A03B-2AC888ECDCBF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11" creationId="{B7C3D38B-61AE-4B1C-8575-D783BC3C6F16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13" creationId="{BDF74506-C127-4FB8-AE36-A81224422F4C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14" creationId="{466E83DE-1A60-4533-AA42-14506B73DCFF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15" creationId="{034D1D2B-D793-4EE4-98D7-86EC9B2108F6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18" creationId="{DAE19195-8C5C-46BB-B889-F524B7EEA086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19" creationId="{2D666F52-D2C8-49DE-85AE-20B3756D5BDD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20" creationId="{847929C2-80F3-4D9D-90CA-43814D5F8C17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21" creationId="{546F7DAE-46DB-4F6D-8B2C-47B8EF710B39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22" creationId="{65AC2E1E-D5E1-4DE1-8D3B-AB2B2C41C010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23" creationId="{8475B84F-8497-4523-8121-5302B851ECA6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24" creationId="{879524C5-CB4A-497E-A84A-7E332C46B1E9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25" creationId="{AB93C084-0D1D-4978-B23D-240F2E80B937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26" creationId="{6B40D5F9-69FA-46A9-A0A6-672231F2226E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27" creationId="{0C68E79B-84D0-4F79-976A-D33481DF3334}"/>
          </ac:spMkLst>
        </pc:spChg>
        <pc:spChg chg="add del">
          <ac:chgData name="Choi Jeomki" userId="f1912f8b0928b9f1" providerId="LiveId" clId="{315BBA2E-6CC4-4D29-B740-1062B65A74E6}" dt="2019-02-18T07:49:42.220" v="3985"/>
          <ac:spMkLst>
            <pc:docMk/>
            <pc:sldMk cId="3091683995" sldId="301"/>
            <ac:spMk id="28" creationId="{34F197C0-29CD-4403-B582-2FFD42FD0E4D}"/>
          </ac:spMkLst>
        </pc:spChg>
        <pc:spChg chg="add del mod">
          <ac:chgData name="Choi Jeomki" userId="f1912f8b0928b9f1" providerId="LiveId" clId="{315BBA2E-6CC4-4D29-B740-1062B65A74E6}" dt="2019-02-18T07:51:09.202" v="4029" actId="478"/>
          <ac:spMkLst>
            <pc:docMk/>
            <pc:sldMk cId="3091683995" sldId="301"/>
            <ac:spMk id="29" creationId="{CAD65DF0-831E-4057-98BB-76DED609EA94}"/>
          </ac:spMkLst>
        </pc:spChg>
        <pc:spChg chg="add mod">
          <ac:chgData name="Choi Jeomki" userId="f1912f8b0928b9f1" providerId="LiveId" clId="{315BBA2E-6CC4-4D29-B740-1062B65A74E6}" dt="2019-02-18T08:10:57.425" v="7111" actId="1038"/>
          <ac:spMkLst>
            <pc:docMk/>
            <pc:sldMk cId="3091683995" sldId="301"/>
            <ac:spMk id="30" creationId="{EC1BD01B-3E20-40BC-B80B-6B56D2457012}"/>
          </ac:spMkLst>
        </pc:spChg>
        <pc:spChg chg="add mod">
          <ac:chgData name="Choi Jeomki" userId="f1912f8b0928b9f1" providerId="LiveId" clId="{315BBA2E-6CC4-4D29-B740-1062B65A74E6}" dt="2019-02-18T08:10:57.425" v="7111" actId="1038"/>
          <ac:spMkLst>
            <pc:docMk/>
            <pc:sldMk cId="3091683995" sldId="301"/>
            <ac:spMk id="31" creationId="{AF8F4F65-6788-443D-8E01-F094C74E225E}"/>
          </ac:spMkLst>
        </pc:spChg>
        <pc:spChg chg="add mod">
          <ac:chgData name="Choi Jeomki" userId="f1912f8b0928b9f1" providerId="LiveId" clId="{315BBA2E-6CC4-4D29-B740-1062B65A74E6}" dt="2019-02-18T08:10:57.425" v="7111" actId="1038"/>
          <ac:spMkLst>
            <pc:docMk/>
            <pc:sldMk cId="3091683995" sldId="301"/>
            <ac:spMk id="33" creationId="{048A3A4E-1D75-430B-A140-B61422A81F1E}"/>
          </ac:spMkLst>
        </pc:spChg>
        <pc:spChg chg="add mod">
          <ac:chgData name="Choi Jeomki" userId="f1912f8b0928b9f1" providerId="LiveId" clId="{315BBA2E-6CC4-4D29-B740-1062B65A74E6}" dt="2019-02-18T08:10:57.425" v="7111" actId="1038"/>
          <ac:spMkLst>
            <pc:docMk/>
            <pc:sldMk cId="3091683995" sldId="301"/>
            <ac:spMk id="34" creationId="{03FAF353-51E3-49B7-BE18-D3D90B0227F7}"/>
          </ac:spMkLst>
        </pc:spChg>
        <pc:spChg chg="add mod">
          <ac:chgData name="Choi Jeomki" userId="f1912f8b0928b9f1" providerId="LiveId" clId="{315BBA2E-6CC4-4D29-B740-1062B65A74E6}" dt="2019-02-18T08:10:57.425" v="7111" actId="1038"/>
          <ac:spMkLst>
            <pc:docMk/>
            <pc:sldMk cId="3091683995" sldId="301"/>
            <ac:spMk id="35" creationId="{F899C42A-B60B-4CB8-A453-90E69818D997}"/>
          </ac:spMkLst>
        </pc:spChg>
        <pc:spChg chg="add mod">
          <ac:chgData name="Choi Jeomki" userId="f1912f8b0928b9f1" providerId="LiveId" clId="{315BBA2E-6CC4-4D29-B740-1062B65A74E6}" dt="2019-02-18T08:10:57.425" v="7111" actId="1038"/>
          <ac:spMkLst>
            <pc:docMk/>
            <pc:sldMk cId="3091683995" sldId="301"/>
            <ac:spMk id="38" creationId="{8CEDA4A8-C3B6-43AE-A6AC-63E21ACE1EC3}"/>
          </ac:spMkLst>
        </pc:spChg>
        <pc:spChg chg="add del mod">
          <ac:chgData name="Choi Jeomki" userId="f1912f8b0928b9f1" providerId="LiveId" clId="{315BBA2E-6CC4-4D29-B740-1062B65A74E6}" dt="2019-02-18T07:50:51.331" v="4027" actId="478"/>
          <ac:spMkLst>
            <pc:docMk/>
            <pc:sldMk cId="3091683995" sldId="301"/>
            <ac:spMk id="39" creationId="{204B0015-BF5B-412E-9655-2B00921BF25F}"/>
          </ac:spMkLst>
        </pc:spChg>
        <pc:spChg chg="add mod">
          <ac:chgData name="Choi Jeomki" userId="f1912f8b0928b9f1" providerId="LiveId" clId="{315BBA2E-6CC4-4D29-B740-1062B65A74E6}" dt="2019-02-18T08:10:41.389" v="7104" actId="164"/>
          <ac:spMkLst>
            <pc:docMk/>
            <pc:sldMk cId="3091683995" sldId="301"/>
            <ac:spMk id="40" creationId="{BC914AB2-3400-4A43-A456-AF7E2601A1B5}"/>
          </ac:spMkLst>
        </pc:spChg>
        <pc:spChg chg="add mod">
          <ac:chgData name="Choi Jeomki" userId="f1912f8b0928b9f1" providerId="LiveId" clId="{315BBA2E-6CC4-4D29-B740-1062B65A74E6}" dt="2019-02-18T08:10:41.389" v="7104" actId="164"/>
          <ac:spMkLst>
            <pc:docMk/>
            <pc:sldMk cId="3091683995" sldId="301"/>
            <ac:spMk id="41" creationId="{6825EEDB-D314-4349-BBD6-03ECE199681F}"/>
          </ac:spMkLst>
        </pc:spChg>
        <pc:spChg chg="add mod">
          <ac:chgData name="Choi Jeomki" userId="f1912f8b0928b9f1" providerId="LiveId" clId="{315BBA2E-6CC4-4D29-B740-1062B65A74E6}" dt="2019-02-18T08:10:41.389" v="7104" actId="164"/>
          <ac:spMkLst>
            <pc:docMk/>
            <pc:sldMk cId="3091683995" sldId="301"/>
            <ac:spMk id="42" creationId="{5D3F8089-CEE5-4CC2-942A-2E856D71EEB8}"/>
          </ac:spMkLst>
        </pc:spChg>
        <pc:spChg chg="add mod">
          <ac:chgData name="Choi Jeomki" userId="f1912f8b0928b9f1" providerId="LiveId" clId="{315BBA2E-6CC4-4D29-B740-1062B65A74E6}" dt="2019-02-18T08:10:41.389" v="7104" actId="164"/>
          <ac:spMkLst>
            <pc:docMk/>
            <pc:sldMk cId="3091683995" sldId="301"/>
            <ac:spMk id="43" creationId="{35A59A0B-22F1-4A11-AC06-0D3D10FD8ADA}"/>
          </ac:spMkLst>
        </pc:spChg>
        <pc:spChg chg="add mod">
          <ac:chgData name="Choi Jeomki" userId="f1912f8b0928b9f1" providerId="LiveId" clId="{315BBA2E-6CC4-4D29-B740-1062B65A74E6}" dt="2019-02-18T08:18:51.231" v="7326" actId="14100"/>
          <ac:spMkLst>
            <pc:docMk/>
            <pc:sldMk cId="3091683995" sldId="301"/>
            <ac:spMk id="44" creationId="{98EDB9A7-70F1-41B8-BFBA-ED7235EDCDBA}"/>
          </ac:spMkLst>
        </pc:spChg>
        <pc:spChg chg="add mod">
          <ac:chgData name="Choi Jeomki" userId="f1912f8b0928b9f1" providerId="LiveId" clId="{315BBA2E-6CC4-4D29-B740-1062B65A74E6}" dt="2019-02-18T08:18:51.231" v="7326" actId="14100"/>
          <ac:spMkLst>
            <pc:docMk/>
            <pc:sldMk cId="3091683995" sldId="301"/>
            <ac:spMk id="45" creationId="{317E7B35-81BD-4066-9BCC-627AD209253E}"/>
          </ac:spMkLst>
        </pc:spChg>
        <pc:spChg chg="add mod">
          <ac:chgData name="Choi Jeomki" userId="f1912f8b0928b9f1" providerId="LiveId" clId="{315BBA2E-6CC4-4D29-B740-1062B65A74E6}" dt="2019-02-18T08:18:51.231" v="7326" actId="14100"/>
          <ac:spMkLst>
            <pc:docMk/>
            <pc:sldMk cId="3091683995" sldId="301"/>
            <ac:spMk id="46" creationId="{AEA63388-7290-43AD-92F0-2148D6284FDF}"/>
          </ac:spMkLst>
        </pc:spChg>
        <pc:spChg chg="add mod">
          <ac:chgData name="Choi Jeomki" userId="f1912f8b0928b9f1" providerId="LiveId" clId="{315BBA2E-6CC4-4D29-B740-1062B65A74E6}" dt="2019-02-18T08:18:51.231" v="7326" actId="14100"/>
          <ac:spMkLst>
            <pc:docMk/>
            <pc:sldMk cId="3091683995" sldId="301"/>
            <ac:spMk id="47" creationId="{AB8E904A-3FFD-4A65-BBC8-88CA6E27A7D0}"/>
          </ac:spMkLst>
        </pc:spChg>
        <pc:spChg chg="add mod">
          <ac:chgData name="Choi Jeomki" userId="f1912f8b0928b9f1" providerId="LiveId" clId="{315BBA2E-6CC4-4D29-B740-1062B65A74E6}" dt="2019-02-18T08:18:51.231" v="7326" actId="14100"/>
          <ac:spMkLst>
            <pc:docMk/>
            <pc:sldMk cId="3091683995" sldId="301"/>
            <ac:spMk id="48" creationId="{2F40AC3F-5633-4CB0-B21E-7A0E51716FEA}"/>
          </ac:spMkLst>
        </pc:spChg>
        <pc:spChg chg="add mod ord">
          <ac:chgData name="Choi Jeomki" userId="f1912f8b0928b9f1" providerId="LiveId" clId="{315BBA2E-6CC4-4D29-B740-1062B65A74E6}" dt="2019-02-18T08:10:50.469" v="7107" actId="14100"/>
          <ac:spMkLst>
            <pc:docMk/>
            <pc:sldMk cId="3091683995" sldId="301"/>
            <ac:spMk id="49" creationId="{84EFC290-84FF-4FC5-AC27-DAB6CAF7EB6A}"/>
          </ac:spMkLst>
        </pc:spChg>
        <pc:spChg chg="add mod topLvl">
          <ac:chgData name="Choi Jeomki" userId="f1912f8b0928b9f1" providerId="LiveId" clId="{315BBA2E-6CC4-4D29-B740-1062B65A74E6}" dt="2019-02-18T08:20:15.119" v="7372" actId="465"/>
          <ac:spMkLst>
            <pc:docMk/>
            <pc:sldMk cId="3091683995" sldId="301"/>
            <ac:spMk id="50" creationId="{68FFEBA2-65FF-42CF-81CD-6C947A925D7D}"/>
          </ac:spMkLst>
        </pc:spChg>
        <pc:spChg chg="add mod topLvl">
          <ac:chgData name="Choi Jeomki" userId="f1912f8b0928b9f1" providerId="LiveId" clId="{315BBA2E-6CC4-4D29-B740-1062B65A74E6}" dt="2019-02-18T08:20:15.119" v="7372" actId="465"/>
          <ac:spMkLst>
            <pc:docMk/>
            <pc:sldMk cId="3091683995" sldId="301"/>
            <ac:spMk id="51" creationId="{528CAC72-B624-47A5-A828-B1510F0906DA}"/>
          </ac:spMkLst>
        </pc:spChg>
        <pc:spChg chg="add mod topLvl">
          <ac:chgData name="Choi Jeomki" userId="f1912f8b0928b9f1" providerId="LiveId" clId="{315BBA2E-6CC4-4D29-B740-1062B65A74E6}" dt="2019-02-18T08:21:27.422" v="7391" actId="5793"/>
          <ac:spMkLst>
            <pc:docMk/>
            <pc:sldMk cId="3091683995" sldId="301"/>
            <ac:spMk id="52" creationId="{7F9A3159-B26A-4C0A-AD9E-18CE9C4F6C2D}"/>
          </ac:spMkLst>
        </pc:spChg>
        <pc:spChg chg="add mod topLvl">
          <ac:chgData name="Choi Jeomki" userId="f1912f8b0928b9f1" providerId="LiveId" clId="{315BBA2E-6CC4-4D29-B740-1062B65A74E6}" dt="2019-02-18T08:20:15.119" v="7372" actId="465"/>
          <ac:spMkLst>
            <pc:docMk/>
            <pc:sldMk cId="3091683995" sldId="301"/>
            <ac:spMk id="53" creationId="{F48CE33C-F76D-4384-9D6C-20433801C637}"/>
          </ac:spMkLst>
        </pc:spChg>
        <pc:spChg chg="add mod topLvl">
          <ac:chgData name="Choi Jeomki" userId="f1912f8b0928b9f1" providerId="LiveId" clId="{315BBA2E-6CC4-4D29-B740-1062B65A74E6}" dt="2019-02-18T08:20:15.119" v="7372" actId="465"/>
          <ac:spMkLst>
            <pc:docMk/>
            <pc:sldMk cId="3091683995" sldId="301"/>
            <ac:spMk id="54" creationId="{BEB760B7-5B05-4F57-BF59-23498A1F0437}"/>
          </ac:spMkLst>
        </pc:spChg>
        <pc:spChg chg="add mod topLvl">
          <ac:chgData name="Choi Jeomki" userId="f1912f8b0928b9f1" providerId="LiveId" clId="{315BBA2E-6CC4-4D29-B740-1062B65A74E6}" dt="2019-02-18T07:59:22.423" v="4469" actId="165"/>
          <ac:spMkLst>
            <pc:docMk/>
            <pc:sldMk cId="3091683995" sldId="301"/>
            <ac:spMk id="55" creationId="{30720AB3-B159-427D-A528-F5EDDD77CD74}"/>
          </ac:spMkLst>
        </pc:spChg>
        <pc:spChg chg="add mod topLvl">
          <ac:chgData name="Choi Jeomki" userId="f1912f8b0928b9f1" providerId="LiveId" clId="{315BBA2E-6CC4-4D29-B740-1062B65A74E6}" dt="2019-02-18T07:59:22.423" v="4469" actId="165"/>
          <ac:spMkLst>
            <pc:docMk/>
            <pc:sldMk cId="3091683995" sldId="301"/>
            <ac:spMk id="56" creationId="{986D403B-CDC0-45EC-828D-15B4C47BDBBC}"/>
          </ac:spMkLst>
        </pc:spChg>
        <pc:spChg chg="add mod topLvl">
          <ac:chgData name="Choi Jeomki" userId="f1912f8b0928b9f1" providerId="LiveId" clId="{315BBA2E-6CC4-4D29-B740-1062B65A74E6}" dt="2019-02-18T07:59:22.423" v="4469" actId="165"/>
          <ac:spMkLst>
            <pc:docMk/>
            <pc:sldMk cId="3091683995" sldId="301"/>
            <ac:spMk id="57" creationId="{40A8CA31-49BC-46F3-A29E-B5144C773704}"/>
          </ac:spMkLst>
        </pc:spChg>
        <pc:spChg chg="add mod topLvl">
          <ac:chgData name="Choi Jeomki" userId="f1912f8b0928b9f1" providerId="LiveId" clId="{315BBA2E-6CC4-4D29-B740-1062B65A74E6}" dt="2019-02-18T07:59:22.423" v="4469" actId="165"/>
          <ac:spMkLst>
            <pc:docMk/>
            <pc:sldMk cId="3091683995" sldId="301"/>
            <ac:spMk id="58" creationId="{9EB7C5BA-D912-46D1-8C3E-FAC6ABD8D557}"/>
          </ac:spMkLst>
        </pc:spChg>
        <pc:spChg chg="add mod">
          <ac:chgData name="Choi Jeomki" userId="f1912f8b0928b9f1" providerId="LiveId" clId="{315BBA2E-6CC4-4D29-B740-1062B65A74E6}" dt="2019-02-18T08:10:12.247" v="7094" actId="207"/>
          <ac:spMkLst>
            <pc:docMk/>
            <pc:sldMk cId="3091683995" sldId="301"/>
            <ac:spMk id="60" creationId="{DE2133D6-6464-47A0-96CC-EF220A91F669}"/>
          </ac:spMkLst>
        </pc:spChg>
        <pc:spChg chg="add mod">
          <ac:chgData name="Choi Jeomki" userId="f1912f8b0928b9f1" providerId="LiveId" clId="{315BBA2E-6CC4-4D29-B740-1062B65A74E6}" dt="2019-02-18T08:10:12.247" v="7094" actId="207"/>
          <ac:spMkLst>
            <pc:docMk/>
            <pc:sldMk cId="3091683995" sldId="301"/>
            <ac:spMk id="61" creationId="{703C0CA2-D2CE-4019-98A3-37B8E542B15D}"/>
          </ac:spMkLst>
        </pc:spChg>
        <pc:spChg chg="add mod">
          <ac:chgData name="Choi Jeomki" userId="f1912f8b0928b9f1" providerId="LiveId" clId="{315BBA2E-6CC4-4D29-B740-1062B65A74E6}" dt="2019-02-18T08:04:01.885" v="5411" actId="465"/>
          <ac:spMkLst>
            <pc:docMk/>
            <pc:sldMk cId="3091683995" sldId="301"/>
            <ac:spMk id="62" creationId="{E7C900B9-ACF9-4E47-8542-2982DC5C5392}"/>
          </ac:spMkLst>
        </pc:spChg>
        <pc:spChg chg="add mod">
          <ac:chgData name="Choi Jeomki" userId="f1912f8b0928b9f1" providerId="LiveId" clId="{315BBA2E-6CC4-4D29-B740-1062B65A74E6}" dt="2019-02-18T08:04:01.885" v="5411" actId="465"/>
          <ac:spMkLst>
            <pc:docMk/>
            <pc:sldMk cId="3091683995" sldId="301"/>
            <ac:spMk id="63" creationId="{27483BD7-B445-4F16-BDE1-DEE6A8067D0A}"/>
          </ac:spMkLst>
        </pc:spChg>
        <pc:spChg chg="add mod">
          <ac:chgData name="Choi Jeomki" userId="f1912f8b0928b9f1" providerId="LiveId" clId="{315BBA2E-6CC4-4D29-B740-1062B65A74E6}" dt="2019-02-18T08:04:01.885" v="5411" actId="465"/>
          <ac:spMkLst>
            <pc:docMk/>
            <pc:sldMk cId="3091683995" sldId="301"/>
            <ac:spMk id="64" creationId="{75C95CC4-A2AB-478C-8D86-C28069C6ED37}"/>
          </ac:spMkLst>
        </pc:spChg>
        <pc:spChg chg="add mod">
          <ac:chgData name="Choi Jeomki" userId="f1912f8b0928b9f1" providerId="LiveId" clId="{315BBA2E-6CC4-4D29-B740-1062B65A74E6}" dt="2019-02-18T08:04:01.885" v="5411" actId="465"/>
          <ac:spMkLst>
            <pc:docMk/>
            <pc:sldMk cId="3091683995" sldId="301"/>
            <ac:spMk id="65" creationId="{F73EE2E2-BA53-430C-9A4D-E6809DD07FB5}"/>
          </ac:spMkLst>
        </pc:spChg>
        <pc:spChg chg="add mod">
          <ac:chgData name="Choi Jeomki" userId="f1912f8b0928b9f1" providerId="LiveId" clId="{315BBA2E-6CC4-4D29-B740-1062B65A74E6}" dt="2019-02-18T08:04:01.885" v="5411" actId="465"/>
          <ac:spMkLst>
            <pc:docMk/>
            <pc:sldMk cId="3091683995" sldId="301"/>
            <ac:spMk id="66" creationId="{99C63CB4-9EAE-4DE1-9307-05D2F670F06E}"/>
          </ac:spMkLst>
        </pc:spChg>
        <pc:spChg chg="add mod">
          <ac:chgData name="Choi Jeomki" userId="f1912f8b0928b9f1" providerId="LiveId" clId="{315BBA2E-6CC4-4D29-B740-1062B65A74E6}" dt="2019-02-18T08:06:56.713" v="6351" actId="20577"/>
          <ac:spMkLst>
            <pc:docMk/>
            <pc:sldMk cId="3091683995" sldId="301"/>
            <ac:spMk id="67" creationId="{DEF15B4F-86C3-4761-B9C6-AB6358C81B64}"/>
          </ac:spMkLst>
        </pc:spChg>
        <pc:spChg chg="add mod">
          <ac:chgData name="Choi Jeomki" userId="f1912f8b0928b9f1" providerId="LiveId" clId="{315BBA2E-6CC4-4D29-B740-1062B65A74E6}" dt="2019-02-18T08:08:19.346" v="6842" actId="20577"/>
          <ac:spMkLst>
            <pc:docMk/>
            <pc:sldMk cId="3091683995" sldId="301"/>
            <ac:spMk id="68" creationId="{E7A6A536-DC32-4A66-89CF-8BFBFBBEBD50}"/>
          </ac:spMkLst>
        </pc:spChg>
        <pc:spChg chg="add mod">
          <ac:chgData name="Choi Jeomki" userId="f1912f8b0928b9f1" providerId="LiveId" clId="{315BBA2E-6CC4-4D29-B740-1062B65A74E6}" dt="2019-02-18T08:09:24.665" v="7078"/>
          <ac:spMkLst>
            <pc:docMk/>
            <pc:sldMk cId="3091683995" sldId="301"/>
            <ac:spMk id="69" creationId="{89B935AA-7887-494A-A916-C8CB83DD370B}"/>
          </ac:spMkLst>
        </pc:spChg>
        <pc:spChg chg="add mod">
          <ac:chgData name="Choi Jeomki" userId="f1912f8b0928b9f1" providerId="LiveId" clId="{315BBA2E-6CC4-4D29-B740-1062B65A74E6}" dt="2019-02-18T08:06:37.478" v="6310"/>
          <ac:spMkLst>
            <pc:docMk/>
            <pc:sldMk cId="3091683995" sldId="301"/>
            <ac:spMk id="70" creationId="{4489AA2D-3C91-4C92-8878-5669906C3C15}"/>
          </ac:spMkLst>
        </pc:spChg>
        <pc:spChg chg="mod">
          <ac:chgData name="Choi Jeomki" userId="f1912f8b0928b9f1" providerId="LiveId" clId="{315BBA2E-6CC4-4D29-B740-1062B65A74E6}" dt="2019-02-18T08:23:00.140" v="7464"/>
          <ac:spMkLst>
            <pc:docMk/>
            <pc:sldMk cId="3091683995" sldId="301"/>
            <ac:spMk id="82" creationId="{EA2134C0-3722-495B-A5EC-67EA2B1C3DA2}"/>
          </ac:spMkLst>
        </pc:spChg>
        <pc:spChg chg="mod">
          <ac:chgData name="Choi Jeomki" userId="f1912f8b0928b9f1" providerId="LiveId" clId="{315BBA2E-6CC4-4D29-B740-1062B65A74E6}" dt="2019-02-18T08:22:54.644" v="7457"/>
          <ac:spMkLst>
            <pc:docMk/>
            <pc:sldMk cId="3091683995" sldId="301"/>
            <ac:spMk id="85" creationId="{AD5FA6BC-CD16-4A50-B985-5C152D3C835E}"/>
          </ac:spMkLst>
        </pc:spChg>
        <pc:spChg chg="add mod">
          <ac:chgData name="Choi Jeomki" userId="f1912f8b0928b9f1" providerId="LiveId" clId="{315BBA2E-6CC4-4D29-B740-1062B65A74E6}" dt="2019-02-18T08:13:14.142" v="7211" actId="12789"/>
          <ac:spMkLst>
            <pc:docMk/>
            <pc:sldMk cId="3091683995" sldId="301"/>
            <ac:spMk id="101" creationId="{2104C3D0-F685-4791-B797-284CB48DED27}"/>
          </ac:spMkLst>
        </pc:spChg>
        <pc:spChg chg="add del mod">
          <ac:chgData name="Choi Jeomki" userId="f1912f8b0928b9f1" providerId="LiveId" clId="{315BBA2E-6CC4-4D29-B740-1062B65A74E6}" dt="2019-02-18T08:17:07.657" v="7289"/>
          <ac:spMkLst>
            <pc:docMk/>
            <pc:sldMk cId="3091683995" sldId="301"/>
            <ac:spMk id="110" creationId="{B4AE6464-1810-4FFF-9575-87595E5AFC3B}"/>
          </ac:spMkLst>
        </pc:spChg>
        <pc:spChg chg="add mod">
          <ac:chgData name="Choi Jeomki" userId="f1912f8b0928b9f1" providerId="LiveId" clId="{315BBA2E-6CC4-4D29-B740-1062B65A74E6}" dt="2019-02-18T08:18:51.231" v="7326" actId="14100"/>
          <ac:spMkLst>
            <pc:docMk/>
            <pc:sldMk cId="3091683995" sldId="301"/>
            <ac:spMk id="111" creationId="{8BAD50CF-5B86-4673-A67C-2D1B8F13BEFE}"/>
          </ac:spMkLst>
        </pc:spChg>
        <pc:spChg chg="add mod">
          <ac:chgData name="Choi Jeomki" userId="f1912f8b0928b9f1" providerId="LiveId" clId="{315BBA2E-6CC4-4D29-B740-1062B65A74E6}" dt="2019-02-18T08:18:51.231" v="7326" actId="14100"/>
          <ac:spMkLst>
            <pc:docMk/>
            <pc:sldMk cId="3091683995" sldId="301"/>
            <ac:spMk id="112" creationId="{39AB4350-2588-4653-972E-2230BCA1883A}"/>
          </ac:spMkLst>
        </pc:spChg>
        <pc:spChg chg="add mod">
          <ac:chgData name="Choi Jeomki" userId="f1912f8b0928b9f1" providerId="LiveId" clId="{315BBA2E-6CC4-4D29-B740-1062B65A74E6}" dt="2019-02-18T08:18:51.231" v="7326" actId="14100"/>
          <ac:spMkLst>
            <pc:docMk/>
            <pc:sldMk cId="3091683995" sldId="301"/>
            <ac:spMk id="113" creationId="{F3F4AC7D-6595-468C-AF31-D3705991E2C0}"/>
          </ac:spMkLst>
        </pc:spChg>
        <pc:spChg chg="add mod">
          <ac:chgData name="Choi Jeomki" userId="f1912f8b0928b9f1" providerId="LiveId" clId="{315BBA2E-6CC4-4D29-B740-1062B65A74E6}" dt="2019-02-18T08:18:51.231" v="7326" actId="14100"/>
          <ac:spMkLst>
            <pc:docMk/>
            <pc:sldMk cId="3091683995" sldId="301"/>
            <ac:spMk id="114" creationId="{0E52F466-28AE-4BD1-82F8-121A6E1497D1}"/>
          </ac:spMkLst>
        </pc:spChg>
        <pc:spChg chg="add del mod">
          <ac:chgData name="Choi Jeomki" userId="f1912f8b0928b9f1" providerId="LiveId" clId="{315BBA2E-6CC4-4D29-B740-1062B65A74E6}" dt="2019-02-18T08:20:40.180" v="7381" actId="478"/>
          <ac:spMkLst>
            <pc:docMk/>
            <pc:sldMk cId="3091683995" sldId="301"/>
            <ac:spMk id="115" creationId="{48FFAB44-5455-44D8-AC93-FE05419C5D3E}"/>
          </ac:spMkLst>
        </pc:spChg>
        <pc:spChg chg="add del mod">
          <ac:chgData name="Choi Jeomki" userId="f1912f8b0928b9f1" providerId="LiveId" clId="{315BBA2E-6CC4-4D29-B740-1062B65A74E6}" dt="2019-02-18T08:20:40.180" v="7381" actId="478"/>
          <ac:spMkLst>
            <pc:docMk/>
            <pc:sldMk cId="3091683995" sldId="301"/>
            <ac:spMk id="116" creationId="{E28A6336-C826-48CF-AEF8-E89A293AEBB0}"/>
          </ac:spMkLst>
        </pc:spChg>
        <pc:spChg chg="add del mod">
          <ac:chgData name="Choi Jeomki" userId="f1912f8b0928b9f1" providerId="LiveId" clId="{315BBA2E-6CC4-4D29-B740-1062B65A74E6}" dt="2019-02-18T08:20:40.180" v="7381" actId="478"/>
          <ac:spMkLst>
            <pc:docMk/>
            <pc:sldMk cId="3091683995" sldId="301"/>
            <ac:spMk id="117" creationId="{8EEC05EA-DF1D-43AA-88C0-9E3FD527F024}"/>
          </ac:spMkLst>
        </pc:spChg>
        <pc:spChg chg="add del mod">
          <ac:chgData name="Choi Jeomki" userId="f1912f8b0928b9f1" providerId="LiveId" clId="{315BBA2E-6CC4-4D29-B740-1062B65A74E6}" dt="2019-02-18T08:20:40.180" v="7381" actId="478"/>
          <ac:spMkLst>
            <pc:docMk/>
            <pc:sldMk cId="3091683995" sldId="301"/>
            <ac:spMk id="118" creationId="{F44239AE-26F8-4A09-9CAE-B64AA9618F43}"/>
          </ac:spMkLst>
        </pc:spChg>
        <pc:spChg chg="add del mod">
          <ac:chgData name="Choi Jeomki" userId="f1912f8b0928b9f1" providerId="LiveId" clId="{315BBA2E-6CC4-4D29-B740-1062B65A74E6}" dt="2019-02-18T08:20:40.180" v="7381" actId="478"/>
          <ac:spMkLst>
            <pc:docMk/>
            <pc:sldMk cId="3091683995" sldId="301"/>
            <ac:spMk id="119" creationId="{FB660664-275F-421D-80B6-DC2DB24AA2C9}"/>
          </ac:spMkLst>
        </pc:spChg>
        <pc:spChg chg="add del mod">
          <ac:chgData name="Choi Jeomki" userId="f1912f8b0928b9f1" providerId="LiveId" clId="{315BBA2E-6CC4-4D29-B740-1062B65A74E6}" dt="2019-02-18T08:20:40.180" v="7381" actId="478"/>
          <ac:spMkLst>
            <pc:docMk/>
            <pc:sldMk cId="3091683995" sldId="301"/>
            <ac:spMk id="120" creationId="{B73FBC78-DBBA-4D47-996C-D96FB18805B4}"/>
          </ac:spMkLst>
        </pc:spChg>
        <pc:spChg chg="add del mod">
          <ac:chgData name="Choi Jeomki" userId="f1912f8b0928b9f1" providerId="LiveId" clId="{315BBA2E-6CC4-4D29-B740-1062B65A74E6}" dt="2019-02-18T08:20:40.180" v="7381" actId="478"/>
          <ac:spMkLst>
            <pc:docMk/>
            <pc:sldMk cId="3091683995" sldId="301"/>
            <ac:spMk id="121" creationId="{727D0E77-1DEF-4948-B407-302DA401810C}"/>
          </ac:spMkLst>
        </pc:spChg>
        <pc:spChg chg="add del mod">
          <ac:chgData name="Choi Jeomki" userId="f1912f8b0928b9f1" providerId="LiveId" clId="{315BBA2E-6CC4-4D29-B740-1062B65A74E6}" dt="2019-02-18T08:20:40.180" v="7381" actId="478"/>
          <ac:spMkLst>
            <pc:docMk/>
            <pc:sldMk cId="3091683995" sldId="301"/>
            <ac:spMk id="122" creationId="{8A238269-93B8-4CD1-8788-A96FD8A2DE71}"/>
          </ac:spMkLst>
        </pc:spChg>
        <pc:spChg chg="add del mod">
          <ac:chgData name="Choi Jeomki" userId="f1912f8b0928b9f1" providerId="LiveId" clId="{315BBA2E-6CC4-4D29-B740-1062B65A74E6}" dt="2019-02-18T08:20:40.180" v="7381" actId="478"/>
          <ac:spMkLst>
            <pc:docMk/>
            <pc:sldMk cId="3091683995" sldId="301"/>
            <ac:spMk id="123" creationId="{A997F152-C646-4F62-A457-6459E8795B3F}"/>
          </ac:spMkLst>
        </pc:spChg>
        <pc:grpChg chg="add mod">
          <ac:chgData name="Choi Jeomki" userId="f1912f8b0928b9f1" providerId="LiveId" clId="{315BBA2E-6CC4-4D29-B740-1062B65A74E6}" dt="2019-02-18T08:10:53.836" v="7108" actId="14100"/>
          <ac:grpSpMkLst>
            <pc:docMk/>
            <pc:sldMk cId="3091683995" sldId="301"/>
            <ac:grpSpMk id="4" creationId="{892318E1-C4C2-4D7B-920C-8BEFD108F922}"/>
          </ac:grpSpMkLst>
        </pc:grpChg>
        <pc:grpChg chg="add del mod">
          <ac:chgData name="Choi Jeomki" userId="f1912f8b0928b9f1" providerId="LiveId" clId="{315BBA2E-6CC4-4D29-B740-1062B65A74E6}" dt="2019-02-18T07:59:22.423" v="4469" actId="165"/>
          <ac:grpSpMkLst>
            <pc:docMk/>
            <pc:sldMk cId="3091683995" sldId="301"/>
            <ac:grpSpMk id="59" creationId="{5B651F40-EE33-45A2-87BC-225CA8EB2285}"/>
          </ac:grpSpMkLst>
        </pc:grpChg>
        <pc:grpChg chg="add mod">
          <ac:chgData name="Choi Jeomki" userId="f1912f8b0928b9f1" providerId="LiveId" clId="{315BBA2E-6CC4-4D29-B740-1062B65A74E6}" dt="2019-02-18T08:10:03.154" v="7090" actId="1038"/>
          <ac:grpSpMkLst>
            <pc:docMk/>
            <pc:sldMk cId="3091683995" sldId="301"/>
            <ac:grpSpMk id="80" creationId="{E63A3024-0042-4834-ABFB-F2D59026966F}"/>
          </ac:grpSpMkLst>
        </pc:grpChg>
        <pc:grpChg chg="add mod">
          <ac:chgData name="Choi Jeomki" userId="f1912f8b0928b9f1" providerId="LiveId" clId="{315BBA2E-6CC4-4D29-B740-1062B65A74E6}" dt="2019-02-18T08:10:06.607" v="7093" actId="1035"/>
          <ac:grpSpMkLst>
            <pc:docMk/>
            <pc:sldMk cId="3091683995" sldId="301"/>
            <ac:grpSpMk id="83" creationId="{0C6EC2AD-3818-4760-9471-98C3880DD894}"/>
          </ac:grpSpMkLst>
        </pc:grpChg>
        <pc:grpChg chg="add mod">
          <ac:chgData name="Choi Jeomki" userId="f1912f8b0928b9f1" providerId="LiveId" clId="{315BBA2E-6CC4-4D29-B740-1062B65A74E6}" dt="2019-02-18T08:18:04.483" v="7308" actId="1038"/>
          <ac:grpSpMkLst>
            <pc:docMk/>
            <pc:sldMk cId="3091683995" sldId="301"/>
            <ac:grpSpMk id="86" creationId="{4C709669-E648-4A18-B248-133B6048A5FB}"/>
          </ac:grpSpMkLst>
        </pc:grpChg>
        <pc:cxnChg chg="add del">
          <ac:chgData name="Choi Jeomki" userId="f1912f8b0928b9f1" providerId="LiveId" clId="{315BBA2E-6CC4-4D29-B740-1062B65A74E6}" dt="2019-02-18T07:49:42.220" v="3985"/>
          <ac:cxnSpMkLst>
            <pc:docMk/>
            <pc:sldMk cId="3091683995" sldId="301"/>
            <ac:cxnSpMk id="12" creationId="{FA767F80-D847-40E4-8B51-D6339470040D}"/>
          </ac:cxnSpMkLst>
        </pc:cxnChg>
        <pc:cxnChg chg="add del">
          <ac:chgData name="Choi Jeomki" userId="f1912f8b0928b9f1" providerId="LiveId" clId="{315BBA2E-6CC4-4D29-B740-1062B65A74E6}" dt="2019-02-18T07:49:42.220" v="3985"/>
          <ac:cxnSpMkLst>
            <pc:docMk/>
            <pc:sldMk cId="3091683995" sldId="301"/>
            <ac:cxnSpMk id="16" creationId="{76FD5884-2281-4F13-84C8-3820F912AE05}"/>
          </ac:cxnSpMkLst>
        </pc:cxnChg>
        <pc:cxnChg chg="add del">
          <ac:chgData name="Choi Jeomki" userId="f1912f8b0928b9f1" providerId="LiveId" clId="{315BBA2E-6CC4-4D29-B740-1062B65A74E6}" dt="2019-02-18T07:49:42.220" v="3985"/>
          <ac:cxnSpMkLst>
            <pc:docMk/>
            <pc:sldMk cId="3091683995" sldId="301"/>
            <ac:cxnSpMk id="17" creationId="{5428D54E-4C25-4B33-A19B-8A23825229E4}"/>
          </ac:cxnSpMkLst>
        </pc:cxnChg>
        <pc:cxnChg chg="add mod">
          <ac:chgData name="Choi Jeomki" userId="f1912f8b0928b9f1" providerId="LiveId" clId="{315BBA2E-6CC4-4D29-B740-1062B65A74E6}" dt="2019-02-18T08:10:57.425" v="7111" actId="1038"/>
          <ac:cxnSpMkLst>
            <pc:docMk/>
            <pc:sldMk cId="3091683995" sldId="301"/>
            <ac:cxnSpMk id="32" creationId="{5266DF7B-A439-4789-9158-641B567E0072}"/>
          </ac:cxnSpMkLst>
        </pc:cxnChg>
        <pc:cxnChg chg="add mod">
          <ac:chgData name="Choi Jeomki" userId="f1912f8b0928b9f1" providerId="LiveId" clId="{315BBA2E-6CC4-4D29-B740-1062B65A74E6}" dt="2019-02-18T08:10:57.425" v="7111" actId="1038"/>
          <ac:cxnSpMkLst>
            <pc:docMk/>
            <pc:sldMk cId="3091683995" sldId="301"/>
            <ac:cxnSpMk id="36" creationId="{D0FC0F50-2F06-4ABD-BFD3-DCE6ABB970BD}"/>
          </ac:cxnSpMkLst>
        </pc:cxnChg>
        <pc:cxnChg chg="add mod">
          <ac:chgData name="Choi Jeomki" userId="f1912f8b0928b9f1" providerId="LiveId" clId="{315BBA2E-6CC4-4D29-B740-1062B65A74E6}" dt="2019-02-18T08:10:57.425" v="7111" actId="1038"/>
          <ac:cxnSpMkLst>
            <pc:docMk/>
            <pc:sldMk cId="3091683995" sldId="301"/>
            <ac:cxnSpMk id="37" creationId="{9A2790B3-C0F8-4CA4-8D77-0472281FC326}"/>
          </ac:cxnSpMkLst>
        </pc:cxnChg>
        <pc:cxnChg chg="add mod">
          <ac:chgData name="Choi Jeomki" userId="f1912f8b0928b9f1" providerId="LiveId" clId="{315BBA2E-6CC4-4D29-B740-1062B65A74E6}" dt="2019-02-18T08:05:31.044" v="5735" actId="1035"/>
          <ac:cxnSpMkLst>
            <pc:docMk/>
            <pc:sldMk cId="3091683995" sldId="301"/>
            <ac:cxnSpMk id="71" creationId="{13E2DDA2-0461-4B86-9ED0-116FE776DB8D}"/>
          </ac:cxnSpMkLst>
        </pc:cxnChg>
        <pc:cxnChg chg="add mod">
          <ac:chgData name="Choi Jeomki" userId="f1912f8b0928b9f1" providerId="LiveId" clId="{315BBA2E-6CC4-4D29-B740-1062B65A74E6}" dt="2019-02-18T08:05:34.359" v="5771" actId="1036"/>
          <ac:cxnSpMkLst>
            <pc:docMk/>
            <pc:sldMk cId="3091683995" sldId="301"/>
            <ac:cxnSpMk id="73" creationId="{B0650B19-C985-4C7F-B3B1-AF7341F070BE}"/>
          </ac:cxnSpMkLst>
        </pc:cxnChg>
        <pc:cxnChg chg="add mod">
          <ac:chgData name="Choi Jeomki" userId="f1912f8b0928b9f1" providerId="LiveId" clId="{315BBA2E-6CC4-4D29-B740-1062B65A74E6}" dt="2019-02-18T08:05:38.655" v="5823" actId="1035"/>
          <ac:cxnSpMkLst>
            <pc:docMk/>
            <pc:sldMk cId="3091683995" sldId="301"/>
            <ac:cxnSpMk id="74" creationId="{0B6968B8-CCE4-4EC9-A38E-A139A1183187}"/>
          </ac:cxnSpMkLst>
        </pc:cxnChg>
        <pc:cxnChg chg="add mod">
          <ac:chgData name="Choi Jeomki" userId="f1912f8b0928b9f1" providerId="LiveId" clId="{315BBA2E-6CC4-4D29-B740-1062B65A74E6}" dt="2019-02-18T08:05:45.069" v="5932" actId="1035"/>
          <ac:cxnSpMkLst>
            <pc:docMk/>
            <pc:sldMk cId="3091683995" sldId="301"/>
            <ac:cxnSpMk id="75" creationId="{1015C660-6DE4-432F-A810-94B9A6D0DF03}"/>
          </ac:cxnSpMkLst>
        </pc:cxnChg>
        <pc:cxnChg chg="add mod">
          <ac:chgData name="Choi Jeomki" userId="f1912f8b0928b9f1" providerId="LiveId" clId="{315BBA2E-6CC4-4D29-B740-1062B65A74E6}" dt="2019-02-18T08:05:49.135" v="6020" actId="1036"/>
          <ac:cxnSpMkLst>
            <pc:docMk/>
            <pc:sldMk cId="3091683995" sldId="301"/>
            <ac:cxnSpMk id="76" creationId="{284632E0-168E-473E-928C-5055CEE570B7}"/>
          </ac:cxnSpMkLst>
        </pc:cxnChg>
        <pc:cxnChg chg="add mod">
          <ac:chgData name="Choi Jeomki" userId="f1912f8b0928b9f1" providerId="LiveId" clId="{315BBA2E-6CC4-4D29-B740-1062B65A74E6}" dt="2019-02-18T08:05:54.405" v="6099" actId="1035"/>
          <ac:cxnSpMkLst>
            <pc:docMk/>
            <pc:sldMk cId="3091683995" sldId="301"/>
            <ac:cxnSpMk id="77" creationId="{5DBB89DB-40E2-460A-BFC8-79319E7BB136}"/>
          </ac:cxnSpMkLst>
        </pc:cxnChg>
        <pc:cxnChg chg="add mod">
          <ac:chgData name="Choi Jeomki" userId="f1912f8b0928b9f1" providerId="LiveId" clId="{315BBA2E-6CC4-4D29-B740-1062B65A74E6}" dt="2019-02-18T08:06:02.107" v="6164" actId="14100"/>
          <ac:cxnSpMkLst>
            <pc:docMk/>
            <pc:sldMk cId="3091683995" sldId="301"/>
            <ac:cxnSpMk id="78" creationId="{2ADA9E54-29ED-4407-AA54-2E6A54CAB85D}"/>
          </ac:cxnSpMkLst>
        </pc:cxnChg>
        <pc:cxnChg chg="add del mod">
          <ac:chgData name="Choi Jeomki" userId="f1912f8b0928b9f1" providerId="LiveId" clId="{315BBA2E-6CC4-4D29-B740-1062B65A74E6}" dt="2019-02-18T08:13:28.199" v="7215" actId="478"/>
          <ac:cxnSpMkLst>
            <pc:docMk/>
            <pc:sldMk cId="3091683995" sldId="301"/>
            <ac:cxnSpMk id="87" creationId="{00FC6CEF-11F3-4995-9AB9-8BC46FEEF9DD}"/>
          </ac:cxnSpMkLst>
        </pc:cxnChg>
        <pc:cxnChg chg="add del mod">
          <ac:chgData name="Choi Jeomki" userId="f1912f8b0928b9f1" providerId="LiveId" clId="{315BBA2E-6CC4-4D29-B740-1062B65A74E6}" dt="2019-02-18T08:13:27.160" v="7214" actId="478"/>
          <ac:cxnSpMkLst>
            <pc:docMk/>
            <pc:sldMk cId="3091683995" sldId="301"/>
            <ac:cxnSpMk id="90" creationId="{51F62D5A-F6CC-482B-B615-C3B608A14AA6}"/>
          </ac:cxnSpMkLst>
        </pc:cxnChg>
        <pc:cxnChg chg="add del mod">
          <ac:chgData name="Choi Jeomki" userId="f1912f8b0928b9f1" providerId="LiveId" clId="{315BBA2E-6CC4-4D29-B740-1062B65A74E6}" dt="2019-02-18T08:13:29.160" v="7216" actId="478"/>
          <ac:cxnSpMkLst>
            <pc:docMk/>
            <pc:sldMk cId="3091683995" sldId="301"/>
            <ac:cxnSpMk id="93" creationId="{9DF1FEAD-1687-4996-910D-AB42FBE6C130}"/>
          </ac:cxnSpMkLst>
        </pc:cxnChg>
        <pc:cxnChg chg="add del mod">
          <ac:chgData name="Choi Jeomki" userId="f1912f8b0928b9f1" providerId="LiveId" clId="{315BBA2E-6CC4-4D29-B740-1062B65A74E6}" dt="2019-02-18T08:13:30.497" v="7217" actId="478"/>
          <ac:cxnSpMkLst>
            <pc:docMk/>
            <pc:sldMk cId="3091683995" sldId="301"/>
            <ac:cxnSpMk id="98" creationId="{AE11422E-149C-463C-ABAF-8553F4E92DAE}"/>
          </ac:cxnSpMkLst>
        </pc:cxnChg>
        <pc:cxnChg chg="add mod">
          <ac:chgData name="Choi Jeomki" userId="f1912f8b0928b9f1" providerId="LiveId" clId="{315BBA2E-6CC4-4D29-B740-1062B65A74E6}" dt="2019-02-18T08:13:41.729" v="7218" actId="11529"/>
          <ac:cxnSpMkLst>
            <pc:docMk/>
            <pc:sldMk cId="3091683995" sldId="301"/>
            <ac:cxnSpMk id="105" creationId="{215D4E79-8ABC-4DF1-A74E-476344A25357}"/>
          </ac:cxnSpMkLst>
        </pc:cxnChg>
        <pc:cxnChg chg="add mod">
          <ac:chgData name="Choi Jeomki" userId="f1912f8b0928b9f1" providerId="LiveId" clId="{315BBA2E-6CC4-4D29-B740-1062B65A74E6}" dt="2019-02-18T08:13:54.437" v="7222" actId="14100"/>
          <ac:cxnSpMkLst>
            <pc:docMk/>
            <pc:sldMk cId="3091683995" sldId="301"/>
            <ac:cxnSpMk id="106" creationId="{5B401F46-8D04-4748-9391-0EEE533D726C}"/>
          </ac:cxnSpMkLst>
        </pc:cxnChg>
      </pc:sldChg>
      <pc:sldChg chg="addSp delSp modSp ord">
        <pc:chgData name="Choi Jeomki" userId="f1912f8b0928b9f1" providerId="LiveId" clId="{315BBA2E-6CC4-4D29-B740-1062B65A74E6}" dt="2019-02-18T20:02:18.327" v="18887" actId="478"/>
        <pc:sldMkLst>
          <pc:docMk/>
          <pc:sldMk cId="1201398233" sldId="334"/>
        </pc:sldMkLst>
        <pc:spChg chg="mod">
          <ac:chgData name="Choi Jeomki" userId="f1912f8b0928b9f1" providerId="LiveId" clId="{315BBA2E-6CC4-4D29-B740-1062B65A74E6}" dt="2019-02-18T15:09:33.115" v="14703"/>
          <ac:spMkLst>
            <pc:docMk/>
            <pc:sldMk cId="1201398233" sldId="334"/>
            <ac:spMk id="2" creationId="{00000000-0000-0000-0000-000000000000}"/>
          </ac:spMkLst>
        </pc:spChg>
        <pc:spChg chg="mod">
          <ac:chgData name="Choi Jeomki" userId="f1912f8b0928b9f1" providerId="LiveId" clId="{315BBA2E-6CC4-4D29-B740-1062B65A74E6}" dt="2019-02-18T15:07:05.499" v="14552" actId="408"/>
          <ac:spMkLst>
            <pc:docMk/>
            <pc:sldMk cId="1201398233" sldId="334"/>
            <ac:spMk id="3" creationId="{00000000-0000-0000-0000-000000000000}"/>
          </ac:spMkLst>
        </pc:spChg>
        <pc:spChg chg="del">
          <ac:chgData name="Choi Jeomki" userId="f1912f8b0928b9f1" providerId="LiveId" clId="{315BBA2E-6CC4-4D29-B740-1062B65A74E6}" dt="2019-02-18T14:16:04.388" v="9796" actId="478"/>
          <ac:spMkLst>
            <pc:docMk/>
            <pc:sldMk cId="1201398233" sldId="334"/>
            <ac:spMk id="4" creationId="{89ECF298-36A8-475E-997A-EF610CB28211}"/>
          </ac:spMkLst>
        </pc:spChg>
        <pc:spChg chg="add mod">
          <ac:chgData name="Choi Jeomki" userId="f1912f8b0928b9f1" providerId="LiveId" clId="{315BBA2E-6CC4-4D29-B740-1062B65A74E6}" dt="2019-02-18T15:07:48.256" v="14625" actId="1036"/>
          <ac:spMkLst>
            <pc:docMk/>
            <pc:sldMk cId="1201398233" sldId="334"/>
            <ac:spMk id="5" creationId="{89877BC6-0464-4FBA-A876-51BEAEBBDA5B}"/>
          </ac:spMkLst>
        </pc:spChg>
        <pc:spChg chg="add del mod">
          <ac:chgData name="Choi Jeomki" userId="f1912f8b0928b9f1" providerId="LiveId" clId="{315BBA2E-6CC4-4D29-B740-1062B65A74E6}" dt="2019-02-18T14:48:03.585" v="12294" actId="478"/>
          <ac:spMkLst>
            <pc:docMk/>
            <pc:sldMk cId="1201398233" sldId="334"/>
            <ac:spMk id="8" creationId="{4BA0A1E0-57C2-4CF6-A57C-A0DDD37D6B2B}"/>
          </ac:spMkLst>
        </pc:spChg>
        <pc:spChg chg="add del mod">
          <ac:chgData name="Choi Jeomki" userId="f1912f8b0928b9f1" providerId="LiveId" clId="{315BBA2E-6CC4-4D29-B740-1062B65A74E6}" dt="2019-02-18T15:09:09.485" v="14664"/>
          <ac:spMkLst>
            <pc:docMk/>
            <pc:sldMk cId="1201398233" sldId="334"/>
            <ac:spMk id="10" creationId="{946F07D6-5702-4EC8-9384-CA2F527CEC04}"/>
          </ac:spMkLst>
        </pc:spChg>
        <pc:spChg chg="add mod">
          <ac:chgData name="Choi Jeomki" userId="f1912f8b0928b9f1" providerId="LiveId" clId="{315BBA2E-6CC4-4D29-B740-1062B65A74E6}" dt="2019-02-18T15:07:48.256" v="14625" actId="1036"/>
          <ac:spMkLst>
            <pc:docMk/>
            <pc:sldMk cId="1201398233" sldId="334"/>
            <ac:spMk id="13" creationId="{04D9BFDC-1242-4BB2-856F-E57ACD2CBD62}"/>
          </ac:spMkLst>
        </pc:spChg>
        <pc:spChg chg="add del mod">
          <ac:chgData name="Choi Jeomki" userId="f1912f8b0928b9f1" providerId="LiveId" clId="{315BBA2E-6CC4-4D29-B740-1062B65A74E6}" dt="2019-02-18T15:09:09.485" v="14664"/>
          <ac:spMkLst>
            <pc:docMk/>
            <pc:sldMk cId="1201398233" sldId="334"/>
            <ac:spMk id="14" creationId="{7E3D41F1-1ABE-467F-8365-CF55DF10529F}"/>
          </ac:spMkLst>
        </pc:spChg>
        <pc:spChg chg="add mod">
          <ac:chgData name="Choi Jeomki" userId="f1912f8b0928b9f1" providerId="LiveId" clId="{315BBA2E-6CC4-4D29-B740-1062B65A74E6}" dt="2019-02-18T15:07:37.022" v="14620" actId="1037"/>
          <ac:spMkLst>
            <pc:docMk/>
            <pc:sldMk cId="1201398233" sldId="334"/>
            <ac:spMk id="16" creationId="{718834D2-A495-4807-B826-AD72D3EC9F3F}"/>
          </ac:spMkLst>
        </pc:spChg>
        <pc:spChg chg="add mod">
          <ac:chgData name="Choi Jeomki" userId="f1912f8b0928b9f1" providerId="LiveId" clId="{315BBA2E-6CC4-4D29-B740-1062B65A74E6}" dt="2019-02-18T15:07:17.901" v="14574" actId="1038"/>
          <ac:spMkLst>
            <pc:docMk/>
            <pc:sldMk cId="1201398233" sldId="334"/>
            <ac:spMk id="17" creationId="{BB741060-6D04-4168-8F95-DC3F8AC8B3F6}"/>
          </ac:spMkLst>
        </pc:spChg>
        <pc:spChg chg="add mod">
          <ac:chgData name="Choi Jeomki" userId="f1912f8b0928b9f1" providerId="LiveId" clId="{315BBA2E-6CC4-4D29-B740-1062B65A74E6}" dt="2019-02-18T15:07:48.256" v="14625" actId="1036"/>
          <ac:spMkLst>
            <pc:docMk/>
            <pc:sldMk cId="1201398233" sldId="334"/>
            <ac:spMk id="18" creationId="{D2B16282-3527-4515-AB2C-C47153B54082}"/>
          </ac:spMkLst>
        </pc:spChg>
        <pc:spChg chg="add del mod">
          <ac:chgData name="Choi Jeomki" userId="f1912f8b0928b9f1" providerId="LiveId" clId="{315BBA2E-6CC4-4D29-B740-1062B65A74E6}" dt="2019-02-18T15:09:09.485" v="14664"/>
          <ac:spMkLst>
            <pc:docMk/>
            <pc:sldMk cId="1201398233" sldId="334"/>
            <ac:spMk id="19" creationId="{764B2809-9631-4006-84ED-B9E09786DAE6}"/>
          </ac:spMkLst>
        </pc:spChg>
        <pc:spChg chg="add mod">
          <ac:chgData name="Choi Jeomki" userId="f1912f8b0928b9f1" providerId="LiveId" clId="{315BBA2E-6CC4-4D29-B740-1062B65A74E6}" dt="2019-02-18T15:07:32.578" v="14616" actId="1038"/>
          <ac:spMkLst>
            <pc:docMk/>
            <pc:sldMk cId="1201398233" sldId="334"/>
            <ac:spMk id="21" creationId="{6325578F-3683-4D4F-94A1-7AEC65D1488F}"/>
          </ac:spMkLst>
        </pc:spChg>
        <pc:spChg chg="add mod">
          <ac:chgData name="Choi Jeomki" userId="f1912f8b0928b9f1" providerId="LiveId" clId="{315BBA2E-6CC4-4D29-B740-1062B65A74E6}" dt="2019-02-18T15:07:48.256" v="14625" actId="1036"/>
          <ac:spMkLst>
            <pc:docMk/>
            <pc:sldMk cId="1201398233" sldId="334"/>
            <ac:spMk id="23" creationId="{2D8C5823-2BBB-4FA1-BCF8-91EAE2213575}"/>
          </ac:spMkLst>
        </pc:spChg>
        <pc:spChg chg="add del mod">
          <ac:chgData name="Choi Jeomki" userId="f1912f8b0928b9f1" providerId="LiveId" clId="{315BBA2E-6CC4-4D29-B740-1062B65A74E6}" dt="2019-02-18T15:09:09.485" v="14664"/>
          <ac:spMkLst>
            <pc:docMk/>
            <pc:sldMk cId="1201398233" sldId="334"/>
            <ac:spMk id="24" creationId="{B32998DA-C11B-4380-8846-A84EB78B574F}"/>
          </ac:spMkLst>
        </pc:spChg>
        <pc:spChg chg="add mod">
          <ac:chgData name="Choi Jeomki" userId="f1912f8b0928b9f1" providerId="LiveId" clId="{315BBA2E-6CC4-4D29-B740-1062B65A74E6}" dt="2019-02-18T15:07:25.680" v="14599" actId="1038"/>
          <ac:spMkLst>
            <pc:docMk/>
            <pc:sldMk cId="1201398233" sldId="334"/>
            <ac:spMk id="25" creationId="{A8B370D0-CA6E-4D70-8ECD-A782700F24FA}"/>
          </ac:spMkLst>
        </pc:spChg>
        <pc:spChg chg="mod">
          <ac:chgData name="Choi Jeomki" userId="f1912f8b0928b9f1" providerId="LiveId" clId="{315BBA2E-6CC4-4D29-B740-1062B65A74E6}" dt="2019-02-18T15:06:39.198" v="14480"/>
          <ac:spMkLst>
            <pc:docMk/>
            <pc:sldMk cId="1201398233" sldId="334"/>
            <ac:spMk id="57" creationId="{BC4B2D10-52AB-426E-B441-C1F8596831DA}"/>
          </ac:spMkLst>
        </pc:spChg>
        <pc:spChg chg="mod">
          <ac:chgData name="Choi Jeomki" userId="f1912f8b0928b9f1" providerId="LiveId" clId="{315BBA2E-6CC4-4D29-B740-1062B65A74E6}" dt="2019-02-18T15:06:43.209" v="14493"/>
          <ac:spMkLst>
            <pc:docMk/>
            <pc:sldMk cId="1201398233" sldId="334"/>
            <ac:spMk id="62" creationId="{1A3F1F81-B622-430C-BE90-FD7DE11EA57F}"/>
          </ac:spMkLst>
        </pc:spChg>
        <pc:spChg chg="mod">
          <ac:chgData name="Choi Jeomki" userId="f1912f8b0928b9f1" providerId="LiveId" clId="{315BBA2E-6CC4-4D29-B740-1062B65A74E6}" dt="2019-02-18T15:06:46.331" v="14506"/>
          <ac:spMkLst>
            <pc:docMk/>
            <pc:sldMk cId="1201398233" sldId="334"/>
            <ac:spMk id="67" creationId="{5CD21641-3D99-4A8A-B30A-D66BD9A8A526}"/>
          </ac:spMkLst>
        </pc:spChg>
        <pc:spChg chg="mod">
          <ac:chgData name="Choi Jeomki" userId="f1912f8b0928b9f1" providerId="LiveId" clId="{315BBA2E-6CC4-4D29-B740-1062B65A74E6}" dt="2019-02-18T15:06:34.643" v="14464"/>
          <ac:spMkLst>
            <pc:docMk/>
            <pc:sldMk cId="1201398233" sldId="334"/>
            <ac:spMk id="72" creationId="{248E61D7-98BE-462C-A8BE-66E4B7BDB8FB}"/>
          </ac:spMkLst>
        </pc:spChg>
        <pc:grpChg chg="add del mod">
          <ac:chgData name="Choi Jeomki" userId="f1912f8b0928b9f1" providerId="LiveId" clId="{315BBA2E-6CC4-4D29-B740-1062B65A74E6}" dt="2019-02-18T14:46:15.896" v="12244"/>
          <ac:grpSpMkLst>
            <pc:docMk/>
            <pc:sldMk cId="1201398233" sldId="334"/>
            <ac:grpSpMk id="9" creationId="{0B18ED87-18B6-48EA-93FB-4DFC90AB49E5}"/>
          </ac:grpSpMkLst>
        </pc:grpChg>
        <pc:grpChg chg="add del">
          <ac:chgData name="Choi Jeomki" userId="f1912f8b0928b9f1" providerId="LiveId" clId="{315BBA2E-6CC4-4D29-B740-1062B65A74E6}" dt="2019-02-18T15:06:01.734" v="14444" actId="478"/>
          <ac:grpSpMkLst>
            <pc:docMk/>
            <pc:sldMk cId="1201398233" sldId="334"/>
            <ac:grpSpMk id="30" creationId="{581393F4-1A53-4E1F-9AB9-86C2E863E5F4}"/>
          </ac:grpSpMkLst>
        </pc:grpChg>
        <pc:grpChg chg="add del">
          <ac:chgData name="Choi Jeomki" userId="f1912f8b0928b9f1" providerId="LiveId" clId="{315BBA2E-6CC4-4D29-B740-1062B65A74E6}" dt="2019-02-18T15:06:25.465" v="14446"/>
          <ac:grpSpMkLst>
            <pc:docMk/>
            <pc:sldMk cId="1201398233" sldId="334"/>
            <ac:grpSpMk id="35" creationId="{1F28DC9E-FC59-4F23-82BD-B9F56353A69F}"/>
          </ac:grpSpMkLst>
        </pc:grpChg>
        <pc:grpChg chg="add del">
          <ac:chgData name="Choi Jeomki" userId="f1912f8b0928b9f1" providerId="LiveId" clId="{315BBA2E-6CC4-4D29-B740-1062B65A74E6}" dt="2019-02-18T15:06:25.465" v="14446"/>
          <ac:grpSpMkLst>
            <pc:docMk/>
            <pc:sldMk cId="1201398233" sldId="334"/>
            <ac:grpSpMk id="40" creationId="{0E5EE1FB-084A-46F8-AF56-F4B9A7B1ED68}"/>
          </ac:grpSpMkLst>
        </pc:grpChg>
        <pc:grpChg chg="add del">
          <ac:chgData name="Choi Jeomki" userId="f1912f8b0928b9f1" providerId="LiveId" clId="{315BBA2E-6CC4-4D29-B740-1062B65A74E6}" dt="2019-02-18T15:06:25.465" v="14446"/>
          <ac:grpSpMkLst>
            <pc:docMk/>
            <pc:sldMk cId="1201398233" sldId="334"/>
            <ac:grpSpMk id="45" creationId="{CB6BF407-6C31-44E1-B3C9-98FFFE065517}"/>
          </ac:grpSpMkLst>
        </pc:grpChg>
        <pc:grpChg chg="add del">
          <ac:chgData name="Choi Jeomki" userId="f1912f8b0928b9f1" providerId="LiveId" clId="{315BBA2E-6CC4-4D29-B740-1062B65A74E6}" dt="2019-02-18T15:06:25.465" v="14446"/>
          <ac:grpSpMkLst>
            <pc:docMk/>
            <pc:sldMk cId="1201398233" sldId="334"/>
            <ac:grpSpMk id="50" creationId="{4A8EAB10-C298-4A54-8FD1-BD28296FF806}"/>
          </ac:grpSpMkLst>
        </pc:grpChg>
        <pc:grpChg chg="add mod">
          <ac:chgData name="Choi Jeomki" userId="f1912f8b0928b9f1" providerId="LiveId" clId="{315BBA2E-6CC4-4D29-B740-1062B65A74E6}" dt="2019-02-18T15:07:09.025" v="14553" actId="408"/>
          <ac:grpSpMkLst>
            <pc:docMk/>
            <pc:sldMk cId="1201398233" sldId="334"/>
            <ac:grpSpMk id="55" creationId="{4117DAB5-2859-4A3C-ADBF-49B8D732DA37}"/>
          </ac:grpSpMkLst>
        </pc:grpChg>
        <pc:grpChg chg="mod">
          <ac:chgData name="Choi Jeomki" userId="f1912f8b0928b9f1" providerId="LiveId" clId="{315BBA2E-6CC4-4D29-B740-1062B65A74E6}" dt="2019-02-18T15:07:09.025" v="14553" actId="408"/>
          <ac:grpSpMkLst>
            <pc:docMk/>
            <pc:sldMk cId="1201398233" sldId="334"/>
            <ac:grpSpMk id="56" creationId="{B30CD6F8-EF64-4B45-98AA-14AEE78E0F56}"/>
          </ac:grpSpMkLst>
        </pc:grpChg>
        <pc:grpChg chg="add mod">
          <ac:chgData name="Choi Jeomki" userId="f1912f8b0928b9f1" providerId="LiveId" clId="{315BBA2E-6CC4-4D29-B740-1062B65A74E6}" dt="2019-02-18T15:07:09.025" v="14553" actId="408"/>
          <ac:grpSpMkLst>
            <pc:docMk/>
            <pc:sldMk cId="1201398233" sldId="334"/>
            <ac:grpSpMk id="60" creationId="{A885F61E-022D-4106-8E46-7913EEB04C21}"/>
          </ac:grpSpMkLst>
        </pc:grpChg>
        <pc:grpChg chg="mod">
          <ac:chgData name="Choi Jeomki" userId="f1912f8b0928b9f1" providerId="LiveId" clId="{315BBA2E-6CC4-4D29-B740-1062B65A74E6}" dt="2019-02-18T15:07:09.025" v="14553" actId="408"/>
          <ac:grpSpMkLst>
            <pc:docMk/>
            <pc:sldMk cId="1201398233" sldId="334"/>
            <ac:grpSpMk id="61" creationId="{FCEEFF49-4DCB-4EAA-86D2-61611027EB01}"/>
          </ac:grpSpMkLst>
        </pc:grpChg>
        <pc:grpChg chg="add mod">
          <ac:chgData name="Choi Jeomki" userId="f1912f8b0928b9f1" providerId="LiveId" clId="{315BBA2E-6CC4-4D29-B740-1062B65A74E6}" dt="2019-02-18T15:07:09.025" v="14553" actId="408"/>
          <ac:grpSpMkLst>
            <pc:docMk/>
            <pc:sldMk cId="1201398233" sldId="334"/>
            <ac:grpSpMk id="65" creationId="{5D8F5C75-CA22-467A-97B1-3B39D59CD725}"/>
          </ac:grpSpMkLst>
        </pc:grpChg>
        <pc:grpChg chg="add mod">
          <ac:chgData name="Choi Jeomki" userId="f1912f8b0928b9f1" providerId="LiveId" clId="{315BBA2E-6CC4-4D29-B740-1062B65A74E6}" dt="2019-02-18T15:07:09.025" v="14553" actId="408"/>
          <ac:grpSpMkLst>
            <pc:docMk/>
            <pc:sldMk cId="1201398233" sldId="334"/>
            <ac:grpSpMk id="70" creationId="{041E4FBB-A97A-449A-A4B6-AA1FE7F53474}"/>
          </ac:grpSpMkLst>
        </pc:grpChg>
        <pc:picChg chg="add del mod">
          <ac:chgData name="Choi Jeomki" userId="f1912f8b0928b9f1" providerId="LiveId" clId="{315BBA2E-6CC4-4D29-B740-1062B65A74E6}" dt="2019-02-18T14:46:15.896" v="12244"/>
          <ac:picMkLst>
            <pc:docMk/>
            <pc:sldMk cId="1201398233" sldId="334"/>
            <ac:picMk id="6" creationId="{A09777B4-A26A-4B69-A0A6-43D708EA6BBD}"/>
          </ac:picMkLst>
        </pc:picChg>
        <pc:picChg chg="add del mod">
          <ac:chgData name="Choi Jeomki" userId="f1912f8b0928b9f1" providerId="LiveId" clId="{315BBA2E-6CC4-4D29-B740-1062B65A74E6}" dt="2019-02-18T14:46:15.896" v="12244"/>
          <ac:picMkLst>
            <pc:docMk/>
            <pc:sldMk cId="1201398233" sldId="334"/>
            <ac:picMk id="7" creationId="{84AA4C39-643E-4EAE-8F2F-BB1ECD443D9D}"/>
          </ac:picMkLst>
        </pc:picChg>
        <pc:picChg chg="add mod">
          <ac:chgData name="Choi Jeomki" userId="f1912f8b0928b9f1" providerId="LiveId" clId="{315BBA2E-6CC4-4D29-B740-1062B65A74E6}" dt="2019-02-18T15:07:59.888" v="14629" actId="1076"/>
          <ac:picMkLst>
            <pc:docMk/>
            <pc:sldMk cId="1201398233" sldId="334"/>
            <ac:picMk id="11" creationId="{366B28A1-177C-4BB5-BEDE-3B862739911E}"/>
          </ac:picMkLst>
        </pc:picChg>
        <pc:picChg chg="add mod">
          <ac:chgData name="Choi Jeomki" userId="f1912f8b0928b9f1" providerId="LiveId" clId="{315BBA2E-6CC4-4D29-B740-1062B65A74E6}" dt="2019-02-18T15:07:59.888" v="14629" actId="1076"/>
          <ac:picMkLst>
            <pc:docMk/>
            <pc:sldMk cId="1201398233" sldId="334"/>
            <ac:picMk id="12" creationId="{0D56D0F2-986B-400D-951A-D3453AC151F4}"/>
          </ac:picMkLst>
        </pc:picChg>
        <pc:picChg chg="add del mod">
          <ac:chgData name="Choi Jeomki" userId="f1912f8b0928b9f1" providerId="LiveId" clId="{315BBA2E-6CC4-4D29-B740-1062B65A74E6}" dt="2019-02-18T14:55:26.365" v="12979" actId="478"/>
          <ac:picMkLst>
            <pc:docMk/>
            <pc:sldMk cId="1201398233" sldId="334"/>
            <ac:picMk id="15" creationId="{1A82F0E7-6913-45B1-BC89-8DBC0F181C62}"/>
          </ac:picMkLst>
        </pc:picChg>
        <pc:picChg chg="add mod">
          <ac:chgData name="Choi Jeomki" userId="f1912f8b0928b9f1" providerId="LiveId" clId="{315BBA2E-6CC4-4D29-B740-1062B65A74E6}" dt="2019-02-18T15:07:57.210" v="14628" actId="1076"/>
          <ac:picMkLst>
            <pc:docMk/>
            <pc:sldMk cId="1201398233" sldId="334"/>
            <ac:picMk id="20" creationId="{0700B7B1-1150-4ACE-A2C0-0F1F0788AE3C}"/>
          </ac:picMkLst>
        </pc:picChg>
        <pc:picChg chg="add del mod">
          <ac:chgData name="Choi Jeomki" userId="f1912f8b0928b9f1" providerId="LiveId" clId="{315BBA2E-6CC4-4D29-B740-1062B65A74E6}" dt="2019-02-18T15:00:05.914" v="13424" actId="478"/>
          <ac:picMkLst>
            <pc:docMk/>
            <pc:sldMk cId="1201398233" sldId="334"/>
            <ac:picMk id="22" creationId="{0B3B3CE4-7372-4150-873B-E7D520C67C1B}"/>
          </ac:picMkLst>
        </pc:picChg>
        <pc:picChg chg="add mod">
          <ac:chgData name="Choi Jeomki" userId="f1912f8b0928b9f1" providerId="LiveId" clId="{315BBA2E-6CC4-4D29-B740-1062B65A74E6}" dt="2019-02-18T15:07:55.728" v="14627" actId="1076"/>
          <ac:picMkLst>
            <pc:docMk/>
            <pc:sldMk cId="1201398233" sldId="334"/>
            <ac:picMk id="26" creationId="{27800057-F0A3-45BF-BA28-67B05AFCE836}"/>
          </ac:picMkLst>
        </pc:picChg>
        <pc:picChg chg="add del mod">
          <ac:chgData name="Choi Jeomki" userId="f1912f8b0928b9f1" providerId="LiveId" clId="{315BBA2E-6CC4-4D29-B740-1062B65A74E6}" dt="2019-02-18T15:00:50.062" v="13433" actId="478"/>
          <ac:picMkLst>
            <pc:docMk/>
            <pc:sldMk cId="1201398233" sldId="334"/>
            <ac:picMk id="27" creationId="{D52F209D-2C1A-4578-A39D-04C9FAF122D7}"/>
          </ac:picMkLst>
        </pc:picChg>
        <pc:picChg chg="add del mod">
          <ac:chgData name="Choi Jeomki" userId="f1912f8b0928b9f1" providerId="LiveId" clId="{315BBA2E-6CC4-4D29-B740-1062B65A74E6}" dt="2019-02-18T15:01:05.700" v="13445" actId="478"/>
          <ac:picMkLst>
            <pc:docMk/>
            <pc:sldMk cId="1201398233" sldId="334"/>
            <ac:picMk id="28" creationId="{2F587997-4452-49A4-988D-19067D29128C}"/>
          </ac:picMkLst>
        </pc:picChg>
        <pc:picChg chg="add mod">
          <ac:chgData name="Choi Jeomki" userId="f1912f8b0928b9f1" providerId="LiveId" clId="{315BBA2E-6CC4-4D29-B740-1062B65A74E6}" dt="2019-02-18T15:07:53.144" v="14626" actId="14100"/>
          <ac:picMkLst>
            <pc:docMk/>
            <pc:sldMk cId="1201398233" sldId="334"/>
            <ac:picMk id="29" creationId="{E24D123E-97B3-4F31-A467-F17317488069}"/>
          </ac:picMkLst>
        </pc:picChg>
        <pc:cxnChg chg="add del">
          <ac:chgData name="Choi Jeomki" userId="f1912f8b0928b9f1" providerId="LiveId" clId="{315BBA2E-6CC4-4D29-B740-1062B65A74E6}" dt="2019-02-18T20:02:18.327" v="18887" actId="478"/>
          <ac:cxnSpMkLst>
            <pc:docMk/>
            <pc:sldMk cId="1201398233" sldId="334"/>
            <ac:cxnSpMk id="75" creationId="{A05FBFF9-F071-419C-8A85-C6BDBB2CBF30}"/>
          </ac:cxnSpMkLst>
        </pc:cxnChg>
      </pc:sldChg>
      <pc:sldChg chg="addSp delSp modSp">
        <pc:chgData name="Choi Jeomki" userId="f1912f8b0928b9f1" providerId="LiveId" clId="{315BBA2E-6CC4-4D29-B740-1062B65A74E6}" dt="2019-02-18T20:03:25.241" v="19358" actId="1038"/>
        <pc:sldMkLst>
          <pc:docMk/>
          <pc:sldMk cId="2431518710" sldId="335"/>
        </pc:sldMkLst>
        <pc:spChg chg="mod">
          <ac:chgData name="Choi Jeomki" userId="f1912f8b0928b9f1" providerId="LiveId" clId="{315BBA2E-6CC4-4D29-B740-1062B65A74E6}" dt="2019-02-18T15:09:18.025" v="14683"/>
          <ac:spMkLst>
            <pc:docMk/>
            <pc:sldMk cId="2431518710" sldId="335"/>
            <ac:spMk id="2" creationId="{00000000-0000-0000-0000-000000000000}"/>
          </ac:spMkLst>
        </pc:spChg>
        <pc:spChg chg="mod">
          <ac:chgData name="Choi Jeomki" userId="f1912f8b0928b9f1" providerId="LiveId" clId="{315BBA2E-6CC4-4D29-B740-1062B65A74E6}" dt="2019-02-18T16:27:40.380" v="16654" actId="20577"/>
          <ac:spMkLst>
            <pc:docMk/>
            <pc:sldMk cId="2431518710" sldId="335"/>
            <ac:spMk id="3" creationId="{00000000-0000-0000-0000-000000000000}"/>
          </ac:spMkLst>
        </pc:spChg>
        <pc:spChg chg="del mod">
          <ac:chgData name="Choi Jeomki" userId="f1912f8b0928b9f1" providerId="LiveId" clId="{315BBA2E-6CC4-4D29-B740-1062B65A74E6}" dt="2019-02-18T15:10:58.139" v="14829" actId="478"/>
          <ac:spMkLst>
            <pc:docMk/>
            <pc:sldMk cId="2431518710" sldId="335"/>
            <ac:spMk id="5" creationId="{8627FBAF-78E9-4EF9-A221-93958AB30E7D}"/>
          </ac:spMkLst>
        </pc:spChg>
        <pc:spChg chg="add del mod">
          <ac:chgData name="Choi Jeomki" userId="f1912f8b0928b9f1" providerId="LiveId" clId="{315BBA2E-6CC4-4D29-B740-1062B65A74E6}" dt="2019-02-18T14:53:22.136" v="12888" actId="478"/>
          <ac:spMkLst>
            <pc:docMk/>
            <pc:sldMk cId="2431518710" sldId="335"/>
            <ac:spMk id="8" creationId="{116C0122-2E0B-45A1-B081-20B9EB49B12D}"/>
          </ac:spMkLst>
        </pc:spChg>
        <pc:spChg chg="del mod">
          <ac:chgData name="Choi Jeomki" userId="f1912f8b0928b9f1" providerId="LiveId" clId="{315BBA2E-6CC4-4D29-B740-1062B65A74E6}" dt="2019-02-18T15:10:55.693" v="14828" actId="478"/>
          <ac:spMkLst>
            <pc:docMk/>
            <pc:sldMk cId="2431518710" sldId="335"/>
            <ac:spMk id="9" creationId="{8934C24A-143A-44FB-86EC-3CD64E6DB568}"/>
          </ac:spMkLst>
        </pc:spChg>
        <pc:spChg chg="add mod topLvl">
          <ac:chgData name="Choi Jeomki" userId="f1912f8b0928b9f1" providerId="LiveId" clId="{315BBA2E-6CC4-4D29-B740-1062B65A74E6}" dt="2019-02-18T15:19:16.217" v="15432" actId="164"/>
          <ac:spMkLst>
            <pc:docMk/>
            <pc:sldMk cId="2431518710" sldId="335"/>
            <ac:spMk id="11" creationId="{E131C061-CBCF-4A16-94E7-23794C32E3BE}"/>
          </ac:spMkLst>
        </pc:spChg>
        <pc:spChg chg="add mod topLvl">
          <ac:chgData name="Choi Jeomki" userId="f1912f8b0928b9f1" providerId="LiveId" clId="{315BBA2E-6CC4-4D29-B740-1062B65A74E6}" dt="2019-02-18T15:19:16.217" v="15432" actId="164"/>
          <ac:spMkLst>
            <pc:docMk/>
            <pc:sldMk cId="2431518710" sldId="335"/>
            <ac:spMk id="12" creationId="{4995CE1F-E242-4977-BDBF-90D180424142}"/>
          </ac:spMkLst>
        </pc:spChg>
        <pc:spChg chg="add mod topLvl">
          <ac:chgData name="Choi Jeomki" userId="f1912f8b0928b9f1" providerId="LiveId" clId="{315BBA2E-6CC4-4D29-B740-1062B65A74E6}" dt="2019-02-18T15:19:16.217" v="15432" actId="164"/>
          <ac:spMkLst>
            <pc:docMk/>
            <pc:sldMk cId="2431518710" sldId="335"/>
            <ac:spMk id="13" creationId="{2498578D-751E-49B9-B579-488071C5C9A7}"/>
          </ac:spMkLst>
        </pc:spChg>
        <pc:spChg chg="add mod topLvl">
          <ac:chgData name="Choi Jeomki" userId="f1912f8b0928b9f1" providerId="LiveId" clId="{315BBA2E-6CC4-4D29-B740-1062B65A74E6}" dt="2019-02-18T15:19:16.217" v="15432" actId="164"/>
          <ac:spMkLst>
            <pc:docMk/>
            <pc:sldMk cId="2431518710" sldId="335"/>
            <ac:spMk id="14" creationId="{B85D97F0-0CA8-42C8-9183-062E7D07B314}"/>
          </ac:spMkLst>
        </pc:spChg>
        <pc:spChg chg="add mod topLvl">
          <ac:chgData name="Choi Jeomki" userId="f1912f8b0928b9f1" providerId="LiveId" clId="{315BBA2E-6CC4-4D29-B740-1062B65A74E6}" dt="2019-02-18T15:19:16.217" v="15432" actId="164"/>
          <ac:spMkLst>
            <pc:docMk/>
            <pc:sldMk cId="2431518710" sldId="335"/>
            <ac:spMk id="15" creationId="{01E6B3E1-D4EC-43BD-9ABD-B69B1854A20D}"/>
          </ac:spMkLst>
        </pc:spChg>
        <pc:spChg chg="add mod">
          <ac:chgData name="Choi Jeomki" userId="f1912f8b0928b9f1" providerId="LiveId" clId="{315BBA2E-6CC4-4D29-B740-1062B65A74E6}" dt="2019-02-18T16:27:13.472" v="16628"/>
          <ac:spMkLst>
            <pc:docMk/>
            <pc:sldMk cId="2431518710" sldId="335"/>
            <ac:spMk id="18" creationId="{62971333-4737-447F-B3BA-76B75EDEA4C8}"/>
          </ac:spMkLst>
        </pc:spChg>
        <pc:spChg chg="add mod">
          <ac:chgData name="Choi Jeomki" userId="f1912f8b0928b9f1" providerId="LiveId" clId="{315BBA2E-6CC4-4D29-B740-1062B65A74E6}" dt="2019-02-18T20:03:09.005" v="19341" actId="1038"/>
          <ac:spMkLst>
            <pc:docMk/>
            <pc:sldMk cId="2431518710" sldId="335"/>
            <ac:spMk id="19" creationId="{6DC75182-D75C-4BA7-BF17-AF5F6EA82375}"/>
          </ac:spMkLst>
        </pc:spChg>
        <pc:spChg chg="add mod">
          <ac:chgData name="Choi Jeomki" userId="f1912f8b0928b9f1" providerId="LiveId" clId="{315BBA2E-6CC4-4D29-B740-1062B65A74E6}" dt="2019-02-18T20:03:14.735" v="19349" actId="1038"/>
          <ac:spMkLst>
            <pc:docMk/>
            <pc:sldMk cId="2431518710" sldId="335"/>
            <ac:spMk id="20" creationId="{DA25623D-0C40-4E93-8C13-725A0F8CB9B0}"/>
          </ac:spMkLst>
        </pc:spChg>
        <pc:spChg chg="add mod">
          <ac:chgData name="Choi Jeomki" userId="f1912f8b0928b9f1" providerId="LiveId" clId="{315BBA2E-6CC4-4D29-B740-1062B65A74E6}" dt="2019-02-18T20:03:18.189" v="19352" actId="1038"/>
          <ac:spMkLst>
            <pc:docMk/>
            <pc:sldMk cId="2431518710" sldId="335"/>
            <ac:spMk id="21" creationId="{93C625FC-5916-41EB-907C-AC9AFCEA39C9}"/>
          </ac:spMkLst>
        </pc:spChg>
        <pc:spChg chg="add mod">
          <ac:chgData name="Choi Jeomki" userId="f1912f8b0928b9f1" providerId="LiveId" clId="{315BBA2E-6CC4-4D29-B740-1062B65A74E6}" dt="2019-02-18T20:03:22.035" v="19356" actId="1038"/>
          <ac:spMkLst>
            <pc:docMk/>
            <pc:sldMk cId="2431518710" sldId="335"/>
            <ac:spMk id="22" creationId="{F9218B69-1DB5-4F65-83DD-461FA1E4B7E4}"/>
          </ac:spMkLst>
        </pc:spChg>
        <pc:spChg chg="add mod">
          <ac:chgData name="Choi Jeomki" userId="f1912f8b0928b9f1" providerId="LiveId" clId="{315BBA2E-6CC4-4D29-B740-1062B65A74E6}" dt="2019-02-18T15:19:16.217" v="15432" actId="164"/>
          <ac:spMkLst>
            <pc:docMk/>
            <pc:sldMk cId="2431518710" sldId="335"/>
            <ac:spMk id="23" creationId="{8AE536F0-B3DF-4A98-B87A-32616B108EA0}"/>
          </ac:spMkLst>
        </pc:spChg>
        <pc:spChg chg="add mod">
          <ac:chgData name="Choi Jeomki" userId="f1912f8b0928b9f1" providerId="LiveId" clId="{315BBA2E-6CC4-4D29-B740-1062B65A74E6}" dt="2019-02-18T20:03:25.241" v="19358" actId="1038"/>
          <ac:spMkLst>
            <pc:docMk/>
            <pc:sldMk cId="2431518710" sldId="335"/>
            <ac:spMk id="24" creationId="{60F5D39A-5FFD-45CA-B22E-3168BC52623D}"/>
          </ac:spMkLst>
        </pc:spChg>
        <pc:spChg chg="mod">
          <ac:chgData name="Choi Jeomki" userId="f1912f8b0928b9f1" providerId="LiveId" clId="{315BBA2E-6CC4-4D29-B740-1062B65A74E6}" dt="2019-02-18T15:20:36.700" v="15544"/>
          <ac:spMkLst>
            <pc:docMk/>
            <pc:sldMk cId="2431518710" sldId="335"/>
            <ac:spMk id="28" creationId="{9D01E7DD-CF12-4ED7-B582-0A6C6788D84D}"/>
          </ac:spMkLst>
        </pc:spChg>
        <pc:spChg chg="mod">
          <ac:chgData name="Choi Jeomki" userId="f1912f8b0928b9f1" providerId="LiveId" clId="{315BBA2E-6CC4-4D29-B740-1062B65A74E6}" dt="2019-02-18T15:20:42.539" v="15573"/>
          <ac:spMkLst>
            <pc:docMk/>
            <pc:sldMk cId="2431518710" sldId="335"/>
            <ac:spMk id="33" creationId="{302A619B-F372-4847-91D7-1D2221F7E1F7}"/>
          </ac:spMkLst>
        </pc:spChg>
        <pc:spChg chg="mod">
          <ac:chgData name="Choi Jeomki" userId="f1912f8b0928b9f1" providerId="LiveId" clId="{315BBA2E-6CC4-4D29-B740-1062B65A74E6}" dt="2019-02-18T15:20:37.017" v="15545" actId="20577"/>
          <ac:spMkLst>
            <pc:docMk/>
            <pc:sldMk cId="2431518710" sldId="335"/>
            <ac:spMk id="38" creationId="{0708241B-F64C-43A1-840B-89A1F5046B1C}"/>
          </ac:spMkLst>
        </pc:spChg>
        <pc:spChg chg="add del mod">
          <ac:chgData name="Choi Jeomki" userId="f1912f8b0928b9f1" providerId="LiveId" clId="{315BBA2E-6CC4-4D29-B740-1062B65A74E6}" dt="2019-02-18T16:26:17.036" v="16543" actId="478"/>
          <ac:spMkLst>
            <pc:docMk/>
            <pc:sldMk cId="2431518710" sldId="335"/>
            <ac:spMk id="41" creationId="{E12D4E49-20DE-4CF2-B828-D137FC318352}"/>
          </ac:spMkLst>
        </pc:spChg>
        <pc:spChg chg="mod">
          <ac:chgData name="Choi Jeomki" userId="f1912f8b0928b9f1" providerId="LiveId" clId="{315BBA2E-6CC4-4D29-B740-1062B65A74E6}" dt="2019-02-18T16:26:46.592" v="16559"/>
          <ac:spMkLst>
            <pc:docMk/>
            <pc:sldMk cId="2431518710" sldId="335"/>
            <ac:spMk id="44" creationId="{92AEFFAE-AD44-4FA1-89CF-1FCE16D4D185}"/>
          </ac:spMkLst>
        </pc:spChg>
        <pc:grpChg chg="add del mod">
          <ac:chgData name="Choi Jeomki" userId="f1912f8b0928b9f1" providerId="LiveId" clId="{315BBA2E-6CC4-4D29-B740-1062B65A74E6}" dt="2019-02-18T15:18:20.729" v="15415" actId="165"/>
          <ac:grpSpMkLst>
            <pc:docMk/>
            <pc:sldMk cId="2431518710" sldId="335"/>
            <ac:grpSpMk id="4" creationId="{AD36BB2A-0359-4862-9F44-5F3352087007}"/>
          </ac:grpSpMkLst>
        </pc:grpChg>
        <pc:grpChg chg="add mod">
          <ac:chgData name="Choi Jeomki" userId="f1912f8b0928b9f1" providerId="LiveId" clId="{315BBA2E-6CC4-4D29-B740-1062B65A74E6}" dt="2019-02-18T15:21:04.427" v="15581" actId="1035"/>
          <ac:grpSpMkLst>
            <pc:docMk/>
            <pc:sldMk cId="2431518710" sldId="335"/>
            <ac:grpSpMk id="7" creationId="{34F5D503-D9A0-4824-BC1D-43AE6AC01D15}"/>
          </ac:grpSpMkLst>
        </pc:grpChg>
        <pc:grpChg chg="add mod">
          <ac:chgData name="Choi Jeomki" userId="f1912f8b0928b9f1" providerId="LiveId" clId="{315BBA2E-6CC4-4D29-B740-1062B65A74E6}" dt="2019-02-18T15:21:39.199" v="15593"/>
          <ac:grpSpMkLst>
            <pc:docMk/>
            <pc:sldMk cId="2431518710" sldId="335"/>
            <ac:grpSpMk id="10" creationId="{B6CD1681-FFF4-4B58-92FE-C5A5280A26D9}"/>
          </ac:grpSpMkLst>
        </pc:grpChg>
        <pc:grpChg chg="add mod">
          <ac:chgData name="Choi Jeomki" userId="f1912f8b0928b9f1" providerId="LiveId" clId="{315BBA2E-6CC4-4D29-B740-1062B65A74E6}" dt="2019-02-18T16:21:50.462" v="15732" actId="14100"/>
          <ac:grpSpMkLst>
            <pc:docMk/>
            <pc:sldMk cId="2431518710" sldId="335"/>
            <ac:grpSpMk id="26" creationId="{42ED1418-5AF7-4F7C-9466-8712F251FFB9}"/>
          </ac:grpSpMkLst>
        </pc:grpChg>
        <pc:grpChg chg="add mod">
          <ac:chgData name="Choi Jeomki" userId="f1912f8b0928b9f1" providerId="LiveId" clId="{315BBA2E-6CC4-4D29-B740-1062B65A74E6}" dt="2019-02-18T15:21:18.352" v="15584" actId="14100"/>
          <ac:grpSpMkLst>
            <pc:docMk/>
            <pc:sldMk cId="2431518710" sldId="335"/>
            <ac:grpSpMk id="31" creationId="{20D8C7B8-43E5-48E6-9D8D-778A8CD305B7}"/>
          </ac:grpSpMkLst>
        </pc:grpChg>
        <pc:grpChg chg="add mod">
          <ac:chgData name="Choi Jeomki" userId="f1912f8b0928b9f1" providerId="LiveId" clId="{315BBA2E-6CC4-4D29-B740-1062B65A74E6}" dt="2019-02-18T16:26:41.886" v="16549" actId="14100"/>
          <ac:grpSpMkLst>
            <pc:docMk/>
            <pc:sldMk cId="2431518710" sldId="335"/>
            <ac:grpSpMk id="36" creationId="{EB34C06D-21DA-4D0A-B859-C56AB5AB4CF5}"/>
          </ac:grpSpMkLst>
        </pc:grpChg>
        <pc:grpChg chg="add mod">
          <ac:chgData name="Choi Jeomki" userId="f1912f8b0928b9f1" providerId="LiveId" clId="{315BBA2E-6CC4-4D29-B740-1062B65A74E6}" dt="2019-02-18T16:26:38.565" v="16548" actId="14100"/>
          <ac:grpSpMkLst>
            <pc:docMk/>
            <pc:sldMk cId="2431518710" sldId="335"/>
            <ac:grpSpMk id="42" creationId="{CC1575FB-9C21-42F7-871A-5B8E22B5BA89}"/>
          </ac:grpSpMkLst>
        </pc:grpChg>
        <pc:grpChg chg="mod">
          <ac:chgData name="Choi Jeomki" userId="f1912f8b0928b9f1" providerId="LiveId" clId="{315BBA2E-6CC4-4D29-B740-1062B65A74E6}" dt="2019-02-18T16:26:35.783" v="16547" actId="554"/>
          <ac:grpSpMkLst>
            <pc:docMk/>
            <pc:sldMk cId="2431518710" sldId="335"/>
            <ac:grpSpMk id="43" creationId="{C1F9EA9A-2EDC-4FD3-875E-44B45F9A485F}"/>
          </ac:grpSpMkLst>
        </pc:grpChg>
        <pc:picChg chg="del mod">
          <ac:chgData name="Choi Jeomki" userId="f1912f8b0928b9f1" providerId="LiveId" clId="{315BBA2E-6CC4-4D29-B740-1062B65A74E6}" dt="2019-02-18T15:10:55.693" v="14828" actId="478"/>
          <ac:picMkLst>
            <pc:docMk/>
            <pc:sldMk cId="2431518710" sldId="335"/>
            <ac:picMk id="6" creationId="{904A0678-53F8-44FC-9F42-45DB146DFC1C}"/>
          </ac:picMkLst>
        </pc:picChg>
        <pc:picChg chg="del">
          <ac:chgData name="Choi Jeomki" userId="f1912f8b0928b9f1" providerId="LiveId" clId="{315BBA2E-6CC4-4D29-B740-1062B65A74E6}" dt="2019-02-18T15:10:55.693" v="14828" actId="478"/>
          <ac:picMkLst>
            <pc:docMk/>
            <pc:sldMk cId="2431518710" sldId="335"/>
            <ac:picMk id="17" creationId="{84226016-652D-4525-8979-8F8D052D846F}"/>
          </ac:picMkLst>
        </pc:picChg>
        <pc:picChg chg="add del mod">
          <ac:chgData name="Choi Jeomki" userId="f1912f8b0928b9f1" providerId="LiveId" clId="{315BBA2E-6CC4-4D29-B740-1062B65A74E6}" dt="2019-02-18T14:53:24.235" v="12889" actId="478"/>
          <ac:picMkLst>
            <pc:docMk/>
            <pc:sldMk cId="2431518710" sldId="335"/>
            <ac:picMk id="1026" creationId="{A6CFE6B7-D2FA-464A-B5A0-F963AC061647}"/>
          </ac:picMkLst>
        </pc:picChg>
        <pc:picChg chg="add del mod">
          <ac:chgData name="Choi Jeomki" userId="f1912f8b0928b9f1" providerId="LiveId" clId="{315BBA2E-6CC4-4D29-B740-1062B65A74E6}" dt="2019-02-18T14:53:24.235" v="12889" actId="478"/>
          <ac:picMkLst>
            <pc:docMk/>
            <pc:sldMk cId="2431518710" sldId="335"/>
            <ac:picMk id="1028" creationId="{D4B02230-28C5-478F-B0DB-72C6F74DA61F}"/>
          </ac:picMkLst>
        </pc:picChg>
        <pc:cxnChg chg="add mod">
          <ac:chgData name="Choi Jeomki" userId="f1912f8b0928b9f1" providerId="LiveId" clId="{315BBA2E-6CC4-4D29-B740-1062B65A74E6}" dt="2019-02-18T20:02:50.313" v="19132" actId="1037"/>
          <ac:cxnSpMkLst>
            <pc:docMk/>
            <pc:sldMk cId="2431518710" sldId="335"/>
            <ac:cxnSpMk id="47" creationId="{B200CFB5-7399-4912-8BA1-A3A4287E15FA}"/>
          </ac:cxnSpMkLst>
        </pc:cxnChg>
        <pc:cxnChg chg="add mod">
          <ac:chgData name="Choi Jeomki" userId="f1912f8b0928b9f1" providerId="LiveId" clId="{315BBA2E-6CC4-4D29-B740-1062B65A74E6}" dt="2019-02-18T20:02:53.746" v="19183" actId="1038"/>
          <ac:cxnSpMkLst>
            <pc:docMk/>
            <pc:sldMk cId="2431518710" sldId="335"/>
            <ac:cxnSpMk id="49" creationId="{E97BCEC6-2C6B-4BCF-98D3-90F84417156C}"/>
          </ac:cxnSpMkLst>
        </pc:cxnChg>
        <pc:cxnChg chg="add mod">
          <ac:chgData name="Choi Jeomki" userId="f1912f8b0928b9f1" providerId="LiveId" clId="{315BBA2E-6CC4-4D29-B740-1062B65A74E6}" dt="2019-02-18T20:02:59.259" v="19283" actId="1037"/>
          <ac:cxnSpMkLst>
            <pc:docMk/>
            <pc:sldMk cId="2431518710" sldId="335"/>
            <ac:cxnSpMk id="50" creationId="{118BA3B3-D611-4D5C-AEA2-4C718AD6DCB3}"/>
          </ac:cxnSpMkLst>
        </pc:cxnChg>
        <pc:cxnChg chg="add mod">
          <ac:chgData name="Choi Jeomki" userId="f1912f8b0928b9f1" providerId="LiveId" clId="{315BBA2E-6CC4-4D29-B740-1062B65A74E6}" dt="2019-02-18T20:03:01.940" v="19333" actId="1037"/>
          <ac:cxnSpMkLst>
            <pc:docMk/>
            <pc:sldMk cId="2431518710" sldId="335"/>
            <ac:cxnSpMk id="51" creationId="{6947C486-FF2C-4E0C-B3E7-F521EEB5ADF8}"/>
          </ac:cxnSpMkLst>
        </pc:cxnChg>
        <pc:cxnChg chg="add">
          <ac:chgData name="Choi Jeomki" userId="f1912f8b0928b9f1" providerId="LiveId" clId="{315BBA2E-6CC4-4D29-B740-1062B65A74E6}" dt="2019-02-18T20:03:02.630" v="19334"/>
          <ac:cxnSpMkLst>
            <pc:docMk/>
            <pc:sldMk cId="2431518710" sldId="335"/>
            <ac:cxnSpMk id="52" creationId="{270F80E0-757F-4ECA-97F3-04F0C6A76A6F}"/>
          </ac:cxnSpMkLst>
        </pc:cxnChg>
      </pc:sldChg>
      <pc:sldChg chg="modSp">
        <pc:chgData name="Choi Jeomki" userId="f1912f8b0928b9f1" providerId="LiveId" clId="{315BBA2E-6CC4-4D29-B740-1062B65A74E6}" dt="2019-02-18T07:07:36.516" v="2558"/>
        <pc:sldMkLst>
          <pc:docMk/>
          <pc:sldMk cId="2559730440" sldId="346"/>
        </pc:sldMkLst>
        <pc:spChg chg="mod">
          <ac:chgData name="Choi Jeomki" userId="f1912f8b0928b9f1" providerId="LiveId" clId="{315BBA2E-6CC4-4D29-B740-1062B65A74E6}" dt="2019-02-18T03:38:29.280" v="445"/>
          <ac:spMkLst>
            <pc:docMk/>
            <pc:sldMk cId="2559730440" sldId="346"/>
            <ac:spMk id="2" creationId="{00000000-0000-0000-0000-000000000000}"/>
          </ac:spMkLst>
        </pc:spChg>
        <pc:spChg chg="mod">
          <ac:chgData name="Choi Jeomki" userId="f1912f8b0928b9f1" providerId="LiveId" clId="{315BBA2E-6CC4-4D29-B740-1062B65A74E6}" dt="2019-02-18T04:29:46.740" v="1240" actId="20577"/>
          <ac:spMkLst>
            <pc:docMk/>
            <pc:sldMk cId="2559730440" sldId="346"/>
            <ac:spMk id="3" creationId="{00000000-0000-0000-0000-000000000000}"/>
          </ac:spMkLst>
        </pc:spChg>
        <pc:spChg chg="mod">
          <ac:chgData name="Choi Jeomki" userId="f1912f8b0928b9f1" providerId="LiveId" clId="{315BBA2E-6CC4-4D29-B740-1062B65A74E6}" dt="2019-02-18T07:07:36.516" v="2558"/>
          <ac:spMkLst>
            <pc:docMk/>
            <pc:sldMk cId="2559730440" sldId="346"/>
            <ac:spMk id="5" creationId="{57B1AADE-64F6-497E-A30E-E4D700258759}"/>
          </ac:spMkLst>
        </pc:spChg>
        <pc:spChg chg="mod">
          <ac:chgData name="Choi Jeomki" userId="f1912f8b0928b9f1" providerId="LiveId" clId="{315BBA2E-6CC4-4D29-B740-1062B65A74E6}" dt="2019-02-18T03:14:46.362" v="115"/>
          <ac:spMkLst>
            <pc:docMk/>
            <pc:sldMk cId="2559730440" sldId="346"/>
            <ac:spMk id="9" creationId="{D28E5FA6-C305-4CF8-AB94-309346C8BA31}"/>
          </ac:spMkLst>
        </pc:spChg>
        <pc:grpChg chg="mod">
          <ac:chgData name="Choi Jeomki" userId="f1912f8b0928b9f1" providerId="LiveId" clId="{315BBA2E-6CC4-4D29-B740-1062B65A74E6}" dt="2019-02-18T03:14:47.059" v="116" actId="14100"/>
          <ac:grpSpMkLst>
            <pc:docMk/>
            <pc:sldMk cId="2559730440" sldId="346"/>
            <ac:grpSpMk id="7" creationId="{7BDCCEA1-97C5-4F00-81E3-624526AA4B48}"/>
          </ac:grpSpMkLst>
        </pc:grpChg>
        <pc:picChg chg="mod">
          <ac:chgData name="Choi Jeomki" userId="f1912f8b0928b9f1" providerId="LiveId" clId="{315BBA2E-6CC4-4D29-B740-1062B65A74E6}" dt="2019-02-18T04:49:05.546" v="1512" actId="208"/>
          <ac:picMkLst>
            <pc:docMk/>
            <pc:sldMk cId="2559730440" sldId="346"/>
            <ac:picMk id="4" creationId="{8261B82C-319A-4D6B-A7FC-9E9CC1A46F38}"/>
          </ac:picMkLst>
        </pc:picChg>
        <pc:picChg chg="mod">
          <ac:chgData name="Choi Jeomki" userId="f1912f8b0928b9f1" providerId="LiveId" clId="{315BBA2E-6CC4-4D29-B740-1062B65A74E6}" dt="2019-02-18T04:49:05.546" v="1512" actId="208"/>
          <ac:picMkLst>
            <pc:docMk/>
            <pc:sldMk cId="2559730440" sldId="346"/>
            <ac:picMk id="6" creationId="{75406C95-6086-4E9F-A358-EB2B15E1B8E2}"/>
          </ac:picMkLst>
        </pc:picChg>
      </pc:sldChg>
      <pc:sldChg chg="addSp delSp modSp add ord">
        <pc:chgData name="Choi Jeomki" userId="f1912f8b0928b9f1" providerId="LiveId" clId="{315BBA2E-6CC4-4D29-B740-1062B65A74E6}" dt="2019-02-18T04:49:16.050" v="1514" actId="208"/>
        <pc:sldMkLst>
          <pc:docMk/>
          <pc:sldMk cId="4240239511" sldId="352"/>
        </pc:sldMkLst>
        <pc:spChg chg="mod">
          <ac:chgData name="Choi Jeomki" userId="f1912f8b0928b9f1" providerId="LiveId" clId="{315BBA2E-6CC4-4D29-B740-1062B65A74E6}" dt="2019-02-18T04:28:47.493" v="1170"/>
          <ac:spMkLst>
            <pc:docMk/>
            <pc:sldMk cId="4240239511" sldId="352"/>
            <ac:spMk id="2" creationId="{00000000-0000-0000-0000-000000000000}"/>
          </ac:spMkLst>
        </pc:spChg>
        <pc:spChg chg="mod">
          <ac:chgData name="Choi Jeomki" userId="f1912f8b0928b9f1" providerId="LiveId" clId="{315BBA2E-6CC4-4D29-B740-1062B65A74E6}" dt="2019-02-18T04:29:16.085" v="1212" actId="20577"/>
          <ac:spMkLst>
            <pc:docMk/>
            <pc:sldMk cId="4240239511" sldId="352"/>
            <ac:spMk id="3" creationId="{00000000-0000-0000-0000-000000000000}"/>
          </ac:spMkLst>
        </pc:spChg>
        <pc:spChg chg="mod">
          <ac:chgData name="Choi Jeomki" userId="f1912f8b0928b9f1" providerId="LiveId" clId="{315BBA2E-6CC4-4D29-B740-1062B65A74E6}" dt="2019-02-18T04:19:35.520" v="961" actId="14100"/>
          <ac:spMkLst>
            <pc:docMk/>
            <pc:sldMk cId="4240239511" sldId="352"/>
            <ac:spMk id="5" creationId="{57B1AADE-64F6-497E-A30E-E4D700258759}"/>
          </ac:spMkLst>
        </pc:spChg>
        <pc:spChg chg="del topLvl">
          <ac:chgData name="Choi Jeomki" userId="f1912f8b0928b9f1" providerId="LiveId" clId="{315BBA2E-6CC4-4D29-B740-1062B65A74E6}" dt="2019-02-18T03:28:45.060" v="309" actId="478"/>
          <ac:spMkLst>
            <pc:docMk/>
            <pc:sldMk cId="4240239511" sldId="352"/>
            <ac:spMk id="8" creationId="{DA253F0D-3883-4E07-B1F1-82BD9C132CC7}"/>
          </ac:spMkLst>
        </pc:spChg>
        <pc:spChg chg="del topLvl">
          <ac:chgData name="Choi Jeomki" userId="f1912f8b0928b9f1" providerId="LiveId" clId="{315BBA2E-6CC4-4D29-B740-1062B65A74E6}" dt="2019-02-18T03:28:47.370" v="310" actId="478"/>
          <ac:spMkLst>
            <pc:docMk/>
            <pc:sldMk cId="4240239511" sldId="352"/>
            <ac:spMk id="9" creationId="{D28E5FA6-C305-4CF8-AB94-309346C8BA31}"/>
          </ac:spMkLst>
        </pc:spChg>
        <pc:spChg chg="add mod">
          <ac:chgData name="Choi Jeomki" userId="f1912f8b0928b9f1" providerId="LiveId" clId="{315BBA2E-6CC4-4D29-B740-1062B65A74E6}" dt="2019-02-18T04:33:57.316" v="1374" actId="20577"/>
          <ac:spMkLst>
            <pc:docMk/>
            <pc:sldMk cId="4240239511" sldId="352"/>
            <ac:spMk id="15" creationId="{575EC472-E3C2-4630-9A1D-97E781AD1E93}"/>
          </ac:spMkLst>
        </pc:spChg>
        <pc:spChg chg="add del">
          <ac:chgData name="Choi Jeomki" userId="f1912f8b0928b9f1" providerId="LiveId" clId="{315BBA2E-6CC4-4D29-B740-1062B65A74E6}" dt="2019-02-18T03:36:26.871" v="382"/>
          <ac:spMkLst>
            <pc:docMk/>
            <pc:sldMk cId="4240239511" sldId="352"/>
            <ac:spMk id="16" creationId="{D535753A-9EA5-438A-9684-2A74A138BCE6}"/>
          </ac:spMkLst>
        </pc:spChg>
        <pc:spChg chg="add del">
          <ac:chgData name="Choi Jeomki" userId="f1912f8b0928b9f1" providerId="LiveId" clId="{315BBA2E-6CC4-4D29-B740-1062B65A74E6}" dt="2019-02-18T03:36:29.824" v="384"/>
          <ac:spMkLst>
            <pc:docMk/>
            <pc:sldMk cId="4240239511" sldId="352"/>
            <ac:spMk id="17" creationId="{014480ED-7E53-43D6-B002-182A11547F82}"/>
          </ac:spMkLst>
        </pc:spChg>
        <pc:grpChg chg="del">
          <ac:chgData name="Choi Jeomki" userId="f1912f8b0928b9f1" providerId="LiveId" clId="{315BBA2E-6CC4-4D29-B740-1062B65A74E6}" dt="2019-02-18T03:28:45.060" v="309" actId="478"/>
          <ac:grpSpMkLst>
            <pc:docMk/>
            <pc:sldMk cId="4240239511" sldId="352"/>
            <ac:grpSpMk id="7" creationId="{7BDCCEA1-97C5-4F00-81E3-624526AA4B48}"/>
          </ac:grpSpMkLst>
        </pc:grpChg>
        <pc:grpChg chg="add mod">
          <ac:chgData name="Choi Jeomki" userId="f1912f8b0928b9f1" providerId="LiveId" clId="{315BBA2E-6CC4-4D29-B740-1062B65A74E6}" dt="2019-02-18T04:23:34.126" v="1118" actId="1037"/>
          <ac:grpSpMkLst>
            <pc:docMk/>
            <pc:sldMk cId="4240239511" sldId="352"/>
            <ac:grpSpMk id="29" creationId="{0AC4C34B-959C-4F9C-8338-6BC9E7334C13}"/>
          </ac:grpSpMkLst>
        </pc:grpChg>
        <pc:picChg chg="del">
          <ac:chgData name="Choi Jeomki" userId="f1912f8b0928b9f1" providerId="LiveId" clId="{315BBA2E-6CC4-4D29-B740-1062B65A74E6}" dt="2019-02-18T03:28:08.176" v="303" actId="478"/>
          <ac:picMkLst>
            <pc:docMk/>
            <pc:sldMk cId="4240239511" sldId="352"/>
            <ac:picMk id="4" creationId="{8261B82C-319A-4D6B-A7FC-9E9CC1A46F38}"/>
          </ac:picMkLst>
        </pc:picChg>
        <pc:picChg chg="del">
          <ac:chgData name="Choi Jeomki" userId="f1912f8b0928b9f1" providerId="LiveId" clId="{315BBA2E-6CC4-4D29-B740-1062B65A74E6}" dt="2019-02-18T03:28:08.176" v="303" actId="478"/>
          <ac:picMkLst>
            <pc:docMk/>
            <pc:sldMk cId="4240239511" sldId="352"/>
            <ac:picMk id="6" creationId="{75406C95-6086-4E9F-A358-EB2B15E1B8E2}"/>
          </ac:picMkLst>
        </pc:picChg>
        <pc:picChg chg="add del mod">
          <ac:chgData name="Choi Jeomki" userId="f1912f8b0928b9f1" providerId="LiveId" clId="{315BBA2E-6CC4-4D29-B740-1062B65A74E6}" dt="2019-02-18T04:14:37.323" v="915" actId="478"/>
          <ac:picMkLst>
            <pc:docMk/>
            <pc:sldMk cId="4240239511" sldId="352"/>
            <ac:picMk id="10" creationId="{20D4B751-4EDF-4CEF-A107-C3B94D3A4D27}"/>
          </ac:picMkLst>
        </pc:picChg>
        <pc:picChg chg="add del mod">
          <ac:chgData name="Choi Jeomki" userId="f1912f8b0928b9f1" providerId="LiveId" clId="{315BBA2E-6CC4-4D29-B740-1062B65A74E6}" dt="2019-02-18T04:14:37.323" v="915" actId="478"/>
          <ac:picMkLst>
            <pc:docMk/>
            <pc:sldMk cId="4240239511" sldId="352"/>
            <ac:picMk id="11" creationId="{0A70E3D1-F4FF-4E40-829E-10A62DE88164}"/>
          </ac:picMkLst>
        </pc:picChg>
        <pc:picChg chg="add del mod ord">
          <ac:chgData name="Choi Jeomki" userId="f1912f8b0928b9f1" providerId="LiveId" clId="{315BBA2E-6CC4-4D29-B740-1062B65A74E6}" dt="2019-02-18T04:14:37.323" v="915" actId="478"/>
          <ac:picMkLst>
            <pc:docMk/>
            <pc:sldMk cId="4240239511" sldId="352"/>
            <ac:picMk id="12" creationId="{4EF44821-3CBC-40E0-A4F4-A8CD92F7EE26}"/>
          </ac:picMkLst>
        </pc:picChg>
        <pc:picChg chg="add del mod">
          <ac:chgData name="Choi Jeomki" userId="f1912f8b0928b9f1" providerId="LiveId" clId="{315BBA2E-6CC4-4D29-B740-1062B65A74E6}" dt="2019-02-18T03:35:34.114" v="361" actId="478"/>
          <ac:picMkLst>
            <pc:docMk/>
            <pc:sldMk cId="4240239511" sldId="352"/>
            <ac:picMk id="13" creationId="{EEFD5730-096D-4C1B-A54D-6F5B1D202FE7}"/>
          </ac:picMkLst>
        </pc:picChg>
        <pc:picChg chg="add del mod">
          <ac:chgData name="Choi Jeomki" userId="f1912f8b0928b9f1" providerId="LiveId" clId="{315BBA2E-6CC4-4D29-B740-1062B65A74E6}" dt="2019-02-18T04:14:37.323" v="915" actId="478"/>
          <ac:picMkLst>
            <pc:docMk/>
            <pc:sldMk cId="4240239511" sldId="352"/>
            <ac:picMk id="14" creationId="{CDA6DDF2-307D-441B-B19A-91AE6B29831E}"/>
          </ac:picMkLst>
        </pc:picChg>
        <pc:picChg chg="add del mod">
          <ac:chgData name="Choi Jeomki" userId="f1912f8b0928b9f1" providerId="LiveId" clId="{315BBA2E-6CC4-4D29-B740-1062B65A74E6}" dt="2019-02-18T04:14:37.323" v="915" actId="478"/>
          <ac:picMkLst>
            <pc:docMk/>
            <pc:sldMk cId="4240239511" sldId="352"/>
            <ac:picMk id="18" creationId="{94168B29-4FAB-4E90-993D-B91877BEF006}"/>
          </ac:picMkLst>
        </pc:picChg>
        <pc:picChg chg="add mod">
          <ac:chgData name="Choi Jeomki" userId="f1912f8b0928b9f1" providerId="LiveId" clId="{315BBA2E-6CC4-4D29-B740-1062B65A74E6}" dt="2019-02-18T04:49:16.050" v="1514" actId="208"/>
          <ac:picMkLst>
            <pc:docMk/>
            <pc:sldMk cId="4240239511" sldId="352"/>
            <ac:picMk id="19" creationId="{B3DB60B5-B963-497B-825F-1E5494A34C59}"/>
          </ac:picMkLst>
        </pc:picChg>
        <pc:picChg chg="add del mod">
          <ac:chgData name="Choi Jeomki" userId="f1912f8b0928b9f1" providerId="LiveId" clId="{315BBA2E-6CC4-4D29-B740-1062B65A74E6}" dt="2019-02-18T04:18:33.610" v="951" actId="478"/>
          <ac:picMkLst>
            <pc:docMk/>
            <pc:sldMk cId="4240239511" sldId="352"/>
            <ac:picMk id="20" creationId="{6DDD0F7F-E507-4B14-BDF9-244500C3ED7C}"/>
          </ac:picMkLst>
        </pc:picChg>
        <pc:picChg chg="add mod">
          <ac:chgData name="Choi Jeomki" userId="f1912f8b0928b9f1" providerId="LiveId" clId="{315BBA2E-6CC4-4D29-B740-1062B65A74E6}" dt="2019-02-18T04:49:16.050" v="1514" actId="208"/>
          <ac:picMkLst>
            <pc:docMk/>
            <pc:sldMk cId="4240239511" sldId="352"/>
            <ac:picMk id="21" creationId="{A78D0523-558B-4A5B-BE61-7CADAE3964C8}"/>
          </ac:picMkLst>
        </pc:picChg>
        <pc:picChg chg="add del mod">
          <ac:chgData name="Choi Jeomki" userId="f1912f8b0928b9f1" providerId="LiveId" clId="{315BBA2E-6CC4-4D29-B740-1062B65A74E6}" dt="2019-02-18T04:19:59.153" v="966" actId="478"/>
          <ac:picMkLst>
            <pc:docMk/>
            <pc:sldMk cId="4240239511" sldId="352"/>
            <ac:picMk id="22" creationId="{707AB1EE-526C-4717-8E04-A5AF84FF47D5}"/>
          </ac:picMkLst>
        </pc:picChg>
        <pc:picChg chg="add mod">
          <ac:chgData name="Choi Jeomki" userId="f1912f8b0928b9f1" providerId="LiveId" clId="{315BBA2E-6CC4-4D29-B740-1062B65A74E6}" dt="2019-02-18T04:49:16.050" v="1514" actId="208"/>
          <ac:picMkLst>
            <pc:docMk/>
            <pc:sldMk cId="4240239511" sldId="352"/>
            <ac:picMk id="23" creationId="{5DC452DE-82C2-477F-905C-ED34164CF2F0}"/>
          </ac:picMkLst>
        </pc:picChg>
        <pc:picChg chg="add mod">
          <ac:chgData name="Choi Jeomki" userId="f1912f8b0928b9f1" providerId="LiveId" clId="{315BBA2E-6CC4-4D29-B740-1062B65A74E6}" dt="2019-02-18T04:49:16.050" v="1514" actId="208"/>
          <ac:picMkLst>
            <pc:docMk/>
            <pc:sldMk cId="4240239511" sldId="352"/>
            <ac:picMk id="24" creationId="{79DCB5E4-45BF-4A8A-86D9-C3646CD9A3A4}"/>
          </ac:picMkLst>
        </pc:picChg>
        <pc:picChg chg="add mod">
          <ac:chgData name="Choi Jeomki" userId="f1912f8b0928b9f1" providerId="LiveId" clId="{315BBA2E-6CC4-4D29-B740-1062B65A74E6}" dt="2019-02-18T04:49:16.050" v="1514" actId="208"/>
          <ac:picMkLst>
            <pc:docMk/>
            <pc:sldMk cId="4240239511" sldId="352"/>
            <ac:picMk id="25" creationId="{48274338-6E81-4EED-BABB-F60B6E67000C}"/>
          </ac:picMkLst>
        </pc:picChg>
        <pc:picChg chg="add mod">
          <ac:chgData name="Choi Jeomki" userId="f1912f8b0928b9f1" providerId="LiveId" clId="{315BBA2E-6CC4-4D29-B740-1062B65A74E6}" dt="2019-02-18T04:49:16.050" v="1514" actId="208"/>
          <ac:picMkLst>
            <pc:docMk/>
            <pc:sldMk cId="4240239511" sldId="352"/>
            <ac:picMk id="26" creationId="{BCD9E934-A4A7-4D01-8053-9D2D776E2363}"/>
          </ac:picMkLst>
        </pc:picChg>
        <pc:picChg chg="add mod">
          <ac:chgData name="Choi Jeomki" userId="f1912f8b0928b9f1" providerId="LiveId" clId="{315BBA2E-6CC4-4D29-B740-1062B65A74E6}" dt="2019-02-18T04:49:16.050" v="1514" actId="208"/>
          <ac:picMkLst>
            <pc:docMk/>
            <pc:sldMk cId="4240239511" sldId="352"/>
            <ac:picMk id="27" creationId="{F659FDD8-E7D1-40FD-9BF1-4F56A4503B40}"/>
          </ac:picMkLst>
        </pc:picChg>
        <pc:picChg chg="add mod">
          <ac:chgData name="Choi Jeomki" userId="f1912f8b0928b9f1" providerId="LiveId" clId="{315BBA2E-6CC4-4D29-B740-1062B65A74E6}" dt="2019-02-18T04:49:16.050" v="1514" actId="208"/>
          <ac:picMkLst>
            <pc:docMk/>
            <pc:sldMk cId="4240239511" sldId="352"/>
            <ac:picMk id="28" creationId="{498813F8-0216-4774-B563-C69BC6213D9E}"/>
          </ac:picMkLst>
        </pc:picChg>
      </pc:sldChg>
      <pc:sldChg chg="addSp delSp modSp add ord">
        <pc:chgData name="Choi Jeomki" userId="f1912f8b0928b9f1" providerId="LiveId" clId="{315BBA2E-6CC4-4D29-B740-1062B65A74E6}" dt="2019-02-18T04:49:21.731" v="1515" actId="208"/>
        <pc:sldMkLst>
          <pc:docMk/>
          <pc:sldMk cId="1614855084" sldId="353"/>
        </pc:sldMkLst>
        <pc:spChg chg="mod">
          <ac:chgData name="Choi Jeomki" userId="f1912f8b0928b9f1" providerId="LiveId" clId="{315BBA2E-6CC4-4D29-B740-1062B65A74E6}" dt="2019-02-18T03:50:14.230" v="686"/>
          <ac:spMkLst>
            <pc:docMk/>
            <pc:sldMk cId="1614855084" sldId="353"/>
            <ac:spMk id="2" creationId="{00000000-0000-0000-0000-000000000000}"/>
          </ac:spMkLst>
        </pc:spChg>
        <pc:spChg chg="mod">
          <ac:chgData name="Choi Jeomki" userId="f1912f8b0928b9f1" providerId="LiveId" clId="{315BBA2E-6CC4-4D29-B740-1062B65A74E6}" dt="2019-02-18T04:35:17.771" v="1407" actId="20577"/>
          <ac:spMkLst>
            <pc:docMk/>
            <pc:sldMk cId="1614855084" sldId="353"/>
            <ac:spMk id="3" creationId="{00000000-0000-0000-0000-000000000000}"/>
          </ac:spMkLst>
        </pc:spChg>
        <pc:spChg chg="mod">
          <ac:chgData name="Choi Jeomki" userId="f1912f8b0928b9f1" providerId="LiveId" clId="{315BBA2E-6CC4-4D29-B740-1062B65A74E6}" dt="2019-02-18T04:29:27.969" v="1217" actId="14100"/>
          <ac:spMkLst>
            <pc:docMk/>
            <pc:sldMk cId="1614855084" sldId="353"/>
            <ac:spMk id="5" creationId="{57B1AADE-64F6-497E-A30E-E4D700258759}"/>
          </ac:spMkLst>
        </pc:spChg>
        <pc:spChg chg="mod">
          <ac:chgData name="Choi Jeomki" userId="f1912f8b0928b9f1" providerId="LiveId" clId="{315BBA2E-6CC4-4D29-B740-1062B65A74E6}" dt="2019-02-18T04:34:24.417" v="1384" actId="1076"/>
          <ac:spMkLst>
            <pc:docMk/>
            <pc:sldMk cId="1614855084" sldId="353"/>
            <ac:spMk id="15" creationId="{575EC472-E3C2-4630-9A1D-97E781AD1E93}"/>
          </ac:spMkLst>
        </pc:spChg>
        <pc:picChg chg="add del mod">
          <ac:chgData name="Choi Jeomki" userId="f1912f8b0928b9f1" providerId="LiveId" clId="{315BBA2E-6CC4-4D29-B740-1062B65A74E6}" dt="2019-02-18T04:32:24.881" v="1291"/>
          <ac:picMkLst>
            <pc:docMk/>
            <pc:sldMk cId="1614855084" sldId="353"/>
            <ac:picMk id="4" creationId="{98495D84-705E-4730-B708-8BCDA3428156}"/>
          </ac:picMkLst>
        </pc:picChg>
        <pc:picChg chg="add mod">
          <ac:chgData name="Choi Jeomki" userId="f1912f8b0928b9f1" providerId="LiveId" clId="{315BBA2E-6CC4-4D29-B740-1062B65A74E6}" dt="2019-02-18T04:49:21.731" v="1515" actId="208"/>
          <ac:picMkLst>
            <pc:docMk/>
            <pc:sldMk cId="1614855084" sldId="353"/>
            <ac:picMk id="6" creationId="{E5AF8554-8EED-4818-8FEC-F5C640F0D9A2}"/>
          </ac:picMkLst>
        </pc:picChg>
        <pc:picChg chg="add mod">
          <ac:chgData name="Choi Jeomki" userId="f1912f8b0928b9f1" providerId="LiveId" clId="{315BBA2E-6CC4-4D29-B740-1062B65A74E6}" dt="2019-02-18T04:49:21.731" v="1515" actId="208"/>
          <ac:picMkLst>
            <pc:docMk/>
            <pc:sldMk cId="1614855084" sldId="353"/>
            <ac:picMk id="7" creationId="{8118A17D-6BE1-4F37-9983-AC13E638DAD3}"/>
          </ac:picMkLst>
        </pc:picChg>
        <pc:picChg chg="mod">
          <ac:chgData name="Choi Jeomki" userId="f1912f8b0928b9f1" providerId="LiveId" clId="{315BBA2E-6CC4-4D29-B740-1062B65A74E6}" dt="2019-02-18T04:49:21.731" v="1515" actId="208"/>
          <ac:picMkLst>
            <pc:docMk/>
            <pc:sldMk cId="1614855084" sldId="353"/>
            <ac:picMk id="10" creationId="{20D4B751-4EDF-4CEF-A107-C3B94D3A4D27}"/>
          </ac:picMkLst>
        </pc:picChg>
        <pc:picChg chg="mod">
          <ac:chgData name="Choi Jeomki" userId="f1912f8b0928b9f1" providerId="LiveId" clId="{315BBA2E-6CC4-4D29-B740-1062B65A74E6}" dt="2019-02-18T04:49:21.731" v="1515" actId="208"/>
          <ac:picMkLst>
            <pc:docMk/>
            <pc:sldMk cId="1614855084" sldId="353"/>
            <ac:picMk id="11" creationId="{0A70E3D1-F4FF-4E40-829E-10A62DE88164}"/>
          </ac:picMkLst>
        </pc:picChg>
        <pc:picChg chg="add del mod">
          <ac:chgData name="Choi Jeomki" userId="f1912f8b0928b9f1" providerId="LiveId" clId="{315BBA2E-6CC4-4D29-B740-1062B65A74E6}" dt="2019-02-18T04:49:21.731" v="1515" actId="208"/>
          <ac:picMkLst>
            <pc:docMk/>
            <pc:sldMk cId="1614855084" sldId="353"/>
            <ac:picMk id="12" creationId="{4EF44821-3CBC-40E0-A4F4-A8CD92F7EE26}"/>
          </ac:picMkLst>
        </pc:picChg>
        <pc:picChg chg="mod">
          <ac:chgData name="Choi Jeomki" userId="f1912f8b0928b9f1" providerId="LiveId" clId="{315BBA2E-6CC4-4D29-B740-1062B65A74E6}" dt="2019-02-18T04:49:21.731" v="1515" actId="208"/>
          <ac:picMkLst>
            <pc:docMk/>
            <pc:sldMk cId="1614855084" sldId="353"/>
            <ac:picMk id="14" creationId="{CDA6DDF2-307D-441B-B19A-91AE6B29831E}"/>
          </ac:picMkLst>
        </pc:picChg>
        <pc:picChg chg="add del">
          <ac:chgData name="Choi Jeomki" userId="f1912f8b0928b9f1" providerId="LiveId" clId="{315BBA2E-6CC4-4D29-B740-1062B65A74E6}" dt="2019-02-18T04:32:27.261" v="1293" actId="478"/>
          <ac:picMkLst>
            <pc:docMk/>
            <pc:sldMk cId="1614855084" sldId="353"/>
            <ac:picMk id="18" creationId="{94168B29-4FAB-4E90-993D-B91877BEF006}"/>
          </ac:picMkLst>
        </pc:picChg>
      </pc:sldChg>
      <pc:sldChg chg="addSp delSp modSp add">
        <pc:chgData name="Choi Jeomki" userId="f1912f8b0928b9f1" providerId="LiveId" clId="{315BBA2E-6CC4-4D29-B740-1062B65A74E6}" dt="2019-02-18T04:49:09.058" v="1513" actId="208"/>
        <pc:sldMkLst>
          <pc:docMk/>
          <pc:sldMk cId="3104534930" sldId="354"/>
        </pc:sldMkLst>
        <pc:spChg chg="mod">
          <ac:chgData name="Choi Jeomki" userId="f1912f8b0928b9f1" providerId="LiveId" clId="{315BBA2E-6CC4-4D29-B740-1062B65A74E6}" dt="2019-02-18T03:46:33.662" v="528"/>
          <ac:spMkLst>
            <pc:docMk/>
            <pc:sldMk cId="3104534930" sldId="354"/>
            <ac:spMk id="2" creationId="{00000000-0000-0000-0000-000000000000}"/>
          </ac:spMkLst>
        </pc:spChg>
        <pc:spChg chg="mod">
          <ac:chgData name="Choi Jeomki" userId="f1912f8b0928b9f1" providerId="LiveId" clId="{315BBA2E-6CC4-4D29-B740-1062B65A74E6}" dt="2019-02-18T04:30:11.573" v="1267" actId="5793"/>
          <ac:spMkLst>
            <pc:docMk/>
            <pc:sldMk cId="3104534930" sldId="354"/>
            <ac:spMk id="3" creationId="{00000000-0000-0000-0000-000000000000}"/>
          </ac:spMkLst>
        </pc:spChg>
        <pc:spChg chg="mod">
          <ac:chgData name="Choi Jeomki" userId="f1912f8b0928b9f1" providerId="LiveId" clId="{315BBA2E-6CC4-4D29-B740-1062B65A74E6}" dt="2019-02-18T04:10:41.232" v="877"/>
          <ac:spMkLst>
            <pc:docMk/>
            <pc:sldMk cId="3104534930" sldId="354"/>
            <ac:spMk id="5" creationId="{57B1AADE-64F6-497E-A30E-E4D700258759}"/>
          </ac:spMkLst>
        </pc:spChg>
        <pc:grpChg chg="del">
          <ac:chgData name="Choi Jeomki" userId="f1912f8b0928b9f1" providerId="LiveId" clId="{315BBA2E-6CC4-4D29-B740-1062B65A74E6}" dt="2019-02-18T03:46:35.479" v="529" actId="478"/>
          <ac:grpSpMkLst>
            <pc:docMk/>
            <pc:sldMk cId="3104534930" sldId="354"/>
            <ac:grpSpMk id="7" creationId="{7BDCCEA1-97C5-4F00-81E3-624526AA4B48}"/>
          </ac:grpSpMkLst>
        </pc:grpChg>
        <pc:grpChg chg="add del mod">
          <ac:chgData name="Choi Jeomki" userId="f1912f8b0928b9f1" providerId="LiveId" clId="{315BBA2E-6CC4-4D29-B740-1062B65A74E6}" dt="2019-02-18T04:08:14.897" v="783" actId="478"/>
          <ac:grpSpMkLst>
            <pc:docMk/>
            <pc:sldMk cId="3104534930" sldId="354"/>
            <ac:grpSpMk id="13" creationId="{D6448D27-2AD3-4B03-A227-58B9FEDA23C0}"/>
          </ac:grpSpMkLst>
        </pc:grpChg>
        <pc:picChg chg="del">
          <ac:chgData name="Choi Jeomki" userId="f1912f8b0928b9f1" providerId="LiveId" clId="{315BBA2E-6CC4-4D29-B740-1062B65A74E6}" dt="2019-02-18T03:46:36.993" v="530" actId="478"/>
          <ac:picMkLst>
            <pc:docMk/>
            <pc:sldMk cId="3104534930" sldId="354"/>
            <ac:picMk id="4" creationId="{8261B82C-319A-4D6B-A7FC-9E9CC1A46F38}"/>
          </ac:picMkLst>
        </pc:picChg>
        <pc:picChg chg="del">
          <ac:chgData name="Choi Jeomki" userId="f1912f8b0928b9f1" providerId="LiveId" clId="{315BBA2E-6CC4-4D29-B740-1062B65A74E6}" dt="2019-02-18T03:46:38.186" v="531" actId="478"/>
          <ac:picMkLst>
            <pc:docMk/>
            <pc:sldMk cId="3104534930" sldId="354"/>
            <ac:picMk id="6" creationId="{75406C95-6086-4E9F-A358-EB2B15E1B8E2}"/>
          </ac:picMkLst>
        </pc:picChg>
        <pc:picChg chg="add mod topLvl">
          <ac:chgData name="Choi Jeomki" userId="f1912f8b0928b9f1" providerId="LiveId" clId="{315BBA2E-6CC4-4D29-B740-1062B65A74E6}" dt="2019-02-18T04:49:09.058" v="1513" actId="208"/>
          <ac:picMkLst>
            <pc:docMk/>
            <pc:sldMk cId="3104534930" sldId="354"/>
            <ac:picMk id="10" creationId="{63E99E60-B5C6-471F-A44E-706F888232AF}"/>
          </ac:picMkLst>
        </pc:picChg>
        <pc:picChg chg="add del mod">
          <ac:chgData name="Choi Jeomki" userId="f1912f8b0928b9f1" providerId="LiveId" clId="{315BBA2E-6CC4-4D29-B740-1062B65A74E6}" dt="2019-02-18T03:48:18.028" v="547" actId="478"/>
          <ac:picMkLst>
            <pc:docMk/>
            <pc:sldMk cId="3104534930" sldId="354"/>
            <ac:picMk id="11" creationId="{596A1FF4-D3BC-46DD-BAA7-F7DE0CBC3A83}"/>
          </ac:picMkLst>
        </pc:picChg>
        <pc:picChg chg="add del mod topLvl">
          <ac:chgData name="Choi Jeomki" userId="f1912f8b0928b9f1" providerId="LiveId" clId="{315BBA2E-6CC4-4D29-B740-1062B65A74E6}" dt="2019-02-18T04:08:14.897" v="783" actId="478"/>
          <ac:picMkLst>
            <pc:docMk/>
            <pc:sldMk cId="3104534930" sldId="354"/>
            <ac:picMk id="12" creationId="{BD082ACB-4115-4221-AB70-F0F3ACADDBD3}"/>
          </ac:picMkLst>
        </pc:picChg>
        <pc:picChg chg="add del">
          <ac:chgData name="Choi Jeomki" userId="f1912f8b0928b9f1" providerId="LiveId" clId="{315BBA2E-6CC4-4D29-B740-1062B65A74E6}" dt="2019-02-18T04:08:11.948" v="781"/>
          <ac:picMkLst>
            <pc:docMk/>
            <pc:sldMk cId="3104534930" sldId="354"/>
            <ac:picMk id="14" creationId="{3A73520F-D177-485B-8EAF-4988B2082301}"/>
          </ac:picMkLst>
        </pc:picChg>
        <pc:picChg chg="add mod">
          <ac:chgData name="Choi Jeomki" userId="f1912f8b0928b9f1" providerId="LiveId" clId="{315BBA2E-6CC4-4D29-B740-1062B65A74E6}" dt="2019-02-18T04:49:09.058" v="1513" actId="208"/>
          <ac:picMkLst>
            <pc:docMk/>
            <pc:sldMk cId="3104534930" sldId="354"/>
            <ac:picMk id="15" creationId="{1CD3F5FB-D6EA-4523-A4C5-223737CB3975}"/>
          </ac:picMkLst>
        </pc:picChg>
      </pc:sldChg>
      <pc:sldChg chg="addSp delSp modSp add">
        <pc:chgData name="Choi Jeomki" userId="f1912f8b0928b9f1" providerId="LiveId" clId="{315BBA2E-6CC4-4D29-B740-1062B65A74E6}" dt="2019-02-18T04:51:30.643" v="1541" actId="552"/>
        <pc:sldMkLst>
          <pc:docMk/>
          <pc:sldMk cId="2434106083" sldId="355"/>
        </pc:sldMkLst>
        <pc:spChg chg="mod">
          <ac:chgData name="Choi Jeomki" userId="f1912f8b0928b9f1" providerId="LiveId" clId="{315BBA2E-6CC4-4D29-B740-1062B65A74E6}" dt="2019-02-18T04:48:12.137" v="1451"/>
          <ac:spMkLst>
            <pc:docMk/>
            <pc:sldMk cId="2434106083" sldId="355"/>
            <ac:spMk id="2" creationId="{00000000-0000-0000-0000-000000000000}"/>
          </ac:spMkLst>
        </pc:spChg>
        <pc:spChg chg="mod">
          <ac:chgData name="Choi Jeomki" userId="f1912f8b0928b9f1" providerId="LiveId" clId="{315BBA2E-6CC4-4D29-B740-1062B65A74E6}" dt="2019-02-18T04:48:28.048" v="1505" actId="20577"/>
          <ac:spMkLst>
            <pc:docMk/>
            <pc:sldMk cId="2434106083" sldId="355"/>
            <ac:spMk id="3" creationId="{00000000-0000-0000-0000-000000000000}"/>
          </ac:spMkLst>
        </pc:spChg>
        <pc:spChg chg="mod">
          <ac:chgData name="Choi Jeomki" userId="f1912f8b0928b9f1" providerId="LiveId" clId="{315BBA2E-6CC4-4D29-B740-1062B65A74E6}" dt="2019-02-18T04:48:55.227" v="1509" actId="207"/>
          <ac:spMkLst>
            <pc:docMk/>
            <pc:sldMk cId="2434106083" sldId="355"/>
            <ac:spMk id="5" creationId="{57B1AADE-64F6-497E-A30E-E4D700258759}"/>
          </ac:spMkLst>
        </pc:spChg>
        <pc:spChg chg="mod">
          <ac:chgData name="Choi Jeomki" userId="f1912f8b0928b9f1" providerId="LiveId" clId="{315BBA2E-6CC4-4D29-B740-1062B65A74E6}" dt="2019-02-18T04:48:57.490" v="1510" actId="207"/>
          <ac:spMkLst>
            <pc:docMk/>
            <pc:sldMk cId="2434106083" sldId="355"/>
            <ac:spMk id="15" creationId="{575EC472-E3C2-4630-9A1D-97E781AD1E93}"/>
          </ac:spMkLst>
        </pc:spChg>
        <pc:picChg chg="add mod">
          <ac:chgData name="Choi Jeomki" userId="f1912f8b0928b9f1" providerId="LiveId" clId="{315BBA2E-6CC4-4D29-B740-1062B65A74E6}" dt="2019-02-18T04:51:27.627" v="1539" actId="552"/>
          <ac:picMkLst>
            <pc:docMk/>
            <pc:sldMk cId="2434106083" sldId="355"/>
            <ac:picMk id="4" creationId="{D76F6C0D-AE7E-4DFF-8ED8-AECB4B7171F9}"/>
          </ac:picMkLst>
        </pc:picChg>
        <pc:picChg chg="del">
          <ac:chgData name="Choi Jeomki" userId="f1912f8b0928b9f1" providerId="LiveId" clId="{315BBA2E-6CC4-4D29-B740-1062B65A74E6}" dt="2019-02-18T04:49:00.820" v="1511" actId="478"/>
          <ac:picMkLst>
            <pc:docMk/>
            <pc:sldMk cId="2434106083" sldId="355"/>
            <ac:picMk id="6" creationId="{E5AF8554-8EED-4818-8FEC-F5C640F0D9A2}"/>
          </ac:picMkLst>
        </pc:picChg>
        <pc:picChg chg="del">
          <ac:chgData name="Choi Jeomki" userId="f1912f8b0928b9f1" providerId="LiveId" clId="{315BBA2E-6CC4-4D29-B740-1062B65A74E6}" dt="2019-02-18T04:49:00.820" v="1511" actId="478"/>
          <ac:picMkLst>
            <pc:docMk/>
            <pc:sldMk cId="2434106083" sldId="355"/>
            <ac:picMk id="7" creationId="{8118A17D-6BE1-4F37-9983-AC13E638DAD3}"/>
          </ac:picMkLst>
        </pc:picChg>
        <pc:picChg chg="add mod">
          <ac:chgData name="Choi Jeomki" userId="f1912f8b0928b9f1" providerId="LiveId" clId="{315BBA2E-6CC4-4D29-B740-1062B65A74E6}" dt="2019-02-18T04:51:30.643" v="1541" actId="552"/>
          <ac:picMkLst>
            <pc:docMk/>
            <pc:sldMk cId="2434106083" sldId="355"/>
            <ac:picMk id="8" creationId="{5B5BA76A-43B2-4D78-85D1-C383DB3D2066}"/>
          </ac:picMkLst>
        </pc:picChg>
        <pc:picChg chg="add mod modCrop">
          <ac:chgData name="Choi Jeomki" userId="f1912f8b0928b9f1" providerId="LiveId" clId="{315BBA2E-6CC4-4D29-B740-1062B65A74E6}" dt="2019-02-18T04:51:27.627" v="1539" actId="552"/>
          <ac:picMkLst>
            <pc:docMk/>
            <pc:sldMk cId="2434106083" sldId="355"/>
            <ac:picMk id="9" creationId="{12B27B75-66DE-41A2-A3A9-6E0E90C6790B}"/>
          </ac:picMkLst>
        </pc:picChg>
        <pc:picChg chg="del">
          <ac:chgData name="Choi Jeomki" userId="f1912f8b0928b9f1" providerId="LiveId" clId="{315BBA2E-6CC4-4D29-B740-1062B65A74E6}" dt="2019-02-18T04:49:00.820" v="1511" actId="478"/>
          <ac:picMkLst>
            <pc:docMk/>
            <pc:sldMk cId="2434106083" sldId="355"/>
            <ac:picMk id="10" creationId="{20D4B751-4EDF-4CEF-A107-C3B94D3A4D27}"/>
          </ac:picMkLst>
        </pc:picChg>
        <pc:picChg chg="del">
          <ac:chgData name="Choi Jeomki" userId="f1912f8b0928b9f1" providerId="LiveId" clId="{315BBA2E-6CC4-4D29-B740-1062B65A74E6}" dt="2019-02-18T04:49:00.820" v="1511" actId="478"/>
          <ac:picMkLst>
            <pc:docMk/>
            <pc:sldMk cId="2434106083" sldId="355"/>
            <ac:picMk id="11" creationId="{0A70E3D1-F4FF-4E40-829E-10A62DE88164}"/>
          </ac:picMkLst>
        </pc:picChg>
        <pc:picChg chg="del">
          <ac:chgData name="Choi Jeomki" userId="f1912f8b0928b9f1" providerId="LiveId" clId="{315BBA2E-6CC4-4D29-B740-1062B65A74E6}" dt="2019-02-18T04:49:00.820" v="1511" actId="478"/>
          <ac:picMkLst>
            <pc:docMk/>
            <pc:sldMk cId="2434106083" sldId="355"/>
            <ac:picMk id="12" creationId="{4EF44821-3CBC-40E0-A4F4-A8CD92F7EE26}"/>
          </ac:picMkLst>
        </pc:picChg>
        <pc:picChg chg="del">
          <ac:chgData name="Choi Jeomki" userId="f1912f8b0928b9f1" providerId="LiveId" clId="{315BBA2E-6CC4-4D29-B740-1062B65A74E6}" dt="2019-02-18T04:49:00.820" v="1511" actId="478"/>
          <ac:picMkLst>
            <pc:docMk/>
            <pc:sldMk cId="2434106083" sldId="355"/>
            <ac:picMk id="14" creationId="{CDA6DDF2-307D-441B-B19A-91AE6B29831E}"/>
          </ac:picMkLst>
        </pc:picChg>
        <pc:picChg chg="add mod modCrop">
          <ac:chgData name="Choi Jeomki" userId="f1912f8b0928b9f1" providerId="LiveId" clId="{315BBA2E-6CC4-4D29-B740-1062B65A74E6}" dt="2019-02-18T04:51:30.643" v="1541" actId="552"/>
          <ac:picMkLst>
            <pc:docMk/>
            <pc:sldMk cId="2434106083" sldId="355"/>
            <ac:picMk id="16" creationId="{2B4139A5-5668-408D-8C0D-9B0DDA6FC91E}"/>
          </ac:picMkLst>
        </pc:picChg>
      </pc:sldChg>
      <pc:sldChg chg="modSp add ord">
        <pc:chgData name="Choi Jeomki" userId="f1912f8b0928b9f1" providerId="LiveId" clId="{315BBA2E-6CC4-4D29-B740-1062B65A74E6}" dt="2019-02-18T07:13:29.954" v="2694" actId="20577"/>
        <pc:sldMkLst>
          <pc:docMk/>
          <pc:sldMk cId="834191262" sldId="356"/>
        </pc:sldMkLst>
        <pc:spChg chg="mod">
          <ac:chgData name="Choi Jeomki" userId="f1912f8b0928b9f1" providerId="LiveId" clId="{315BBA2E-6CC4-4D29-B740-1062B65A74E6}" dt="2019-02-18T07:13:29.954" v="2694" actId="20577"/>
          <ac:spMkLst>
            <pc:docMk/>
            <pc:sldMk cId="834191262" sldId="356"/>
            <ac:spMk id="2" creationId="{00000000-0000-0000-0000-000000000000}"/>
          </ac:spMkLst>
        </pc:spChg>
        <pc:spChg chg="mod">
          <ac:chgData name="Choi Jeomki" userId="f1912f8b0928b9f1" providerId="LiveId" clId="{315BBA2E-6CC4-4D29-B740-1062B65A74E6}" dt="2019-02-18T07:05:12.419" v="2550"/>
          <ac:spMkLst>
            <pc:docMk/>
            <pc:sldMk cId="834191262" sldId="356"/>
            <ac:spMk id="3" creationId="{00000000-0000-0000-0000-000000000000}"/>
          </ac:spMkLst>
        </pc:spChg>
        <pc:spChg chg="mod">
          <ac:chgData name="Choi Jeomki" userId="f1912f8b0928b9f1" providerId="LiveId" clId="{315BBA2E-6CC4-4D29-B740-1062B65A74E6}" dt="2019-02-18T07:08:18.772" v="2565"/>
          <ac:spMkLst>
            <pc:docMk/>
            <pc:sldMk cId="834191262" sldId="356"/>
            <ac:spMk id="4" creationId="{C3216DDF-9FC0-420F-A33D-EDFE744C3698}"/>
          </ac:spMkLst>
        </pc:spChg>
        <pc:picChg chg="mod">
          <ac:chgData name="Choi Jeomki" userId="f1912f8b0928b9f1" providerId="LiveId" clId="{315BBA2E-6CC4-4D29-B740-1062B65A74E6}" dt="2019-02-18T07:08:24.829" v="2578" actId="1036"/>
          <ac:picMkLst>
            <pc:docMk/>
            <pc:sldMk cId="834191262" sldId="356"/>
            <ac:picMk id="5" creationId="{3B5B80B8-9C6A-491F-850B-00F4BD0EFAD9}"/>
          </ac:picMkLst>
        </pc:picChg>
        <pc:picChg chg="mod">
          <ac:chgData name="Choi Jeomki" userId="f1912f8b0928b9f1" providerId="LiveId" clId="{315BBA2E-6CC4-4D29-B740-1062B65A74E6}" dt="2019-02-18T07:08:24.829" v="2578" actId="1036"/>
          <ac:picMkLst>
            <pc:docMk/>
            <pc:sldMk cId="834191262" sldId="356"/>
            <ac:picMk id="7" creationId="{6EB11CB4-46E6-4BF6-8B98-59B54073D1B2}"/>
          </ac:picMkLst>
        </pc:picChg>
      </pc:sldChg>
      <pc:sldChg chg="addSp delSp modSp add">
        <pc:chgData name="Choi Jeomki" userId="f1912f8b0928b9f1" providerId="LiveId" clId="{315BBA2E-6CC4-4D29-B740-1062B65A74E6}" dt="2019-02-18T07:13:34.025" v="2695" actId="20577"/>
        <pc:sldMkLst>
          <pc:docMk/>
          <pc:sldMk cId="3140825403" sldId="357"/>
        </pc:sldMkLst>
        <pc:spChg chg="mod">
          <ac:chgData name="Choi Jeomki" userId="f1912f8b0928b9f1" providerId="LiveId" clId="{315BBA2E-6CC4-4D29-B740-1062B65A74E6}" dt="2019-02-18T07:13:34.025" v="2695" actId="20577"/>
          <ac:spMkLst>
            <pc:docMk/>
            <pc:sldMk cId="3140825403" sldId="357"/>
            <ac:spMk id="2" creationId="{00000000-0000-0000-0000-000000000000}"/>
          </ac:spMkLst>
        </pc:spChg>
        <pc:spChg chg="mod">
          <ac:chgData name="Choi Jeomki" userId="f1912f8b0928b9f1" providerId="LiveId" clId="{315BBA2E-6CC4-4D29-B740-1062B65A74E6}" dt="2019-02-18T07:05:05.437" v="2536" actId="20577"/>
          <ac:spMkLst>
            <pc:docMk/>
            <pc:sldMk cId="3140825403" sldId="357"/>
            <ac:spMk id="3" creationId="{00000000-0000-0000-0000-000000000000}"/>
          </ac:spMkLst>
        </pc:spChg>
        <pc:spChg chg="mod">
          <ac:chgData name="Choi Jeomki" userId="f1912f8b0928b9f1" providerId="LiveId" clId="{315BBA2E-6CC4-4D29-B740-1062B65A74E6}" dt="2019-02-18T07:03:36.623" v="2468" actId="20577"/>
          <ac:spMkLst>
            <pc:docMk/>
            <pc:sldMk cId="3140825403" sldId="357"/>
            <ac:spMk id="4" creationId="{C3216DDF-9FC0-420F-A33D-EDFE744C3698}"/>
          </ac:spMkLst>
        </pc:spChg>
        <pc:picChg chg="del mod">
          <ac:chgData name="Choi Jeomki" userId="f1912f8b0928b9f1" providerId="LiveId" clId="{315BBA2E-6CC4-4D29-B740-1062B65A74E6}" dt="2019-02-18T07:03:53.906" v="2470" actId="478"/>
          <ac:picMkLst>
            <pc:docMk/>
            <pc:sldMk cId="3140825403" sldId="357"/>
            <ac:picMk id="5" creationId="{3B5B80B8-9C6A-491F-850B-00F4BD0EFAD9}"/>
          </ac:picMkLst>
        </pc:picChg>
        <pc:picChg chg="add mod">
          <ac:chgData name="Choi Jeomki" userId="f1912f8b0928b9f1" providerId="LiveId" clId="{315BBA2E-6CC4-4D29-B740-1062B65A74E6}" dt="2019-02-18T07:04:24.962" v="2480" actId="1076"/>
          <ac:picMkLst>
            <pc:docMk/>
            <pc:sldMk cId="3140825403" sldId="357"/>
            <ac:picMk id="6" creationId="{922495A3-5017-4480-A125-92AE89FED742}"/>
          </ac:picMkLst>
        </pc:picChg>
        <pc:picChg chg="del mod">
          <ac:chgData name="Choi Jeomki" userId="f1912f8b0928b9f1" providerId="LiveId" clId="{315BBA2E-6CC4-4D29-B740-1062B65A74E6}" dt="2019-02-18T07:03:53.906" v="2470" actId="478"/>
          <ac:picMkLst>
            <pc:docMk/>
            <pc:sldMk cId="3140825403" sldId="357"/>
            <ac:picMk id="7" creationId="{6EB11CB4-46E6-4BF6-8B98-59B54073D1B2}"/>
          </ac:picMkLst>
        </pc:picChg>
        <pc:picChg chg="add mod">
          <ac:chgData name="Choi Jeomki" userId="f1912f8b0928b9f1" providerId="LiveId" clId="{315BBA2E-6CC4-4D29-B740-1062B65A74E6}" dt="2019-02-18T07:04:27.929" v="2481" actId="1076"/>
          <ac:picMkLst>
            <pc:docMk/>
            <pc:sldMk cId="3140825403" sldId="357"/>
            <ac:picMk id="8" creationId="{F9D87F07-2314-4152-8163-6DE099A8E681}"/>
          </ac:picMkLst>
        </pc:picChg>
      </pc:sldChg>
      <pc:sldChg chg="addSp delSp modSp add">
        <pc:chgData name="Choi Jeomki" userId="f1912f8b0928b9f1" providerId="LiveId" clId="{315BBA2E-6CC4-4D29-B740-1062B65A74E6}" dt="2019-02-18T07:17:53.483" v="3199" actId="1036"/>
        <pc:sldMkLst>
          <pc:docMk/>
          <pc:sldMk cId="4279943419" sldId="358"/>
        </pc:sldMkLst>
        <pc:spChg chg="mod">
          <ac:chgData name="Choi Jeomki" userId="f1912f8b0928b9f1" providerId="LiveId" clId="{315BBA2E-6CC4-4D29-B740-1062B65A74E6}" dt="2019-02-18T07:13:42.848" v="2696" actId="20577"/>
          <ac:spMkLst>
            <pc:docMk/>
            <pc:sldMk cId="4279943419" sldId="358"/>
            <ac:spMk id="2" creationId="{00000000-0000-0000-0000-000000000000}"/>
          </ac:spMkLst>
        </pc:spChg>
        <pc:spChg chg="mod">
          <ac:chgData name="Choi Jeomki" userId="f1912f8b0928b9f1" providerId="LiveId" clId="{315BBA2E-6CC4-4D29-B740-1062B65A74E6}" dt="2019-02-18T07:16:42.209" v="3186" actId="20577"/>
          <ac:spMkLst>
            <pc:docMk/>
            <pc:sldMk cId="4279943419" sldId="358"/>
            <ac:spMk id="3" creationId="{00000000-0000-0000-0000-000000000000}"/>
          </ac:spMkLst>
        </pc:spChg>
        <pc:spChg chg="mod">
          <ac:chgData name="Choi Jeomki" userId="f1912f8b0928b9f1" providerId="LiveId" clId="{315BBA2E-6CC4-4D29-B740-1062B65A74E6}" dt="2019-02-18T07:09:02.842" v="2584" actId="207"/>
          <ac:spMkLst>
            <pc:docMk/>
            <pc:sldMk cId="4279943419" sldId="358"/>
            <ac:spMk id="4" creationId="{C3216DDF-9FC0-420F-A33D-EDFE744C3698}"/>
          </ac:spMkLst>
        </pc:spChg>
        <pc:grpChg chg="add del mod">
          <ac:chgData name="Choi Jeomki" userId="f1912f8b0928b9f1" providerId="LiveId" clId="{315BBA2E-6CC4-4D29-B740-1062B65A74E6}" dt="2019-02-18T07:13:06.680" v="2683" actId="165"/>
          <ac:grpSpMkLst>
            <pc:docMk/>
            <pc:sldMk cId="4279943419" sldId="358"/>
            <ac:grpSpMk id="11" creationId="{8B2AB7ED-0862-4977-85B9-CBBFDD20869E}"/>
          </ac:grpSpMkLst>
        </pc:grpChg>
        <pc:grpChg chg="add mod">
          <ac:chgData name="Choi Jeomki" userId="f1912f8b0928b9f1" providerId="LiveId" clId="{315BBA2E-6CC4-4D29-B740-1062B65A74E6}" dt="2019-02-18T07:13:22.986" v="2693" actId="1076"/>
          <ac:grpSpMkLst>
            <pc:docMk/>
            <pc:sldMk cId="4279943419" sldId="358"/>
            <ac:grpSpMk id="13" creationId="{7C6CF02F-C02C-4B4B-B3E4-2C18132BBAA0}"/>
          </ac:grpSpMkLst>
        </pc:grpChg>
        <pc:picChg chg="add mod topLvl">
          <ac:chgData name="Choi Jeomki" userId="f1912f8b0928b9f1" providerId="LiveId" clId="{315BBA2E-6CC4-4D29-B740-1062B65A74E6}" dt="2019-02-18T07:13:10.273" v="2689" actId="1037"/>
          <ac:picMkLst>
            <pc:docMk/>
            <pc:sldMk cId="4279943419" sldId="358"/>
            <ac:picMk id="5" creationId="{F6F72C63-06DA-4D4E-93B3-895738C642AD}"/>
          </ac:picMkLst>
        </pc:picChg>
        <pc:picChg chg="del">
          <ac:chgData name="Choi Jeomki" userId="f1912f8b0928b9f1" providerId="LiveId" clId="{315BBA2E-6CC4-4D29-B740-1062B65A74E6}" dt="2019-02-18T07:05:23.395" v="2554" actId="478"/>
          <ac:picMkLst>
            <pc:docMk/>
            <pc:sldMk cId="4279943419" sldId="358"/>
            <ac:picMk id="6" creationId="{922495A3-5017-4480-A125-92AE89FED742}"/>
          </ac:picMkLst>
        </pc:picChg>
        <pc:picChg chg="add del mod">
          <ac:chgData name="Choi Jeomki" userId="f1912f8b0928b9f1" providerId="LiveId" clId="{315BBA2E-6CC4-4D29-B740-1062B65A74E6}" dt="2019-02-18T07:11:57.482" v="2612" actId="478"/>
          <ac:picMkLst>
            <pc:docMk/>
            <pc:sldMk cId="4279943419" sldId="358"/>
            <ac:picMk id="7" creationId="{C6FFFE53-8A30-47EC-B74D-2431C620CBE1}"/>
          </ac:picMkLst>
        </pc:picChg>
        <pc:picChg chg="del">
          <ac:chgData name="Choi Jeomki" userId="f1912f8b0928b9f1" providerId="LiveId" clId="{315BBA2E-6CC4-4D29-B740-1062B65A74E6}" dt="2019-02-18T07:05:23.395" v="2554" actId="478"/>
          <ac:picMkLst>
            <pc:docMk/>
            <pc:sldMk cId="4279943419" sldId="358"/>
            <ac:picMk id="8" creationId="{F9D87F07-2314-4152-8163-6DE099A8E681}"/>
          </ac:picMkLst>
        </pc:picChg>
        <pc:picChg chg="add mod topLvl">
          <ac:chgData name="Choi Jeomki" userId="f1912f8b0928b9f1" providerId="LiveId" clId="{315BBA2E-6CC4-4D29-B740-1062B65A74E6}" dt="2019-02-18T07:17:53.483" v="3199" actId="1036"/>
          <ac:picMkLst>
            <pc:docMk/>
            <pc:sldMk cId="4279943419" sldId="358"/>
            <ac:picMk id="9" creationId="{C72836D0-B081-4037-94DC-7D5E513DC7B1}"/>
          </ac:picMkLst>
        </pc:picChg>
        <pc:picChg chg="add mod topLvl">
          <ac:chgData name="Choi Jeomki" userId="f1912f8b0928b9f1" providerId="LiveId" clId="{315BBA2E-6CC4-4D29-B740-1062B65A74E6}" dt="2019-02-18T07:17:53.483" v="3199" actId="1036"/>
          <ac:picMkLst>
            <pc:docMk/>
            <pc:sldMk cId="4279943419" sldId="358"/>
            <ac:picMk id="10" creationId="{884B07B3-D919-40D4-8549-83545BFD5D18}"/>
          </ac:picMkLst>
        </pc:picChg>
        <pc:picChg chg="add mod">
          <ac:chgData name="Choi Jeomki" userId="f1912f8b0928b9f1" providerId="LiveId" clId="{315BBA2E-6CC4-4D29-B740-1062B65A74E6}" dt="2019-02-18T07:13:10.273" v="2689" actId="1037"/>
          <ac:picMkLst>
            <pc:docMk/>
            <pc:sldMk cId="4279943419" sldId="358"/>
            <ac:picMk id="12" creationId="{9F8709FD-35AD-47FD-A929-ADE54D1DE90C}"/>
          </ac:picMkLst>
        </pc:picChg>
      </pc:sldChg>
      <pc:sldChg chg="addSp delSp modSp add">
        <pc:chgData name="Choi Jeomki" userId="f1912f8b0928b9f1" providerId="LiveId" clId="{315BBA2E-6CC4-4D29-B740-1062B65A74E6}" dt="2019-02-18T07:31:31.715" v="3242" actId="14100"/>
        <pc:sldMkLst>
          <pc:docMk/>
          <pc:sldMk cId="2156880342" sldId="359"/>
        </pc:sldMkLst>
        <pc:spChg chg="mod">
          <ac:chgData name="Choi Jeomki" userId="f1912f8b0928b9f1" providerId="LiveId" clId="{315BBA2E-6CC4-4D29-B740-1062B65A74E6}" dt="2019-02-18T07:15:37.071" v="3104" actId="20577"/>
          <ac:spMkLst>
            <pc:docMk/>
            <pc:sldMk cId="2156880342" sldId="359"/>
            <ac:spMk id="2" creationId="{00000000-0000-0000-0000-000000000000}"/>
          </ac:spMkLst>
        </pc:spChg>
        <pc:spChg chg="mod">
          <ac:chgData name="Choi Jeomki" userId="f1912f8b0928b9f1" providerId="LiveId" clId="{315BBA2E-6CC4-4D29-B740-1062B65A74E6}" dt="2019-02-18T07:16:48.419" v="3187"/>
          <ac:spMkLst>
            <pc:docMk/>
            <pc:sldMk cId="2156880342" sldId="359"/>
            <ac:spMk id="3" creationId="{00000000-0000-0000-0000-000000000000}"/>
          </ac:spMkLst>
        </pc:spChg>
        <pc:spChg chg="mod">
          <ac:chgData name="Choi Jeomki" userId="f1912f8b0928b9f1" providerId="LiveId" clId="{315BBA2E-6CC4-4D29-B740-1062B65A74E6}" dt="2019-02-18T07:15:52.195" v="3108" actId="207"/>
          <ac:spMkLst>
            <pc:docMk/>
            <pc:sldMk cId="2156880342" sldId="359"/>
            <ac:spMk id="4" creationId="{C3216DDF-9FC0-420F-A33D-EDFE744C3698}"/>
          </ac:spMkLst>
        </pc:spChg>
        <pc:grpChg chg="del">
          <ac:chgData name="Choi Jeomki" userId="f1912f8b0928b9f1" providerId="LiveId" clId="{315BBA2E-6CC4-4D29-B740-1062B65A74E6}" dt="2019-02-18T07:15:53.803" v="3109" actId="478"/>
          <ac:grpSpMkLst>
            <pc:docMk/>
            <pc:sldMk cId="2156880342" sldId="359"/>
            <ac:grpSpMk id="13" creationId="{7C6CF02F-C02C-4B4B-B3E4-2C18132BBAA0}"/>
          </ac:grpSpMkLst>
        </pc:grpChg>
        <pc:grpChg chg="add del mod">
          <ac:chgData name="Choi Jeomki" userId="f1912f8b0928b9f1" providerId="LiveId" clId="{315BBA2E-6CC4-4D29-B740-1062B65A74E6}" dt="2019-02-18T07:31:12.188" v="3231" actId="165"/>
          <ac:grpSpMkLst>
            <pc:docMk/>
            <pc:sldMk cId="2156880342" sldId="359"/>
            <ac:grpSpMk id="14" creationId="{7D03F990-B218-4DC0-A3DB-6F0D682C0ECB}"/>
          </ac:grpSpMkLst>
        </pc:grpChg>
        <pc:grpChg chg="add del mod">
          <ac:chgData name="Choi Jeomki" userId="f1912f8b0928b9f1" providerId="LiveId" clId="{315BBA2E-6CC4-4D29-B740-1062B65A74E6}" dt="2019-02-18T07:31:17.355" v="3235" actId="165"/>
          <ac:grpSpMkLst>
            <pc:docMk/>
            <pc:sldMk cId="2156880342" sldId="359"/>
            <ac:grpSpMk id="16" creationId="{D92F4395-55EC-4BE7-A1FF-3B00FB4F8C7E}"/>
          </ac:grpSpMkLst>
        </pc:grpChg>
        <pc:grpChg chg="add mod">
          <ac:chgData name="Choi Jeomki" userId="f1912f8b0928b9f1" providerId="LiveId" clId="{315BBA2E-6CC4-4D29-B740-1062B65A74E6}" dt="2019-02-18T07:31:31.715" v="3242" actId="14100"/>
          <ac:grpSpMkLst>
            <pc:docMk/>
            <pc:sldMk cId="2156880342" sldId="359"/>
            <ac:grpSpMk id="17" creationId="{145F23FC-A3E4-475E-BBEC-CCFF04ABDFED}"/>
          </ac:grpSpMkLst>
        </pc:grpChg>
        <pc:picChg chg="add mod topLvl">
          <ac:chgData name="Choi Jeomki" userId="f1912f8b0928b9f1" providerId="LiveId" clId="{315BBA2E-6CC4-4D29-B740-1062B65A74E6}" dt="2019-02-18T07:31:19.905" v="3236" actId="164"/>
          <ac:picMkLst>
            <pc:docMk/>
            <pc:sldMk cId="2156880342" sldId="359"/>
            <ac:picMk id="6" creationId="{615A853D-8DB2-4891-A149-28547E4EC1BE}"/>
          </ac:picMkLst>
        </pc:picChg>
        <pc:picChg chg="add mod topLvl">
          <ac:chgData name="Choi Jeomki" userId="f1912f8b0928b9f1" providerId="LiveId" clId="{315BBA2E-6CC4-4D29-B740-1062B65A74E6}" dt="2019-02-18T07:31:19.905" v="3236" actId="164"/>
          <ac:picMkLst>
            <pc:docMk/>
            <pc:sldMk cId="2156880342" sldId="359"/>
            <ac:picMk id="7" creationId="{69BDAAF2-5E48-4206-B8DB-AE6E48BA516D}"/>
          </ac:picMkLst>
        </pc:picChg>
        <pc:picChg chg="add mod topLvl">
          <ac:chgData name="Choi Jeomki" userId="f1912f8b0928b9f1" providerId="LiveId" clId="{315BBA2E-6CC4-4D29-B740-1062B65A74E6}" dt="2019-02-18T07:31:19.905" v="3236" actId="164"/>
          <ac:picMkLst>
            <pc:docMk/>
            <pc:sldMk cId="2156880342" sldId="359"/>
            <ac:picMk id="8" creationId="{D7E4EB5E-AC4D-41CA-9CC5-77D207ED6239}"/>
          </ac:picMkLst>
        </pc:picChg>
        <pc:picChg chg="add del mod">
          <ac:chgData name="Choi Jeomki" userId="f1912f8b0928b9f1" providerId="LiveId" clId="{315BBA2E-6CC4-4D29-B740-1062B65A74E6}" dt="2019-02-18T07:30:48.510" v="3219" actId="478"/>
          <ac:picMkLst>
            <pc:docMk/>
            <pc:sldMk cId="2156880342" sldId="359"/>
            <ac:picMk id="11" creationId="{9D8DD634-FD14-4B0E-A32E-D02AE875D06C}"/>
          </ac:picMkLst>
        </pc:picChg>
        <pc:picChg chg="add mod">
          <ac:chgData name="Choi Jeomki" userId="f1912f8b0928b9f1" providerId="LiveId" clId="{315BBA2E-6CC4-4D29-B740-1062B65A74E6}" dt="2019-02-18T07:31:19.905" v="3236" actId="164"/>
          <ac:picMkLst>
            <pc:docMk/>
            <pc:sldMk cId="2156880342" sldId="359"/>
            <ac:picMk id="15" creationId="{B4F83B21-B88A-4405-8CC7-A07E0E4EAECC}"/>
          </ac:picMkLst>
        </pc:picChg>
      </pc:sldChg>
      <pc:sldChg chg="addSp delSp modSp add">
        <pc:chgData name="Choi Jeomki" userId="f1912f8b0928b9f1" providerId="LiveId" clId="{315BBA2E-6CC4-4D29-B740-1062B65A74E6}" dt="2019-02-18T09:05:29.619" v="8956" actId="1036"/>
        <pc:sldMkLst>
          <pc:docMk/>
          <pc:sldMk cId="27954184" sldId="360"/>
        </pc:sldMkLst>
        <pc:spChg chg="mod">
          <ac:chgData name="Choi Jeomki" userId="f1912f8b0928b9f1" providerId="LiveId" clId="{315BBA2E-6CC4-4D29-B740-1062B65A74E6}" dt="2019-02-18T08:52:26.699" v="8250"/>
          <ac:spMkLst>
            <pc:docMk/>
            <pc:sldMk cId="27954184" sldId="360"/>
            <ac:spMk id="2" creationId="{00000000-0000-0000-0000-000000000000}"/>
          </ac:spMkLst>
        </pc:spChg>
        <pc:spChg chg="mod">
          <ac:chgData name="Choi Jeomki" userId="f1912f8b0928b9f1" providerId="LiveId" clId="{315BBA2E-6CC4-4D29-B740-1062B65A74E6}" dt="2019-02-18T08:52:34.975" v="8253" actId="20577"/>
          <ac:spMkLst>
            <pc:docMk/>
            <pc:sldMk cId="27954184" sldId="360"/>
            <ac:spMk id="3" creationId="{00000000-0000-0000-0000-000000000000}"/>
          </ac:spMkLst>
        </pc:spChg>
        <pc:spChg chg="add del">
          <ac:chgData name="Choi Jeomki" userId="f1912f8b0928b9f1" providerId="LiveId" clId="{315BBA2E-6CC4-4D29-B740-1062B65A74E6}" dt="2019-02-18T08:53:06.087" v="8255"/>
          <ac:spMkLst>
            <pc:docMk/>
            <pc:sldMk cId="27954184" sldId="360"/>
            <ac:spMk id="4" creationId="{C23105C3-AE2D-41FD-879E-39E352680F74}"/>
          </ac:spMkLst>
        </pc:spChg>
        <pc:spChg chg="add del">
          <ac:chgData name="Choi Jeomki" userId="f1912f8b0928b9f1" providerId="LiveId" clId="{315BBA2E-6CC4-4D29-B740-1062B65A74E6}" dt="2019-02-18T08:53:06.087" v="8255"/>
          <ac:spMkLst>
            <pc:docMk/>
            <pc:sldMk cId="27954184" sldId="360"/>
            <ac:spMk id="5" creationId="{0685ED8C-A5EB-4F5F-BAFD-AD7DF40DFACF}"/>
          </ac:spMkLst>
        </pc:spChg>
        <pc:spChg chg="add del">
          <ac:chgData name="Choi Jeomki" userId="f1912f8b0928b9f1" providerId="LiveId" clId="{315BBA2E-6CC4-4D29-B740-1062B65A74E6}" dt="2019-02-18T08:53:06.087" v="8255"/>
          <ac:spMkLst>
            <pc:docMk/>
            <pc:sldMk cId="27954184" sldId="360"/>
            <ac:spMk id="6" creationId="{C296C600-FB8A-4D59-8DC0-C44289049276}"/>
          </ac:spMkLst>
        </pc:spChg>
        <pc:spChg chg="add del">
          <ac:chgData name="Choi Jeomki" userId="f1912f8b0928b9f1" providerId="LiveId" clId="{315BBA2E-6CC4-4D29-B740-1062B65A74E6}" dt="2019-02-18T08:53:06.087" v="8255"/>
          <ac:spMkLst>
            <pc:docMk/>
            <pc:sldMk cId="27954184" sldId="360"/>
            <ac:spMk id="7" creationId="{645E4697-E8E0-45CF-98E4-F06B334F7CC1}"/>
          </ac:spMkLst>
        </pc:spChg>
        <pc:spChg chg="add del">
          <ac:chgData name="Choi Jeomki" userId="f1912f8b0928b9f1" providerId="LiveId" clId="{315BBA2E-6CC4-4D29-B740-1062B65A74E6}" dt="2019-02-18T08:53:06.087" v="8255"/>
          <ac:spMkLst>
            <pc:docMk/>
            <pc:sldMk cId="27954184" sldId="360"/>
            <ac:spMk id="10" creationId="{D4FEE015-F68D-4876-AD0D-62A217620396}"/>
          </ac:spMkLst>
        </pc:spChg>
        <pc:spChg chg="add del">
          <ac:chgData name="Choi Jeomki" userId="f1912f8b0928b9f1" providerId="LiveId" clId="{315BBA2E-6CC4-4D29-B740-1062B65A74E6}" dt="2019-02-18T08:53:06.087" v="8255"/>
          <ac:spMkLst>
            <pc:docMk/>
            <pc:sldMk cId="27954184" sldId="360"/>
            <ac:spMk id="11" creationId="{DE91A8EA-809B-438F-93DB-7E7072376A8D}"/>
          </ac:spMkLst>
        </pc:spChg>
        <pc:spChg chg="add del mod">
          <ac:chgData name="Choi Jeomki" userId="f1912f8b0928b9f1" providerId="LiveId" clId="{315BBA2E-6CC4-4D29-B740-1062B65A74E6}" dt="2019-02-18T08:57:34.565" v="8368" actId="478"/>
          <ac:spMkLst>
            <pc:docMk/>
            <pc:sldMk cId="27954184" sldId="360"/>
            <ac:spMk id="12" creationId="{3E594859-AE38-45A9-AECF-3D61A7CD5C32}"/>
          </ac:spMkLst>
        </pc:spChg>
        <pc:spChg chg="add del mod">
          <ac:chgData name="Choi Jeomki" userId="f1912f8b0928b9f1" providerId="LiveId" clId="{315BBA2E-6CC4-4D29-B740-1062B65A74E6}" dt="2019-02-18T08:57:34.565" v="8368" actId="478"/>
          <ac:spMkLst>
            <pc:docMk/>
            <pc:sldMk cId="27954184" sldId="360"/>
            <ac:spMk id="13" creationId="{6B90B852-67F8-4075-B43C-FDB0560233FD}"/>
          </ac:spMkLst>
        </pc:spChg>
        <pc:spChg chg="add del mod">
          <ac:chgData name="Choi Jeomki" userId="f1912f8b0928b9f1" providerId="LiveId" clId="{315BBA2E-6CC4-4D29-B740-1062B65A74E6}" dt="2019-02-18T08:57:34.565" v="8368" actId="478"/>
          <ac:spMkLst>
            <pc:docMk/>
            <pc:sldMk cId="27954184" sldId="360"/>
            <ac:spMk id="14" creationId="{F99B6E8B-FD64-43EB-BE7D-B48222DE00DC}"/>
          </ac:spMkLst>
        </pc:spChg>
        <pc:spChg chg="add del mod">
          <ac:chgData name="Choi Jeomki" userId="f1912f8b0928b9f1" providerId="LiveId" clId="{315BBA2E-6CC4-4D29-B740-1062B65A74E6}" dt="2019-02-18T08:57:34.565" v="8368" actId="478"/>
          <ac:spMkLst>
            <pc:docMk/>
            <pc:sldMk cId="27954184" sldId="360"/>
            <ac:spMk id="15" creationId="{C9B75DE7-DB0E-4D31-A943-03BC5E3914CC}"/>
          </ac:spMkLst>
        </pc:spChg>
        <pc:spChg chg="add del mod">
          <ac:chgData name="Choi Jeomki" userId="f1912f8b0928b9f1" providerId="LiveId" clId="{315BBA2E-6CC4-4D29-B740-1062B65A74E6}" dt="2019-02-18T08:57:34.565" v="8368" actId="478"/>
          <ac:spMkLst>
            <pc:docMk/>
            <pc:sldMk cId="27954184" sldId="360"/>
            <ac:spMk id="18" creationId="{6FBD6BD6-3D2C-49C3-BB94-130E57773210}"/>
          </ac:spMkLst>
        </pc:spChg>
        <pc:spChg chg="add del mod">
          <ac:chgData name="Choi Jeomki" userId="f1912f8b0928b9f1" providerId="LiveId" clId="{315BBA2E-6CC4-4D29-B740-1062B65A74E6}" dt="2019-02-18T08:57:34.565" v="8368" actId="478"/>
          <ac:spMkLst>
            <pc:docMk/>
            <pc:sldMk cId="27954184" sldId="360"/>
            <ac:spMk id="19" creationId="{0B065434-6EF3-4E12-9EF5-5D0A795AAE50}"/>
          </ac:spMkLst>
        </pc:spChg>
        <pc:spChg chg="add del mod">
          <ac:chgData name="Choi Jeomki" userId="f1912f8b0928b9f1" providerId="LiveId" clId="{315BBA2E-6CC4-4D29-B740-1062B65A74E6}" dt="2019-02-18T08:53:48.900" v="8265" actId="478"/>
          <ac:spMkLst>
            <pc:docMk/>
            <pc:sldMk cId="27954184" sldId="360"/>
            <ac:spMk id="20" creationId="{7D418296-4CB6-43B0-8EC8-30C344B26D98}"/>
          </ac:spMkLst>
        </pc:spChg>
        <pc:spChg chg="add del mod">
          <ac:chgData name="Choi Jeomki" userId="f1912f8b0928b9f1" providerId="LiveId" clId="{315BBA2E-6CC4-4D29-B740-1062B65A74E6}" dt="2019-02-18T08:54:17.207" v="8271" actId="478"/>
          <ac:spMkLst>
            <pc:docMk/>
            <pc:sldMk cId="27954184" sldId="360"/>
            <ac:spMk id="21" creationId="{206944A7-AAEB-4AEE-9663-9568BCF275F8}"/>
          </ac:spMkLst>
        </pc:spChg>
        <pc:spChg chg="mod">
          <ac:chgData name="Choi Jeomki" userId="f1912f8b0928b9f1" providerId="LiveId" clId="{315BBA2E-6CC4-4D29-B740-1062B65A74E6}" dt="2019-02-18T08:57:47.652" v="8388"/>
          <ac:spMkLst>
            <pc:docMk/>
            <pc:sldMk cId="27954184" sldId="360"/>
            <ac:spMk id="41" creationId="{933BC2A0-B8C7-4951-A29E-4824B527D139}"/>
          </ac:spMkLst>
        </pc:spChg>
        <pc:spChg chg="mod">
          <ac:chgData name="Choi Jeomki" userId="f1912f8b0928b9f1" providerId="LiveId" clId="{315BBA2E-6CC4-4D29-B740-1062B65A74E6}" dt="2019-02-18T08:57:50.044" v="8398"/>
          <ac:spMkLst>
            <pc:docMk/>
            <pc:sldMk cId="27954184" sldId="360"/>
            <ac:spMk id="46" creationId="{2A9E7566-A20C-4E21-B8FA-07BA650120BD}"/>
          </ac:spMkLst>
        </pc:spChg>
        <pc:spChg chg="mod">
          <ac:chgData name="Choi Jeomki" userId="f1912f8b0928b9f1" providerId="LiveId" clId="{315BBA2E-6CC4-4D29-B740-1062B65A74E6}" dt="2019-02-18T08:57:44.527" v="8378"/>
          <ac:spMkLst>
            <pc:docMk/>
            <pc:sldMk cId="27954184" sldId="360"/>
            <ac:spMk id="51" creationId="{3CB49E46-92B8-4742-A178-F207D2F8AB23}"/>
          </ac:spMkLst>
        </pc:spChg>
        <pc:spChg chg="add mod">
          <ac:chgData name="Choi Jeomki" userId="f1912f8b0928b9f1" providerId="LiveId" clId="{315BBA2E-6CC4-4D29-B740-1062B65A74E6}" dt="2019-02-18T09:05:29.619" v="8956" actId="1036"/>
          <ac:spMkLst>
            <pc:docMk/>
            <pc:sldMk cId="27954184" sldId="360"/>
            <ac:spMk id="54" creationId="{31DE6633-3B12-4B23-AA73-45F10D9C3EAF}"/>
          </ac:spMkLst>
        </pc:spChg>
        <pc:spChg chg="add mod">
          <ac:chgData name="Choi Jeomki" userId="f1912f8b0928b9f1" providerId="LiveId" clId="{315BBA2E-6CC4-4D29-B740-1062B65A74E6}" dt="2019-02-18T09:05:29.619" v="8956" actId="1036"/>
          <ac:spMkLst>
            <pc:docMk/>
            <pc:sldMk cId="27954184" sldId="360"/>
            <ac:spMk id="55" creationId="{B0E55A9B-BC90-4CB2-ABF9-579CA0141178}"/>
          </ac:spMkLst>
        </pc:spChg>
        <pc:spChg chg="add mod">
          <ac:chgData name="Choi Jeomki" userId="f1912f8b0928b9f1" providerId="LiveId" clId="{315BBA2E-6CC4-4D29-B740-1062B65A74E6}" dt="2019-02-18T09:05:29.619" v="8956" actId="1036"/>
          <ac:spMkLst>
            <pc:docMk/>
            <pc:sldMk cId="27954184" sldId="360"/>
            <ac:spMk id="56" creationId="{4249FF7C-2081-4A07-9AA1-E85D71D7AD07}"/>
          </ac:spMkLst>
        </pc:spChg>
        <pc:grpChg chg="add del">
          <ac:chgData name="Choi Jeomki" userId="f1912f8b0928b9f1" providerId="LiveId" clId="{315BBA2E-6CC4-4D29-B740-1062B65A74E6}" dt="2019-02-18T08:57:26.482" v="8365"/>
          <ac:grpSpMkLst>
            <pc:docMk/>
            <pc:sldMk cId="27954184" sldId="360"/>
            <ac:grpSpMk id="24" creationId="{7A124FD2-9E9C-472C-98DB-3691839DEC69}"/>
          </ac:grpSpMkLst>
        </pc:grpChg>
        <pc:grpChg chg="add del">
          <ac:chgData name="Choi Jeomki" userId="f1912f8b0928b9f1" providerId="LiveId" clId="{315BBA2E-6CC4-4D29-B740-1062B65A74E6}" dt="2019-02-18T08:57:26.482" v="8365"/>
          <ac:grpSpMkLst>
            <pc:docMk/>
            <pc:sldMk cId="27954184" sldId="360"/>
            <ac:grpSpMk id="29" creationId="{B4B7E492-624D-4112-85BB-F871DF1CB293}"/>
          </ac:grpSpMkLst>
        </pc:grpChg>
        <pc:grpChg chg="add del">
          <ac:chgData name="Choi Jeomki" userId="f1912f8b0928b9f1" providerId="LiveId" clId="{315BBA2E-6CC4-4D29-B740-1062B65A74E6}" dt="2019-02-18T08:57:26.482" v="8365"/>
          <ac:grpSpMkLst>
            <pc:docMk/>
            <pc:sldMk cId="27954184" sldId="360"/>
            <ac:grpSpMk id="34" creationId="{346A1DEB-D079-4FC5-A365-172A8787D650}"/>
          </ac:grpSpMkLst>
        </pc:grpChg>
        <pc:grpChg chg="add mod">
          <ac:chgData name="Choi Jeomki" userId="f1912f8b0928b9f1" providerId="LiveId" clId="{315BBA2E-6CC4-4D29-B740-1062B65A74E6}" dt="2019-02-18T09:05:20.402" v="8946" actId="1036"/>
          <ac:grpSpMkLst>
            <pc:docMk/>
            <pc:sldMk cId="27954184" sldId="360"/>
            <ac:grpSpMk id="39" creationId="{195E945E-15AF-44D9-B0F0-F01FC0040666}"/>
          </ac:grpSpMkLst>
        </pc:grpChg>
        <pc:grpChg chg="add mod">
          <ac:chgData name="Choi Jeomki" userId="f1912f8b0928b9f1" providerId="LiveId" clId="{315BBA2E-6CC4-4D29-B740-1062B65A74E6}" dt="2019-02-18T09:05:20.402" v="8946" actId="1036"/>
          <ac:grpSpMkLst>
            <pc:docMk/>
            <pc:sldMk cId="27954184" sldId="360"/>
            <ac:grpSpMk id="44" creationId="{8D032D91-F297-44E0-B24B-0858F825E287}"/>
          </ac:grpSpMkLst>
        </pc:grpChg>
        <pc:grpChg chg="add mod">
          <ac:chgData name="Choi Jeomki" userId="f1912f8b0928b9f1" providerId="LiveId" clId="{315BBA2E-6CC4-4D29-B740-1062B65A74E6}" dt="2019-02-18T09:05:20.402" v="8946" actId="1036"/>
          <ac:grpSpMkLst>
            <pc:docMk/>
            <pc:sldMk cId="27954184" sldId="360"/>
            <ac:grpSpMk id="49" creationId="{4E80D5B0-E80D-4B03-8E9C-8FEA181D3BC2}"/>
          </ac:grpSpMkLst>
        </pc:grpChg>
        <pc:grpChg chg="mod">
          <ac:chgData name="Choi Jeomki" userId="f1912f8b0928b9f1" providerId="LiveId" clId="{315BBA2E-6CC4-4D29-B740-1062B65A74E6}" dt="2019-02-18T08:58:24.244" v="8405" actId="12788"/>
          <ac:grpSpMkLst>
            <pc:docMk/>
            <pc:sldMk cId="27954184" sldId="360"/>
            <ac:grpSpMk id="50" creationId="{12C0A4A8-E106-4793-9AD3-BE9643DA49F3}"/>
          </ac:grpSpMkLst>
        </pc:grpChg>
        <pc:grpChg chg="add del">
          <ac:chgData name="Choi Jeomki" userId="f1912f8b0928b9f1" providerId="LiveId" clId="{315BBA2E-6CC4-4D29-B740-1062B65A74E6}" dt="2019-02-18T09:03:18.637" v="8890" actId="478"/>
          <ac:grpSpMkLst>
            <pc:docMk/>
            <pc:sldMk cId="27954184" sldId="360"/>
            <ac:grpSpMk id="57" creationId="{1DD3B4B6-5F7D-438C-8F85-A5311CEBD25E}"/>
          </ac:grpSpMkLst>
        </pc:grpChg>
        <pc:cxnChg chg="add del">
          <ac:chgData name="Choi Jeomki" userId="f1912f8b0928b9f1" providerId="LiveId" clId="{315BBA2E-6CC4-4D29-B740-1062B65A74E6}" dt="2019-02-18T08:53:06.087" v="8255"/>
          <ac:cxnSpMkLst>
            <pc:docMk/>
            <pc:sldMk cId="27954184" sldId="360"/>
            <ac:cxnSpMk id="8" creationId="{47B45FB6-DA02-49C1-805A-BE518D0F44EB}"/>
          </ac:cxnSpMkLst>
        </pc:cxnChg>
        <pc:cxnChg chg="add del">
          <ac:chgData name="Choi Jeomki" userId="f1912f8b0928b9f1" providerId="LiveId" clId="{315BBA2E-6CC4-4D29-B740-1062B65A74E6}" dt="2019-02-18T08:53:06.087" v="8255"/>
          <ac:cxnSpMkLst>
            <pc:docMk/>
            <pc:sldMk cId="27954184" sldId="360"/>
            <ac:cxnSpMk id="9" creationId="{EB4AC2F7-9C9C-4983-B014-785875A7336B}"/>
          </ac:cxnSpMkLst>
        </pc:cxnChg>
        <pc:cxnChg chg="add del mod">
          <ac:chgData name="Choi Jeomki" userId="f1912f8b0928b9f1" providerId="LiveId" clId="{315BBA2E-6CC4-4D29-B740-1062B65A74E6}" dt="2019-02-18T08:57:34.565" v="8368" actId="478"/>
          <ac:cxnSpMkLst>
            <pc:docMk/>
            <pc:sldMk cId="27954184" sldId="360"/>
            <ac:cxnSpMk id="16" creationId="{011411CC-F0AF-4FD5-A572-FB20398BEA40}"/>
          </ac:cxnSpMkLst>
        </pc:cxnChg>
        <pc:cxnChg chg="add del mod">
          <ac:chgData name="Choi Jeomki" userId="f1912f8b0928b9f1" providerId="LiveId" clId="{315BBA2E-6CC4-4D29-B740-1062B65A74E6}" dt="2019-02-18T08:57:34.565" v="8368" actId="478"/>
          <ac:cxnSpMkLst>
            <pc:docMk/>
            <pc:sldMk cId="27954184" sldId="360"/>
            <ac:cxnSpMk id="17" creationId="{FB5846D8-FCF5-4C78-A30B-003FBF797CDE}"/>
          </ac:cxnSpMkLst>
        </pc:cxnChg>
      </pc:sldChg>
      <pc:sldChg chg="addSp delSp modSp add ord">
        <pc:chgData name="Choi Jeomki" userId="f1912f8b0928b9f1" providerId="LiveId" clId="{315BBA2E-6CC4-4D29-B740-1062B65A74E6}" dt="2019-02-18T20:01:37.860" v="18885" actId="1036"/>
        <pc:sldMkLst>
          <pc:docMk/>
          <pc:sldMk cId="1685384273" sldId="361"/>
        </pc:sldMkLst>
        <pc:spChg chg="mod">
          <ac:chgData name="Choi Jeomki" userId="f1912f8b0928b9f1" providerId="LiveId" clId="{315BBA2E-6CC4-4D29-B740-1062B65A74E6}" dt="2019-02-18T07:36:27.019" v="3538"/>
          <ac:spMkLst>
            <pc:docMk/>
            <pc:sldMk cId="1685384273" sldId="361"/>
            <ac:spMk id="2" creationId="{00000000-0000-0000-0000-000000000000}"/>
          </ac:spMkLst>
        </pc:spChg>
        <pc:spChg chg="mod">
          <ac:chgData name="Choi Jeomki" userId="f1912f8b0928b9f1" providerId="LiveId" clId="{315BBA2E-6CC4-4D29-B740-1062B65A74E6}" dt="2019-02-18T08:28:18.594" v="8214"/>
          <ac:spMkLst>
            <pc:docMk/>
            <pc:sldMk cId="1685384273" sldId="361"/>
            <ac:spMk id="3" creationId="{00000000-0000-0000-0000-000000000000}"/>
          </ac:spMkLst>
        </pc:spChg>
        <pc:spChg chg="add del">
          <ac:chgData name="Choi Jeomki" userId="f1912f8b0928b9f1" providerId="LiveId" clId="{315BBA2E-6CC4-4D29-B740-1062B65A74E6}" dt="2019-02-18T07:39:49.156" v="3809"/>
          <ac:spMkLst>
            <pc:docMk/>
            <pc:sldMk cId="1685384273" sldId="361"/>
            <ac:spMk id="4" creationId="{1CA828A7-0FA8-4F37-BAB9-375501B30A95}"/>
          </ac:spMkLst>
        </pc:spChg>
        <pc:spChg chg="add del">
          <ac:chgData name="Choi Jeomki" userId="f1912f8b0928b9f1" providerId="LiveId" clId="{315BBA2E-6CC4-4D29-B740-1062B65A74E6}" dt="2019-02-18T07:39:49.156" v="3809"/>
          <ac:spMkLst>
            <pc:docMk/>
            <pc:sldMk cId="1685384273" sldId="361"/>
            <ac:spMk id="5" creationId="{F39AC8F3-E19E-429A-A65A-8EFFD92624C4}"/>
          </ac:spMkLst>
        </pc:spChg>
        <pc:spChg chg="add del">
          <ac:chgData name="Choi Jeomki" userId="f1912f8b0928b9f1" providerId="LiveId" clId="{315BBA2E-6CC4-4D29-B740-1062B65A74E6}" dt="2019-02-18T07:39:49.156" v="3809"/>
          <ac:spMkLst>
            <pc:docMk/>
            <pc:sldMk cId="1685384273" sldId="361"/>
            <ac:spMk id="6" creationId="{CAFD16AD-3E0D-4B36-8DAE-4711C26B8E64}"/>
          </ac:spMkLst>
        </pc:spChg>
        <pc:spChg chg="add del">
          <ac:chgData name="Choi Jeomki" userId="f1912f8b0928b9f1" providerId="LiveId" clId="{315BBA2E-6CC4-4D29-B740-1062B65A74E6}" dt="2019-02-18T07:39:49.156" v="3809"/>
          <ac:spMkLst>
            <pc:docMk/>
            <pc:sldMk cId="1685384273" sldId="361"/>
            <ac:spMk id="7" creationId="{DDF629C5-9EFA-4B97-9D25-12B773794480}"/>
          </ac:spMkLst>
        </pc:spChg>
        <pc:spChg chg="add del">
          <ac:chgData name="Choi Jeomki" userId="f1912f8b0928b9f1" providerId="LiveId" clId="{315BBA2E-6CC4-4D29-B740-1062B65A74E6}" dt="2019-02-18T07:39:49.156" v="3809"/>
          <ac:spMkLst>
            <pc:docMk/>
            <pc:sldMk cId="1685384273" sldId="361"/>
            <ac:spMk id="28" creationId="{6A759B4F-40FD-472A-BB18-927A017D4B26}"/>
          </ac:spMkLst>
        </pc:spChg>
        <pc:spChg chg="add del">
          <ac:chgData name="Choi Jeomki" userId="f1912f8b0928b9f1" providerId="LiveId" clId="{315BBA2E-6CC4-4D29-B740-1062B65A74E6}" dt="2019-02-18T07:39:49.156" v="3809"/>
          <ac:spMkLst>
            <pc:docMk/>
            <pc:sldMk cId="1685384273" sldId="361"/>
            <ac:spMk id="29" creationId="{FA11C409-B1C9-44AF-B6DA-9FA0C2B0A7F6}"/>
          </ac:spMkLst>
        </pc:spChg>
        <pc:spChg chg="add del">
          <ac:chgData name="Choi Jeomki" userId="f1912f8b0928b9f1" providerId="LiveId" clId="{315BBA2E-6CC4-4D29-B740-1062B65A74E6}" dt="2019-02-18T07:39:49.156" v="3809"/>
          <ac:spMkLst>
            <pc:docMk/>
            <pc:sldMk cId="1685384273" sldId="361"/>
            <ac:spMk id="30" creationId="{39C46C5F-FA12-494D-A7B5-B43D9F0E3B66}"/>
          </ac:spMkLst>
        </pc:spChg>
        <pc:spChg chg="add del">
          <ac:chgData name="Choi Jeomki" userId="f1912f8b0928b9f1" providerId="LiveId" clId="{315BBA2E-6CC4-4D29-B740-1062B65A74E6}" dt="2019-02-18T07:39:49.156" v="3809"/>
          <ac:spMkLst>
            <pc:docMk/>
            <pc:sldMk cId="1685384273" sldId="361"/>
            <ac:spMk id="31" creationId="{D0F6505F-42B4-496B-9554-DD0DF23CB0A8}"/>
          </ac:spMkLst>
        </pc:spChg>
        <pc:spChg chg="add del">
          <ac:chgData name="Choi Jeomki" userId="f1912f8b0928b9f1" providerId="LiveId" clId="{315BBA2E-6CC4-4D29-B740-1062B65A74E6}" dt="2019-02-18T07:39:49.156" v="3809"/>
          <ac:spMkLst>
            <pc:docMk/>
            <pc:sldMk cId="1685384273" sldId="361"/>
            <ac:spMk id="32" creationId="{3F9CC94B-3263-47DA-B422-9AAA4952C7FB}"/>
          </ac:spMkLst>
        </pc:spChg>
        <pc:spChg chg="add del">
          <ac:chgData name="Choi Jeomki" userId="f1912f8b0928b9f1" providerId="LiveId" clId="{315BBA2E-6CC4-4D29-B740-1062B65A74E6}" dt="2019-02-18T07:39:49.156" v="3809"/>
          <ac:spMkLst>
            <pc:docMk/>
            <pc:sldMk cId="1685384273" sldId="361"/>
            <ac:spMk id="33" creationId="{78DD14DC-3BFC-48C7-99A7-E360E124A3F3}"/>
          </ac:spMkLst>
        </pc:spChg>
        <pc:spChg chg="add del">
          <ac:chgData name="Choi Jeomki" userId="f1912f8b0928b9f1" providerId="LiveId" clId="{315BBA2E-6CC4-4D29-B740-1062B65A74E6}" dt="2019-02-18T07:39:49.156" v="3809"/>
          <ac:spMkLst>
            <pc:docMk/>
            <pc:sldMk cId="1685384273" sldId="361"/>
            <ac:spMk id="34" creationId="{398BFD4F-46B3-4245-AD4C-0BCD7DE18B3D}"/>
          </ac:spMkLst>
        </pc:spChg>
        <pc:spChg chg="add del">
          <ac:chgData name="Choi Jeomki" userId="f1912f8b0928b9f1" providerId="LiveId" clId="{315BBA2E-6CC4-4D29-B740-1062B65A74E6}" dt="2019-02-18T07:39:49.156" v="3809"/>
          <ac:spMkLst>
            <pc:docMk/>
            <pc:sldMk cId="1685384273" sldId="361"/>
            <ac:spMk id="38" creationId="{F9148DCE-FA7F-4E9A-9294-C94CD64055D7}"/>
          </ac:spMkLst>
        </pc:spChg>
        <pc:spChg chg="add del">
          <ac:chgData name="Choi Jeomki" userId="f1912f8b0928b9f1" providerId="LiveId" clId="{315BBA2E-6CC4-4D29-B740-1062B65A74E6}" dt="2019-02-18T07:39:49.156" v="3809"/>
          <ac:spMkLst>
            <pc:docMk/>
            <pc:sldMk cId="1685384273" sldId="361"/>
            <ac:spMk id="39" creationId="{32A11866-7A83-4D5F-B1E3-9728C8675617}"/>
          </ac:spMkLst>
        </pc:spChg>
        <pc:spChg chg="add mod topLvl">
          <ac:chgData name="Choi Jeomki" userId="f1912f8b0928b9f1" providerId="LiveId" clId="{315BBA2E-6CC4-4D29-B740-1062B65A74E6}" dt="2019-02-18T08:25:51.144" v="7723" actId="1035"/>
          <ac:spMkLst>
            <pc:docMk/>
            <pc:sldMk cId="1685384273" sldId="361"/>
            <ac:spMk id="46" creationId="{D237C266-0DEE-4327-8123-F263950B00A6}"/>
          </ac:spMkLst>
        </pc:spChg>
        <pc:spChg chg="add mod topLvl">
          <ac:chgData name="Choi Jeomki" userId="f1912f8b0928b9f1" providerId="LiveId" clId="{315BBA2E-6CC4-4D29-B740-1062B65A74E6}" dt="2019-02-18T08:25:47.943" v="7715" actId="1035"/>
          <ac:spMkLst>
            <pc:docMk/>
            <pc:sldMk cId="1685384273" sldId="361"/>
            <ac:spMk id="47" creationId="{B4E1EE9B-4815-48D9-BF92-85B48B4F832B}"/>
          </ac:spMkLst>
        </pc:spChg>
        <pc:spChg chg="add mod topLvl">
          <ac:chgData name="Choi Jeomki" userId="f1912f8b0928b9f1" providerId="LiveId" clId="{315BBA2E-6CC4-4D29-B740-1062B65A74E6}" dt="2019-02-18T20:01:37.860" v="18885" actId="1036"/>
          <ac:spMkLst>
            <pc:docMk/>
            <pc:sldMk cId="1685384273" sldId="361"/>
            <ac:spMk id="48" creationId="{EA43E88E-BF3A-46A6-A927-967A24B23C71}"/>
          </ac:spMkLst>
        </pc:spChg>
        <pc:spChg chg="add mod topLvl">
          <ac:chgData name="Choi Jeomki" userId="f1912f8b0928b9f1" providerId="LiveId" clId="{315BBA2E-6CC4-4D29-B740-1062B65A74E6}" dt="2019-02-18T20:00:52.036" v="18865" actId="948"/>
          <ac:spMkLst>
            <pc:docMk/>
            <pc:sldMk cId="1685384273" sldId="361"/>
            <ac:spMk id="49" creationId="{401CB63A-DC09-4828-9ECE-B256A8EA7564}"/>
          </ac:spMkLst>
        </pc:spChg>
        <pc:spChg chg="mod">
          <ac:chgData name="Choi Jeomki" userId="f1912f8b0928b9f1" providerId="LiveId" clId="{315BBA2E-6CC4-4D29-B740-1062B65A74E6}" dt="2019-02-18T07:40:08.395" v="3813" actId="255"/>
          <ac:spMkLst>
            <pc:docMk/>
            <pc:sldMk cId="1685384273" sldId="361"/>
            <ac:spMk id="51" creationId="{BECCF218-9366-4A47-BC82-516878F602EB}"/>
          </ac:spMkLst>
        </pc:spChg>
        <pc:spChg chg="mod">
          <ac:chgData name="Choi Jeomki" userId="f1912f8b0928b9f1" providerId="LiveId" clId="{315BBA2E-6CC4-4D29-B740-1062B65A74E6}" dt="2019-02-18T07:40:08.395" v="3813" actId="255"/>
          <ac:spMkLst>
            <pc:docMk/>
            <pc:sldMk cId="1685384273" sldId="361"/>
            <ac:spMk id="52" creationId="{490AADE4-C324-4A67-BCAA-3C19F1E4A8C7}"/>
          </ac:spMkLst>
        </pc:spChg>
        <pc:spChg chg="mod">
          <ac:chgData name="Choi Jeomki" userId="f1912f8b0928b9f1" providerId="LiveId" clId="{315BBA2E-6CC4-4D29-B740-1062B65A74E6}" dt="2019-02-18T07:40:08.395" v="3813" actId="255"/>
          <ac:spMkLst>
            <pc:docMk/>
            <pc:sldMk cId="1685384273" sldId="361"/>
            <ac:spMk id="53" creationId="{F6117B9D-2403-45BA-818B-0B97C3608154}"/>
          </ac:spMkLst>
        </pc:spChg>
        <pc:spChg chg="mod">
          <ac:chgData name="Choi Jeomki" userId="f1912f8b0928b9f1" providerId="LiveId" clId="{315BBA2E-6CC4-4D29-B740-1062B65A74E6}" dt="2019-02-18T07:40:08.395" v="3813" actId="255"/>
          <ac:spMkLst>
            <pc:docMk/>
            <pc:sldMk cId="1685384273" sldId="361"/>
            <ac:spMk id="54" creationId="{252C9CA2-31C8-44F0-9374-AA16790CEFC3}"/>
          </ac:spMkLst>
        </pc:spChg>
        <pc:spChg chg="del mod">
          <ac:chgData name="Choi Jeomki" userId="f1912f8b0928b9f1" providerId="LiveId" clId="{315BBA2E-6CC4-4D29-B740-1062B65A74E6}" dt="2019-02-18T19:59:58.079" v="18857" actId="478"/>
          <ac:spMkLst>
            <pc:docMk/>
            <pc:sldMk cId="1685384273" sldId="361"/>
            <ac:spMk id="55" creationId="{BBDDEC22-6CF7-4303-A6FE-9A9E41CF162E}"/>
          </ac:spMkLst>
        </pc:spChg>
        <pc:spChg chg="add del mod">
          <ac:chgData name="Choi Jeomki" userId="f1912f8b0928b9f1" providerId="LiveId" clId="{315BBA2E-6CC4-4D29-B740-1062B65A74E6}" dt="2019-02-18T19:59:47.663" v="18853"/>
          <ac:spMkLst>
            <pc:docMk/>
            <pc:sldMk cId="1685384273" sldId="361"/>
            <ac:spMk id="56" creationId="{A70690B0-8549-40B5-92FF-1AFEEF6D415F}"/>
          </ac:spMkLst>
        </pc:spChg>
        <pc:spChg chg="mod">
          <ac:chgData name="Choi Jeomki" userId="f1912f8b0928b9f1" providerId="LiveId" clId="{315BBA2E-6CC4-4D29-B740-1062B65A74E6}" dt="2019-02-18T07:40:08.395" v="3813" actId="255"/>
          <ac:spMkLst>
            <pc:docMk/>
            <pc:sldMk cId="1685384273" sldId="361"/>
            <ac:spMk id="58" creationId="{1469BF2A-16CC-4CF3-A0A3-A418521D3CAC}"/>
          </ac:spMkLst>
        </pc:spChg>
        <pc:spChg chg="mod">
          <ac:chgData name="Choi Jeomki" userId="f1912f8b0928b9f1" providerId="LiveId" clId="{315BBA2E-6CC4-4D29-B740-1062B65A74E6}" dt="2019-02-18T07:40:08.395" v="3813" actId="255"/>
          <ac:spMkLst>
            <pc:docMk/>
            <pc:sldMk cId="1685384273" sldId="361"/>
            <ac:spMk id="59" creationId="{F854122F-6C8F-4971-B763-2CF8DCE4F75F}"/>
          </ac:spMkLst>
        </pc:spChg>
        <pc:spChg chg="mod">
          <ac:chgData name="Choi Jeomki" userId="f1912f8b0928b9f1" providerId="LiveId" clId="{315BBA2E-6CC4-4D29-B740-1062B65A74E6}" dt="2019-02-18T07:40:08.395" v="3813" actId="255"/>
          <ac:spMkLst>
            <pc:docMk/>
            <pc:sldMk cId="1685384273" sldId="361"/>
            <ac:spMk id="60" creationId="{10F34672-9DD0-4C11-ACCD-8E0E70488497}"/>
          </ac:spMkLst>
        </pc:spChg>
        <pc:spChg chg="mod">
          <ac:chgData name="Choi Jeomki" userId="f1912f8b0928b9f1" providerId="LiveId" clId="{315BBA2E-6CC4-4D29-B740-1062B65A74E6}" dt="2019-02-18T07:40:08.395" v="3813" actId="255"/>
          <ac:spMkLst>
            <pc:docMk/>
            <pc:sldMk cId="1685384273" sldId="361"/>
            <ac:spMk id="61" creationId="{015E2A26-2BCC-4570-B933-91E7DC0F728D}"/>
          </ac:spMkLst>
        </pc:spChg>
        <pc:spChg chg="del mod">
          <ac:chgData name="Choi Jeomki" userId="f1912f8b0928b9f1" providerId="LiveId" clId="{315BBA2E-6CC4-4D29-B740-1062B65A74E6}" dt="2019-02-18T19:59:50.484" v="18854" actId="478"/>
          <ac:spMkLst>
            <pc:docMk/>
            <pc:sldMk cId="1685384273" sldId="361"/>
            <ac:spMk id="62" creationId="{B8151EE7-315C-4FFF-88E1-E038CFA3BCFD}"/>
          </ac:spMkLst>
        </pc:spChg>
        <pc:spChg chg="add del mod">
          <ac:chgData name="Choi Jeomki" userId="f1912f8b0928b9f1" providerId="LiveId" clId="{315BBA2E-6CC4-4D29-B740-1062B65A74E6}" dt="2019-02-18T19:59:39.622" v="18851"/>
          <ac:spMkLst>
            <pc:docMk/>
            <pc:sldMk cId="1685384273" sldId="361"/>
            <ac:spMk id="63" creationId="{17F688ED-1FC3-4E90-A0AB-A1258CA5B2EF}"/>
          </ac:spMkLst>
        </pc:spChg>
        <pc:spChg chg="add mod topLvl">
          <ac:chgData name="Choi Jeomki" userId="f1912f8b0928b9f1" providerId="LiveId" clId="{315BBA2E-6CC4-4D29-B740-1062B65A74E6}" dt="2019-02-18T20:01:31.295" v="18882" actId="14100"/>
          <ac:spMkLst>
            <pc:docMk/>
            <pc:sldMk cId="1685384273" sldId="361"/>
            <ac:spMk id="70" creationId="{B4076DEF-79CE-4FC6-96C4-E6D83819C78C}"/>
          </ac:spMkLst>
        </pc:spChg>
        <pc:spChg chg="add mod topLvl">
          <ac:chgData name="Choi Jeomki" userId="f1912f8b0928b9f1" providerId="LiveId" clId="{315BBA2E-6CC4-4D29-B740-1062B65A74E6}" dt="2019-02-18T20:00:24.501" v="18862" actId="164"/>
          <ac:spMkLst>
            <pc:docMk/>
            <pc:sldMk cId="1685384273" sldId="361"/>
            <ac:spMk id="71" creationId="{E10CCA3B-E808-4471-BC5C-FCE14D1E3645}"/>
          </ac:spMkLst>
        </pc:spChg>
        <pc:spChg chg="add mod topLvl">
          <ac:chgData name="Choi Jeomki" userId="f1912f8b0928b9f1" providerId="LiveId" clId="{315BBA2E-6CC4-4D29-B740-1062B65A74E6}" dt="2019-02-18T20:00:24.501" v="18862" actId="164"/>
          <ac:spMkLst>
            <pc:docMk/>
            <pc:sldMk cId="1685384273" sldId="361"/>
            <ac:spMk id="72" creationId="{D36395DA-B9B4-40CC-BD0C-DB4CC3C8F06D}"/>
          </ac:spMkLst>
        </pc:spChg>
        <pc:spChg chg="add mod topLvl">
          <ac:chgData name="Choi Jeomki" userId="f1912f8b0928b9f1" providerId="LiveId" clId="{315BBA2E-6CC4-4D29-B740-1062B65A74E6}" dt="2019-02-18T20:00:24.501" v="18862" actId="164"/>
          <ac:spMkLst>
            <pc:docMk/>
            <pc:sldMk cId="1685384273" sldId="361"/>
            <ac:spMk id="73" creationId="{3F109D66-A8B2-4AA6-99E7-C805C1CBBB4C}"/>
          </ac:spMkLst>
        </pc:spChg>
        <pc:spChg chg="add mod topLvl">
          <ac:chgData name="Choi Jeomki" userId="f1912f8b0928b9f1" providerId="LiveId" clId="{315BBA2E-6CC4-4D29-B740-1062B65A74E6}" dt="2019-02-18T20:00:24.501" v="18862" actId="164"/>
          <ac:spMkLst>
            <pc:docMk/>
            <pc:sldMk cId="1685384273" sldId="361"/>
            <ac:spMk id="74" creationId="{3A795B53-F528-4C59-806A-6C4C6232D2CE}"/>
          </ac:spMkLst>
        </pc:spChg>
        <pc:spChg chg="add mod topLvl">
          <ac:chgData name="Choi Jeomki" userId="f1912f8b0928b9f1" providerId="LiveId" clId="{315BBA2E-6CC4-4D29-B740-1062B65A74E6}" dt="2019-02-18T20:00:24.501" v="18862" actId="164"/>
          <ac:spMkLst>
            <pc:docMk/>
            <pc:sldMk cId="1685384273" sldId="361"/>
            <ac:spMk id="75" creationId="{D301AC7E-92ED-44A0-BAAB-BD735395D76A}"/>
          </ac:spMkLst>
        </pc:spChg>
        <pc:spChg chg="add del mod topLvl">
          <ac:chgData name="Choi Jeomki" userId="f1912f8b0928b9f1" providerId="LiveId" clId="{315BBA2E-6CC4-4D29-B740-1062B65A74E6}" dt="2019-02-18T19:59:59.206" v="18858" actId="478"/>
          <ac:spMkLst>
            <pc:docMk/>
            <pc:sldMk cId="1685384273" sldId="361"/>
            <ac:spMk id="76" creationId="{5CDB3756-F7B7-48CF-9AE8-50B8B6CDF049}"/>
          </ac:spMkLst>
        </pc:spChg>
        <pc:spChg chg="mod">
          <ac:chgData name="Choi Jeomki" userId="f1912f8b0928b9f1" providerId="LiveId" clId="{315BBA2E-6CC4-4D29-B740-1062B65A74E6}" dt="2019-02-18T08:27:17.089" v="7850"/>
          <ac:spMkLst>
            <pc:docMk/>
            <pc:sldMk cId="1685384273" sldId="361"/>
            <ac:spMk id="78" creationId="{F9BD4C2F-47FE-43A4-A5E2-27AA51B18A4E}"/>
          </ac:spMkLst>
        </pc:spChg>
        <pc:spChg chg="mod">
          <ac:chgData name="Choi Jeomki" userId="f1912f8b0928b9f1" providerId="LiveId" clId="{315BBA2E-6CC4-4D29-B740-1062B65A74E6}" dt="2019-02-18T07:40:08.395" v="3813" actId="255"/>
          <ac:spMkLst>
            <pc:docMk/>
            <pc:sldMk cId="1685384273" sldId="361"/>
            <ac:spMk id="79" creationId="{7315FBBF-41E5-4AD7-95E0-8037A0E3751E}"/>
          </ac:spMkLst>
        </pc:spChg>
        <pc:spChg chg="add mod topLvl">
          <ac:chgData name="Choi Jeomki" userId="f1912f8b0928b9f1" providerId="LiveId" clId="{315BBA2E-6CC4-4D29-B740-1062B65A74E6}" dt="2019-02-18T07:46:40.770" v="3955" actId="165"/>
          <ac:spMkLst>
            <pc:docMk/>
            <pc:sldMk cId="1685384273" sldId="361"/>
            <ac:spMk id="80" creationId="{B4A161FD-C4AD-401F-9450-AD60A4489148}"/>
          </ac:spMkLst>
        </pc:spChg>
        <pc:spChg chg="add mod topLvl">
          <ac:chgData name="Choi Jeomki" userId="f1912f8b0928b9f1" providerId="LiveId" clId="{315BBA2E-6CC4-4D29-B740-1062B65A74E6}" dt="2019-02-18T07:46:40.770" v="3955" actId="165"/>
          <ac:spMkLst>
            <pc:docMk/>
            <pc:sldMk cId="1685384273" sldId="361"/>
            <ac:spMk id="81" creationId="{ED5ADAB2-86E6-44A9-8647-30213DA91BFA}"/>
          </ac:spMkLst>
        </pc:spChg>
        <pc:spChg chg="mod">
          <ac:chgData name="Choi Jeomki" userId="f1912f8b0928b9f1" providerId="LiveId" clId="{315BBA2E-6CC4-4D29-B740-1062B65A74E6}" dt="2019-02-18T08:27:10.689" v="7830" actId="20577"/>
          <ac:spMkLst>
            <pc:docMk/>
            <pc:sldMk cId="1685384273" sldId="361"/>
            <ac:spMk id="83" creationId="{EE8A3EF3-CD59-42DA-9861-C7938F8D7FFE}"/>
          </ac:spMkLst>
        </pc:spChg>
        <pc:spChg chg="mod">
          <ac:chgData name="Choi Jeomki" userId="f1912f8b0928b9f1" providerId="LiveId" clId="{315BBA2E-6CC4-4D29-B740-1062B65A74E6}" dt="2019-02-18T07:40:08.395" v="3813" actId="255"/>
          <ac:spMkLst>
            <pc:docMk/>
            <pc:sldMk cId="1685384273" sldId="361"/>
            <ac:spMk id="84" creationId="{07F5945A-9D15-47A3-94E0-58F560EF0F95}"/>
          </ac:spMkLst>
        </pc:spChg>
        <pc:spChg chg="mod">
          <ac:chgData name="Choi Jeomki" userId="f1912f8b0928b9f1" providerId="LiveId" clId="{315BBA2E-6CC4-4D29-B740-1062B65A74E6}" dt="2019-02-18T07:40:08.395" v="3813" actId="255"/>
          <ac:spMkLst>
            <pc:docMk/>
            <pc:sldMk cId="1685384273" sldId="361"/>
            <ac:spMk id="86" creationId="{8D0B41EC-7404-44D9-818D-0DB7F2B81400}"/>
          </ac:spMkLst>
        </pc:spChg>
        <pc:spChg chg="mod">
          <ac:chgData name="Choi Jeomki" userId="f1912f8b0928b9f1" providerId="LiveId" clId="{315BBA2E-6CC4-4D29-B740-1062B65A74E6}" dt="2019-02-18T07:40:08.395" v="3813" actId="255"/>
          <ac:spMkLst>
            <pc:docMk/>
            <pc:sldMk cId="1685384273" sldId="361"/>
            <ac:spMk id="87" creationId="{4D706D05-116A-4B76-9B9C-2B530EE8AA40}"/>
          </ac:spMkLst>
        </pc:spChg>
        <pc:spChg chg="mod topLvl">
          <ac:chgData name="Choi Jeomki" userId="f1912f8b0928b9f1" providerId="LiveId" clId="{315BBA2E-6CC4-4D29-B740-1062B65A74E6}" dt="2019-02-18T07:42:13.546" v="3849" actId="164"/>
          <ac:spMkLst>
            <pc:docMk/>
            <pc:sldMk cId="1685384273" sldId="361"/>
            <ac:spMk id="91" creationId="{50A2BAF4-DA3B-46B5-88ED-2524808FEE72}"/>
          </ac:spMkLst>
        </pc:spChg>
        <pc:spChg chg="add mod">
          <ac:chgData name="Choi Jeomki" userId="f1912f8b0928b9f1" providerId="LiveId" clId="{315BBA2E-6CC4-4D29-B740-1062B65A74E6}" dt="2019-02-18T07:47:33.519" v="3959" actId="20577"/>
          <ac:spMkLst>
            <pc:docMk/>
            <pc:sldMk cId="1685384273" sldId="361"/>
            <ac:spMk id="94" creationId="{22D60318-3F6D-49B9-9253-C02A7F7B8957}"/>
          </ac:spMkLst>
        </pc:spChg>
        <pc:spChg chg="add mod ord">
          <ac:chgData name="Choi Jeomki" userId="f1912f8b0928b9f1" providerId="LiveId" clId="{315BBA2E-6CC4-4D29-B740-1062B65A74E6}" dt="2019-02-18T07:43:12.482" v="3947" actId="1076"/>
          <ac:spMkLst>
            <pc:docMk/>
            <pc:sldMk cId="1685384273" sldId="361"/>
            <ac:spMk id="96" creationId="{7320E37C-D02C-4C62-8899-4A13CBC4CD68}"/>
          </ac:spMkLst>
        </pc:spChg>
        <pc:spChg chg="add mod">
          <ac:chgData name="Choi Jeomki" userId="f1912f8b0928b9f1" providerId="LiveId" clId="{315BBA2E-6CC4-4D29-B740-1062B65A74E6}" dt="2019-02-18T08:26:14.083" v="7760"/>
          <ac:spMkLst>
            <pc:docMk/>
            <pc:sldMk cId="1685384273" sldId="361"/>
            <ac:spMk id="97" creationId="{512A212A-4B3C-44C4-861F-53E701C4674C}"/>
          </ac:spMkLst>
        </pc:spChg>
        <pc:spChg chg="add mod">
          <ac:chgData name="Choi Jeomki" userId="f1912f8b0928b9f1" providerId="LiveId" clId="{315BBA2E-6CC4-4D29-B740-1062B65A74E6}" dt="2019-02-18T08:26:20.735" v="7792" actId="20577"/>
          <ac:spMkLst>
            <pc:docMk/>
            <pc:sldMk cId="1685384273" sldId="361"/>
            <ac:spMk id="98" creationId="{D14DCA7E-918B-4731-93E4-EF92B532F214}"/>
          </ac:spMkLst>
        </pc:spChg>
        <pc:grpChg chg="add mod">
          <ac:chgData name="Choi Jeomki" userId="f1912f8b0928b9f1" providerId="LiveId" clId="{315BBA2E-6CC4-4D29-B740-1062B65A74E6}" dt="2019-02-18T20:00:31.512" v="18863" actId="14100"/>
          <ac:grpSpMkLst>
            <pc:docMk/>
            <pc:sldMk cId="1685384273" sldId="361"/>
            <ac:grpSpMk id="4" creationId="{886CC942-C465-4652-94A5-F676D347B5DD}"/>
          </ac:grpSpMkLst>
        </pc:grpChg>
        <pc:grpChg chg="add del">
          <ac:chgData name="Choi Jeomki" userId="f1912f8b0928b9f1" providerId="LiveId" clId="{315BBA2E-6CC4-4D29-B740-1062B65A74E6}" dt="2019-02-18T07:39:49.156" v="3809"/>
          <ac:grpSpMkLst>
            <pc:docMk/>
            <pc:sldMk cId="1685384273" sldId="361"/>
            <ac:grpSpMk id="8" creationId="{09811976-6657-4DF0-B5BD-7135CDA60C86}"/>
          </ac:grpSpMkLst>
        </pc:grpChg>
        <pc:grpChg chg="add del">
          <ac:chgData name="Choi Jeomki" userId="f1912f8b0928b9f1" providerId="LiveId" clId="{315BBA2E-6CC4-4D29-B740-1062B65A74E6}" dt="2019-02-18T07:39:49.156" v="3809"/>
          <ac:grpSpMkLst>
            <pc:docMk/>
            <pc:sldMk cId="1685384273" sldId="361"/>
            <ac:grpSpMk id="15" creationId="{D8C1934E-A2A6-4209-9331-0295D63BFFD4}"/>
          </ac:grpSpMkLst>
        </pc:grpChg>
        <pc:grpChg chg="add del">
          <ac:chgData name="Choi Jeomki" userId="f1912f8b0928b9f1" providerId="LiveId" clId="{315BBA2E-6CC4-4D29-B740-1062B65A74E6}" dt="2019-02-18T07:39:49.156" v="3809"/>
          <ac:grpSpMkLst>
            <pc:docMk/>
            <pc:sldMk cId="1685384273" sldId="361"/>
            <ac:grpSpMk id="22" creationId="{91393A5D-19F6-422E-9461-E9558E30751F}"/>
          </ac:grpSpMkLst>
        </pc:grpChg>
        <pc:grpChg chg="add del">
          <ac:chgData name="Choi Jeomki" userId="f1912f8b0928b9f1" providerId="LiveId" clId="{315BBA2E-6CC4-4D29-B740-1062B65A74E6}" dt="2019-02-18T07:39:49.156" v="3809"/>
          <ac:grpSpMkLst>
            <pc:docMk/>
            <pc:sldMk cId="1685384273" sldId="361"/>
            <ac:grpSpMk id="35" creationId="{3103FACD-66DE-41FA-9E99-5059C6AF45E3}"/>
          </ac:grpSpMkLst>
        </pc:grpChg>
        <pc:grpChg chg="add del">
          <ac:chgData name="Choi Jeomki" userId="f1912f8b0928b9f1" providerId="LiveId" clId="{315BBA2E-6CC4-4D29-B740-1062B65A74E6}" dt="2019-02-18T07:39:49.156" v="3809"/>
          <ac:grpSpMkLst>
            <pc:docMk/>
            <pc:sldMk cId="1685384273" sldId="361"/>
            <ac:grpSpMk id="40" creationId="{286A1D6D-6E54-476D-A443-0B5B0F2F541F}"/>
          </ac:grpSpMkLst>
        </pc:grpChg>
        <pc:grpChg chg="add del">
          <ac:chgData name="Choi Jeomki" userId="f1912f8b0928b9f1" providerId="LiveId" clId="{315BBA2E-6CC4-4D29-B740-1062B65A74E6}" dt="2019-02-18T07:39:49.156" v="3809"/>
          <ac:grpSpMkLst>
            <pc:docMk/>
            <pc:sldMk cId="1685384273" sldId="361"/>
            <ac:grpSpMk id="43" creationId="{33544C8A-BD58-4C40-9902-F0A8CF1D0034}"/>
          </ac:grpSpMkLst>
        </pc:grpChg>
        <pc:grpChg chg="add mod topLvl">
          <ac:chgData name="Choi Jeomki" userId="f1912f8b0928b9f1" providerId="LiveId" clId="{315BBA2E-6CC4-4D29-B740-1062B65A74E6}" dt="2019-02-18T20:00:18.488" v="18861" actId="14100"/>
          <ac:grpSpMkLst>
            <pc:docMk/>
            <pc:sldMk cId="1685384273" sldId="361"/>
            <ac:grpSpMk id="50" creationId="{17E311E4-9D4B-4731-AC0C-1CDDC09391EA}"/>
          </ac:grpSpMkLst>
        </pc:grpChg>
        <pc:grpChg chg="add mod topLvl">
          <ac:chgData name="Choi Jeomki" userId="f1912f8b0928b9f1" providerId="LiveId" clId="{315BBA2E-6CC4-4D29-B740-1062B65A74E6}" dt="2019-02-18T20:00:11.047" v="18860" actId="14100"/>
          <ac:grpSpMkLst>
            <pc:docMk/>
            <pc:sldMk cId="1685384273" sldId="361"/>
            <ac:grpSpMk id="57" creationId="{CE8DF0DA-820E-477F-900B-90399517B17E}"/>
          </ac:grpSpMkLst>
        </pc:grpChg>
        <pc:grpChg chg="add mod topLvl">
          <ac:chgData name="Choi Jeomki" userId="f1912f8b0928b9f1" providerId="LiveId" clId="{315BBA2E-6CC4-4D29-B740-1062B65A74E6}" dt="2019-02-18T20:01:12.736" v="18876" actId="14100"/>
          <ac:grpSpMkLst>
            <pc:docMk/>
            <pc:sldMk cId="1685384273" sldId="361"/>
            <ac:grpSpMk id="64" creationId="{C04D5040-767C-4170-B4BF-47A444CB0D4F}"/>
          </ac:grpSpMkLst>
        </pc:grpChg>
        <pc:grpChg chg="add mod topLvl">
          <ac:chgData name="Choi Jeomki" userId="f1912f8b0928b9f1" providerId="LiveId" clId="{315BBA2E-6CC4-4D29-B740-1062B65A74E6}" dt="2019-02-18T07:46:40.770" v="3955" actId="165"/>
          <ac:grpSpMkLst>
            <pc:docMk/>
            <pc:sldMk cId="1685384273" sldId="361"/>
            <ac:grpSpMk id="77" creationId="{9E774ECB-1E93-49FA-8E06-DA41517AD4A5}"/>
          </ac:grpSpMkLst>
        </pc:grpChg>
        <pc:grpChg chg="add mod topLvl">
          <ac:chgData name="Choi Jeomki" userId="f1912f8b0928b9f1" providerId="LiveId" clId="{315BBA2E-6CC4-4D29-B740-1062B65A74E6}" dt="2019-02-18T07:46:40.770" v="3955" actId="165"/>
          <ac:grpSpMkLst>
            <pc:docMk/>
            <pc:sldMk cId="1685384273" sldId="361"/>
            <ac:grpSpMk id="82" creationId="{3F31C09B-F727-46EC-BF6E-2B8016414B70}"/>
          </ac:grpSpMkLst>
        </pc:grpChg>
        <pc:grpChg chg="add mod topLvl">
          <ac:chgData name="Choi Jeomki" userId="f1912f8b0928b9f1" providerId="LiveId" clId="{315BBA2E-6CC4-4D29-B740-1062B65A74E6}" dt="2019-02-18T07:46:40.770" v="3955" actId="165"/>
          <ac:grpSpMkLst>
            <pc:docMk/>
            <pc:sldMk cId="1685384273" sldId="361"/>
            <ac:grpSpMk id="85" creationId="{3B5DA564-EE23-4C23-B5EF-C2EBBFD58F5B}"/>
          </ac:grpSpMkLst>
        </pc:grpChg>
        <pc:grpChg chg="add del mod">
          <ac:chgData name="Choi Jeomki" userId="f1912f8b0928b9f1" providerId="LiveId" clId="{315BBA2E-6CC4-4D29-B740-1062B65A74E6}" dt="2019-02-18T07:46:40.770" v="3955" actId="165"/>
          <ac:grpSpMkLst>
            <pc:docMk/>
            <pc:sldMk cId="1685384273" sldId="361"/>
            <ac:grpSpMk id="88" creationId="{17F80544-2979-42DC-A178-89EFEE93172B}"/>
          </ac:grpSpMkLst>
        </pc:grpChg>
        <pc:grpChg chg="add del mod">
          <ac:chgData name="Choi Jeomki" userId="f1912f8b0928b9f1" providerId="LiveId" clId="{315BBA2E-6CC4-4D29-B740-1062B65A74E6}" dt="2019-02-18T07:41:55.792" v="3844" actId="165"/>
          <ac:grpSpMkLst>
            <pc:docMk/>
            <pc:sldMk cId="1685384273" sldId="361"/>
            <ac:grpSpMk id="89" creationId="{6AD4F944-6A2E-4E4D-9FEC-7A71ED350F0E}"/>
          </ac:grpSpMkLst>
        </pc:grpChg>
        <pc:grpChg chg="mod topLvl">
          <ac:chgData name="Choi Jeomki" userId="f1912f8b0928b9f1" providerId="LiveId" clId="{315BBA2E-6CC4-4D29-B740-1062B65A74E6}" dt="2019-02-18T07:42:13.546" v="3849" actId="164"/>
          <ac:grpSpMkLst>
            <pc:docMk/>
            <pc:sldMk cId="1685384273" sldId="361"/>
            <ac:grpSpMk id="90" creationId="{AB48F5BB-1491-4F92-AE6F-434BF7684F47}"/>
          </ac:grpSpMkLst>
        </pc:grpChg>
        <pc:grpChg chg="add mod">
          <ac:chgData name="Choi Jeomki" userId="f1912f8b0928b9f1" providerId="LiveId" clId="{315BBA2E-6CC4-4D29-B740-1062B65A74E6}" dt="2019-02-18T07:43:20.304" v="3954" actId="1038"/>
          <ac:grpSpMkLst>
            <pc:docMk/>
            <pc:sldMk cId="1685384273" sldId="361"/>
            <ac:grpSpMk id="95" creationId="{53D50B39-75A3-4C17-89C7-36112626BC95}"/>
          </ac:grpSpMkLst>
        </pc:grpChg>
        <pc:cxnChg chg="add del">
          <ac:chgData name="Choi Jeomki" userId="f1912f8b0928b9f1" providerId="LiveId" clId="{315BBA2E-6CC4-4D29-B740-1062B65A74E6}" dt="2019-02-18T19:59:55.903" v="18856" actId="478"/>
          <ac:cxnSpMkLst>
            <pc:docMk/>
            <pc:sldMk cId="1685384273" sldId="361"/>
            <ac:cxnSpMk id="66" creationId="{C3ED8CD0-F158-414A-BCE0-AB238E5E784B}"/>
          </ac:cxnSpMkLst>
        </pc:cxnChg>
        <pc:cxnChg chg="mod">
          <ac:chgData name="Choi Jeomki" userId="f1912f8b0928b9f1" providerId="LiveId" clId="{315BBA2E-6CC4-4D29-B740-1062B65A74E6}" dt="2019-02-18T20:01:14.688" v="18879" actId="1036"/>
          <ac:cxnSpMkLst>
            <pc:docMk/>
            <pc:sldMk cId="1685384273" sldId="361"/>
            <ac:cxnSpMk id="67" creationId="{5DD9151E-6BE8-4285-ABFF-CEDD5CA43396}"/>
          </ac:cxnSpMkLst>
        </pc:cxnChg>
        <pc:cxnChg chg="mod">
          <ac:chgData name="Choi Jeomki" userId="f1912f8b0928b9f1" providerId="LiveId" clId="{315BBA2E-6CC4-4D29-B740-1062B65A74E6}" dt="2019-02-18T20:01:16.821" v="18880" actId="1036"/>
          <ac:cxnSpMkLst>
            <pc:docMk/>
            <pc:sldMk cId="1685384273" sldId="361"/>
            <ac:cxnSpMk id="69" creationId="{68760B8E-9224-427F-B674-AA71981EC5AC}"/>
          </ac:cxnSpMkLst>
        </pc:cxnChg>
      </pc:sldChg>
      <pc:sldChg chg="addSp delSp modSp add">
        <pc:chgData name="Choi Jeomki" userId="f1912f8b0928b9f1" providerId="LiveId" clId="{315BBA2E-6CC4-4D29-B740-1062B65A74E6}" dt="2019-02-18T14:38:17.134" v="12103" actId="14100"/>
        <pc:sldMkLst>
          <pc:docMk/>
          <pc:sldMk cId="588534611" sldId="362"/>
        </pc:sldMkLst>
        <pc:spChg chg="mod">
          <ac:chgData name="Choi Jeomki" userId="f1912f8b0928b9f1" providerId="LiveId" clId="{315BBA2E-6CC4-4D29-B740-1062B65A74E6}" dt="2019-02-18T08:56:36.534" v="8357"/>
          <ac:spMkLst>
            <pc:docMk/>
            <pc:sldMk cId="588534611" sldId="362"/>
            <ac:spMk id="2" creationId="{00000000-0000-0000-0000-000000000000}"/>
          </ac:spMkLst>
        </pc:spChg>
        <pc:spChg chg="mod">
          <ac:chgData name="Choi Jeomki" userId="f1912f8b0928b9f1" providerId="LiveId" clId="{315BBA2E-6CC4-4D29-B740-1062B65A74E6}" dt="2019-02-18T14:29:09.208" v="11081"/>
          <ac:spMkLst>
            <pc:docMk/>
            <pc:sldMk cId="588534611" sldId="362"/>
            <ac:spMk id="3" creationId="{00000000-0000-0000-0000-000000000000}"/>
          </ac:spMkLst>
        </pc:spChg>
        <pc:spChg chg="add del mod">
          <ac:chgData name="Choi Jeomki" userId="f1912f8b0928b9f1" providerId="LiveId" clId="{315BBA2E-6CC4-4D29-B740-1062B65A74E6}" dt="2019-02-18T14:37:43.062" v="12096" actId="478"/>
          <ac:spMkLst>
            <pc:docMk/>
            <pc:sldMk cId="588534611" sldId="362"/>
            <ac:spMk id="4" creationId="{96DAC472-1147-490E-9AD7-9561F3084703}"/>
          </ac:spMkLst>
        </pc:spChg>
        <pc:spChg chg="del">
          <ac:chgData name="Choi Jeomki" userId="f1912f8b0928b9f1" providerId="LiveId" clId="{315BBA2E-6CC4-4D29-B740-1062B65A74E6}" dt="2019-02-18T08:56:59.589" v="8363" actId="478"/>
          <ac:spMkLst>
            <pc:docMk/>
            <pc:sldMk cId="588534611" sldId="362"/>
            <ac:spMk id="12" creationId="{3E594859-AE38-45A9-AECF-3D61A7CD5C32}"/>
          </ac:spMkLst>
        </pc:spChg>
        <pc:spChg chg="del">
          <ac:chgData name="Choi Jeomki" userId="f1912f8b0928b9f1" providerId="LiveId" clId="{315BBA2E-6CC4-4D29-B740-1062B65A74E6}" dt="2019-02-18T08:56:59.589" v="8363" actId="478"/>
          <ac:spMkLst>
            <pc:docMk/>
            <pc:sldMk cId="588534611" sldId="362"/>
            <ac:spMk id="13" creationId="{6B90B852-67F8-4075-B43C-FDB0560233FD}"/>
          </ac:spMkLst>
        </pc:spChg>
        <pc:spChg chg="del">
          <ac:chgData name="Choi Jeomki" userId="f1912f8b0928b9f1" providerId="LiveId" clId="{315BBA2E-6CC4-4D29-B740-1062B65A74E6}" dt="2019-02-18T08:56:59.589" v="8363" actId="478"/>
          <ac:spMkLst>
            <pc:docMk/>
            <pc:sldMk cId="588534611" sldId="362"/>
            <ac:spMk id="14" creationId="{F99B6E8B-FD64-43EB-BE7D-B48222DE00DC}"/>
          </ac:spMkLst>
        </pc:spChg>
        <pc:spChg chg="del">
          <ac:chgData name="Choi Jeomki" userId="f1912f8b0928b9f1" providerId="LiveId" clId="{315BBA2E-6CC4-4D29-B740-1062B65A74E6}" dt="2019-02-18T08:56:59.589" v="8363" actId="478"/>
          <ac:spMkLst>
            <pc:docMk/>
            <pc:sldMk cId="588534611" sldId="362"/>
            <ac:spMk id="15" creationId="{C9B75DE7-DB0E-4D31-A943-03BC5E3914CC}"/>
          </ac:spMkLst>
        </pc:spChg>
        <pc:spChg chg="del">
          <ac:chgData name="Choi Jeomki" userId="f1912f8b0928b9f1" providerId="LiveId" clId="{315BBA2E-6CC4-4D29-B740-1062B65A74E6}" dt="2019-02-18T08:56:59.589" v="8363" actId="478"/>
          <ac:spMkLst>
            <pc:docMk/>
            <pc:sldMk cId="588534611" sldId="362"/>
            <ac:spMk id="18" creationId="{6FBD6BD6-3D2C-49C3-BB94-130E57773210}"/>
          </ac:spMkLst>
        </pc:spChg>
        <pc:spChg chg="del">
          <ac:chgData name="Choi Jeomki" userId="f1912f8b0928b9f1" providerId="LiveId" clId="{315BBA2E-6CC4-4D29-B740-1062B65A74E6}" dt="2019-02-18T08:56:59.589" v="8363" actId="478"/>
          <ac:spMkLst>
            <pc:docMk/>
            <pc:sldMk cId="588534611" sldId="362"/>
            <ac:spMk id="19" creationId="{0B065434-6EF3-4E12-9EF5-5D0A795AAE50}"/>
          </ac:spMkLst>
        </pc:spChg>
        <pc:spChg chg="add del">
          <ac:chgData name="Choi Jeomki" userId="f1912f8b0928b9f1" providerId="LiveId" clId="{315BBA2E-6CC4-4D29-B740-1062B65A74E6}" dt="2019-02-18T09:06:21.058" v="8961"/>
          <ac:spMkLst>
            <pc:docMk/>
            <pc:sldMk cId="588534611" sldId="362"/>
            <ac:spMk id="20" creationId="{CF522443-F18E-41CA-84E9-4BD6063B9D41}"/>
          </ac:spMkLst>
        </pc:spChg>
        <pc:spChg chg="add del">
          <ac:chgData name="Choi Jeomki" userId="f1912f8b0928b9f1" providerId="LiveId" clId="{315BBA2E-6CC4-4D29-B740-1062B65A74E6}" dt="2019-02-18T09:06:21.058" v="8961"/>
          <ac:spMkLst>
            <pc:docMk/>
            <pc:sldMk cId="588534611" sldId="362"/>
            <ac:spMk id="21" creationId="{3248FA3B-224C-4773-A11C-E9D8F8D27832}"/>
          </ac:spMkLst>
        </pc:spChg>
        <pc:spChg chg="add del">
          <ac:chgData name="Choi Jeomki" userId="f1912f8b0928b9f1" providerId="LiveId" clId="{315BBA2E-6CC4-4D29-B740-1062B65A74E6}" dt="2019-02-18T09:06:21.058" v="8961"/>
          <ac:spMkLst>
            <pc:docMk/>
            <pc:sldMk cId="588534611" sldId="362"/>
            <ac:spMk id="22" creationId="{1C9A85CE-3699-4566-9F65-DFA401D492CD}"/>
          </ac:spMkLst>
        </pc:spChg>
        <pc:spChg chg="add mod">
          <ac:chgData name="Choi Jeomki" userId="f1912f8b0928b9f1" providerId="LiveId" clId="{315BBA2E-6CC4-4D29-B740-1062B65A74E6}" dt="2019-02-18T14:37:34.580" v="12094" actId="207"/>
          <ac:spMkLst>
            <pc:docMk/>
            <pc:sldMk cId="588534611" sldId="362"/>
            <ac:spMk id="22" creationId="{594C9416-BE2E-43BF-AD7B-68FE5D139913}"/>
          </ac:spMkLst>
        </pc:spChg>
        <pc:spChg chg="add del">
          <ac:chgData name="Choi Jeomki" userId="f1912f8b0928b9f1" providerId="LiveId" clId="{315BBA2E-6CC4-4D29-B740-1062B65A74E6}" dt="2019-02-18T09:06:21.058" v="8961"/>
          <ac:spMkLst>
            <pc:docMk/>
            <pc:sldMk cId="588534611" sldId="362"/>
            <ac:spMk id="23" creationId="{52558FB0-A137-48D4-9319-4A5F37F2FAB2}"/>
          </ac:spMkLst>
        </pc:spChg>
        <pc:spChg chg="add mod">
          <ac:chgData name="Choi Jeomki" userId="f1912f8b0928b9f1" providerId="LiveId" clId="{315BBA2E-6CC4-4D29-B740-1062B65A74E6}" dt="2019-02-18T14:31:49.768" v="11364" actId="948"/>
          <ac:spMkLst>
            <pc:docMk/>
            <pc:sldMk cId="588534611" sldId="362"/>
            <ac:spMk id="25" creationId="{F8F1BA10-75A8-4438-8C25-60F6EC468926}"/>
          </ac:spMkLst>
        </pc:spChg>
        <pc:spChg chg="add del mod">
          <ac:chgData name="Choi Jeomki" userId="f1912f8b0928b9f1" providerId="LiveId" clId="{315BBA2E-6CC4-4D29-B740-1062B65A74E6}" dt="2019-02-18T09:08:38.567" v="9025" actId="478"/>
          <ac:spMkLst>
            <pc:docMk/>
            <pc:sldMk cId="588534611" sldId="362"/>
            <ac:spMk id="26" creationId="{ABEB3D30-9C07-4F2A-8D47-1CC26211626C}"/>
          </ac:spMkLst>
        </pc:spChg>
        <pc:spChg chg="add mod">
          <ac:chgData name="Choi Jeomki" userId="f1912f8b0928b9f1" providerId="LiveId" clId="{315BBA2E-6CC4-4D29-B740-1062B65A74E6}" dt="2019-02-18T14:31:49.768" v="11364" actId="948"/>
          <ac:spMkLst>
            <pc:docMk/>
            <pc:sldMk cId="588534611" sldId="362"/>
            <ac:spMk id="27" creationId="{63E92E66-940E-453E-A28C-2D480F69D198}"/>
          </ac:spMkLst>
        </pc:spChg>
        <pc:spChg chg="add del mod">
          <ac:chgData name="Choi Jeomki" userId="f1912f8b0928b9f1" providerId="LiveId" clId="{315BBA2E-6CC4-4D29-B740-1062B65A74E6}" dt="2019-02-18T09:08:38.567" v="9025" actId="478"/>
          <ac:spMkLst>
            <pc:docMk/>
            <pc:sldMk cId="588534611" sldId="362"/>
            <ac:spMk id="28" creationId="{25ED9005-9018-4A54-B488-CCC23F0C9E3D}"/>
          </ac:spMkLst>
        </pc:spChg>
        <pc:spChg chg="add del mod">
          <ac:chgData name="Choi Jeomki" userId="f1912f8b0928b9f1" providerId="LiveId" clId="{315BBA2E-6CC4-4D29-B740-1062B65A74E6}" dt="2019-02-18T09:07:22.311" v="8977" actId="478"/>
          <ac:spMkLst>
            <pc:docMk/>
            <pc:sldMk cId="588534611" sldId="362"/>
            <ac:spMk id="30" creationId="{B41036CB-C6B9-4375-9AE5-47912CF4AFF4}"/>
          </ac:spMkLst>
        </pc:spChg>
        <pc:spChg chg="add del">
          <ac:chgData name="Choi Jeomki" userId="f1912f8b0928b9f1" providerId="LiveId" clId="{315BBA2E-6CC4-4D29-B740-1062B65A74E6}" dt="2019-02-18T09:07:57.311" v="9016"/>
          <ac:spMkLst>
            <pc:docMk/>
            <pc:sldMk cId="588534611" sldId="362"/>
            <ac:spMk id="31" creationId="{3FC24460-0E2F-4517-B0EE-8362AD243651}"/>
          </ac:spMkLst>
        </pc:spChg>
        <pc:spChg chg="add del">
          <ac:chgData name="Choi Jeomki" userId="f1912f8b0928b9f1" providerId="LiveId" clId="{315BBA2E-6CC4-4D29-B740-1062B65A74E6}" dt="2019-02-18T09:07:57.311" v="9016"/>
          <ac:spMkLst>
            <pc:docMk/>
            <pc:sldMk cId="588534611" sldId="362"/>
            <ac:spMk id="32" creationId="{CC492183-2BB1-4F5C-9248-E0B934C74026}"/>
          </ac:spMkLst>
        </pc:spChg>
        <pc:spChg chg="add mod">
          <ac:chgData name="Choi Jeomki" userId="f1912f8b0928b9f1" providerId="LiveId" clId="{315BBA2E-6CC4-4D29-B740-1062B65A74E6}" dt="2019-02-18T14:37:29.065" v="12093" actId="207"/>
          <ac:spMkLst>
            <pc:docMk/>
            <pc:sldMk cId="588534611" sldId="362"/>
            <ac:spMk id="33" creationId="{D5F22493-3D2D-45BA-8AEC-2DD3CB202083}"/>
          </ac:spMkLst>
        </pc:spChg>
        <pc:spChg chg="add mod">
          <ac:chgData name="Choi Jeomki" userId="f1912f8b0928b9f1" providerId="LiveId" clId="{315BBA2E-6CC4-4D29-B740-1062B65A74E6}" dt="2019-02-18T14:37:23.879" v="12092" actId="207"/>
          <ac:spMkLst>
            <pc:docMk/>
            <pc:sldMk cId="588534611" sldId="362"/>
            <ac:spMk id="34" creationId="{FAA6DE37-1DBF-40B9-BA1E-675A175591AE}"/>
          </ac:spMkLst>
        </pc:spChg>
        <pc:spChg chg="add del mod">
          <ac:chgData name="Choi Jeomki" userId="f1912f8b0928b9f1" providerId="LiveId" clId="{315BBA2E-6CC4-4D29-B740-1062B65A74E6}" dt="2019-02-18T14:23:16.746" v="10506" actId="478"/>
          <ac:spMkLst>
            <pc:docMk/>
            <pc:sldMk cId="588534611" sldId="362"/>
            <ac:spMk id="35" creationId="{59752688-EC30-4B95-B092-C3AE8F3B0840}"/>
          </ac:spMkLst>
        </pc:spChg>
        <pc:spChg chg="add del mod">
          <ac:chgData name="Choi Jeomki" userId="f1912f8b0928b9f1" providerId="LiveId" clId="{315BBA2E-6CC4-4D29-B740-1062B65A74E6}" dt="2019-02-18T14:23:16.746" v="10506" actId="478"/>
          <ac:spMkLst>
            <pc:docMk/>
            <pc:sldMk cId="588534611" sldId="362"/>
            <ac:spMk id="36" creationId="{8A087551-CF0F-44D0-9F6C-46BC22E1C7B0}"/>
          </ac:spMkLst>
        </pc:spChg>
        <pc:spChg chg="mod">
          <ac:chgData name="Choi Jeomki" userId="f1912f8b0928b9f1" providerId="LiveId" clId="{315BBA2E-6CC4-4D29-B740-1062B65A74E6}" dt="2019-02-18T09:11:05.162" v="9091" actId="5793"/>
          <ac:spMkLst>
            <pc:docMk/>
            <pc:sldMk cId="588534611" sldId="362"/>
            <ac:spMk id="39" creationId="{327E8865-6B60-4E48-869F-51411099A59E}"/>
          </ac:spMkLst>
        </pc:spChg>
        <pc:spChg chg="mod">
          <ac:chgData name="Choi Jeomki" userId="f1912f8b0928b9f1" providerId="LiveId" clId="{315BBA2E-6CC4-4D29-B740-1062B65A74E6}" dt="2019-02-18T09:11:08.225" v="9094" actId="5793"/>
          <ac:spMkLst>
            <pc:docMk/>
            <pc:sldMk cId="588534611" sldId="362"/>
            <ac:spMk id="44" creationId="{62916974-7993-4501-9336-15AC0A31E3B4}"/>
          </ac:spMkLst>
        </pc:spChg>
        <pc:grpChg chg="add mod">
          <ac:chgData name="Choi Jeomki" userId="f1912f8b0928b9f1" providerId="LiveId" clId="{315BBA2E-6CC4-4D29-B740-1062B65A74E6}" dt="2019-02-18T14:31:39.588" v="11363" actId="554"/>
          <ac:grpSpMkLst>
            <pc:docMk/>
            <pc:sldMk cId="588534611" sldId="362"/>
            <ac:grpSpMk id="37" creationId="{A251E776-5122-4BFC-90AB-7829952DED5A}"/>
          </ac:grpSpMkLst>
        </pc:grpChg>
        <pc:grpChg chg="mod">
          <ac:chgData name="Choi Jeomki" userId="f1912f8b0928b9f1" providerId="LiveId" clId="{315BBA2E-6CC4-4D29-B740-1062B65A74E6}" dt="2019-02-18T14:31:39.588" v="11363" actId="554"/>
          <ac:grpSpMkLst>
            <pc:docMk/>
            <pc:sldMk cId="588534611" sldId="362"/>
            <ac:grpSpMk id="38" creationId="{A80CFB0D-9B7F-48C1-B49D-2DA21E383303}"/>
          </ac:grpSpMkLst>
        </pc:grpChg>
        <pc:grpChg chg="add mod">
          <ac:chgData name="Choi Jeomki" userId="f1912f8b0928b9f1" providerId="LiveId" clId="{315BBA2E-6CC4-4D29-B740-1062B65A74E6}" dt="2019-02-18T14:31:39.588" v="11363" actId="554"/>
          <ac:grpSpMkLst>
            <pc:docMk/>
            <pc:sldMk cId="588534611" sldId="362"/>
            <ac:grpSpMk id="42" creationId="{6EC88890-FC30-4287-B14A-9323601FE5FA}"/>
          </ac:grpSpMkLst>
        </pc:grpChg>
        <pc:grpChg chg="mod">
          <ac:chgData name="Choi Jeomki" userId="f1912f8b0928b9f1" providerId="LiveId" clId="{315BBA2E-6CC4-4D29-B740-1062B65A74E6}" dt="2019-02-18T09:10:44.137" v="9082"/>
          <ac:grpSpMkLst>
            <pc:docMk/>
            <pc:sldMk cId="588534611" sldId="362"/>
            <ac:grpSpMk id="43" creationId="{EDB84FF7-B2DE-46BE-971E-9656D054B1F4}"/>
          </ac:grpSpMkLst>
        </pc:grpChg>
        <pc:cxnChg chg="add mod">
          <ac:chgData name="Choi Jeomki" userId="f1912f8b0928b9f1" providerId="LiveId" clId="{315BBA2E-6CC4-4D29-B740-1062B65A74E6}" dt="2019-02-18T14:37:59.645" v="12098" actId="14100"/>
          <ac:cxnSpMkLst>
            <pc:docMk/>
            <pc:sldMk cId="588534611" sldId="362"/>
            <ac:cxnSpMk id="6" creationId="{B2FD9491-EE3E-4069-971B-3BFDFBA05061}"/>
          </ac:cxnSpMkLst>
        </pc:cxnChg>
        <pc:cxnChg chg="del">
          <ac:chgData name="Choi Jeomki" userId="f1912f8b0928b9f1" providerId="LiveId" clId="{315BBA2E-6CC4-4D29-B740-1062B65A74E6}" dt="2019-02-18T08:56:59.589" v="8363" actId="478"/>
          <ac:cxnSpMkLst>
            <pc:docMk/>
            <pc:sldMk cId="588534611" sldId="362"/>
            <ac:cxnSpMk id="16" creationId="{011411CC-F0AF-4FD5-A572-FB20398BEA40}"/>
          </ac:cxnSpMkLst>
        </pc:cxnChg>
        <pc:cxnChg chg="del">
          <ac:chgData name="Choi Jeomki" userId="f1912f8b0928b9f1" providerId="LiveId" clId="{315BBA2E-6CC4-4D29-B740-1062B65A74E6}" dt="2019-02-18T08:56:59.589" v="8363" actId="478"/>
          <ac:cxnSpMkLst>
            <pc:docMk/>
            <pc:sldMk cId="588534611" sldId="362"/>
            <ac:cxnSpMk id="17" creationId="{FB5846D8-FCF5-4C78-A30B-003FBF797CDE}"/>
          </ac:cxnSpMkLst>
        </pc:cxnChg>
        <pc:cxnChg chg="add del">
          <ac:chgData name="Choi Jeomki" userId="f1912f8b0928b9f1" providerId="LiveId" clId="{315BBA2E-6CC4-4D29-B740-1062B65A74E6}" dt="2019-02-18T09:06:21.058" v="8961"/>
          <ac:cxnSpMkLst>
            <pc:docMk/>
            <pc:sldMk cId="588534611" sldId="362"/>
            <ac:cxnSpMk id="24" creationId="{6D86F906-9492-4695-BAD8-DC7CAE206426}"/>
          </ac:cxnSpMkLst>
        </pc:cxnChg>
        <pc:cxnChg chg="add mod">
          <ac:chgData name="Choi Jeomki" userId="f1912f8b0928b9f1" providerId="LiveId" clId="{315BBA2E-6CC4-4D29-B740-1062B65A74E6}" dt="2019-02-18T14:38:07.761" v="12101" actId="14100"/>
          <ac:cxnSpMkLst>
            <pc:docMk/>
            <pc:sldMk cId="588534611" sldId="362"/>
            <ac:cxnSpMk id="26" creationId="{015E5890-2348-42D1-80D5-ABED956CEF23}"/>
          </ac:cxnSpMkLst>
        </pc:cxnChg>
        <pc:cxnChg chg="add mod">
          <ac:chgData name="Choi Jeomki" userId="f1912f8b0928b9f1" providerId="LiveId" clId="{315BBA2E-6CC4-4D29-B740-1062B65A74E6}" dt="2019-02-18T14:38:17.134" v="12103" actId="14100"/>
          <ac:cxnSpMkLst>
            <pc:docMk/>
            <pc:sldMk cId="588534611" sldId="362"/>
            <ac:cxnSpMk id="29" creationId="{AEA5E1A7-30B2-43FD-AED0-0FFB77C61449}"/>
          </ac:cxnSpMkLst>
        </pc:cxnChg>
      </pc:sldChg>
      <pc:sldChg chg="addSp modSp add">
        <pc:chgData name="Choi Jeomki" userId="f1912f8b0928b9f1" providerId="LiveId" clId="{315BBA2E-6CC4-4D29-B740-1062B65A74E6}" dt="2019-02-18T16:49:00.130" v="18841" actId="1035"/>
        <pc:sldMkLst>
          <pc:docMk/>
          <pc:sldMk cId="1341759024" sldId="364"/>
        </pc:sldMkLst>
        <pc:spChg chg="add mod">
          <ac:chgData name="Choi Jeomki" userId="f1912f8b0928b9f1" providerId="LiveId" clId="{315BBA2E-6CC4-4D29-B740-1062B65A74E6}" dt="2019-02-18T16:49:00.130" v="18841" actId="1035"/>
          <ac:spMkLst>
            <pc:docMk/>
            <pc:sldMk cId="1341759024" sldId="364"/>
            <ac:spMk id="5" creationId="{C950B93D-6A10-46DC-BDB3-48E0A0A473D2}"/>
          </ac:spMkLst>
        </pc:spChg>
        <pc:spChg chg="add mod">
          <ac:chgData name="Choi Jeomki" userId="f1912f8b0928b9f1" providerId="LiveId" clId="{315BBA2E-6CC4-4D29-B740-1062B65A74E6}" dt="2019-02-18T16:49:00.130" v="18841" actId="1035"/>
          <ac:spMkLst>
            <pc:docMk/>
            <pc:sldMk cId="1341759024" sldId="364"/>
            <ac:spMk id="7" creationId="{04A37228-1F8D-4A21-9AEF-C890705DB454}"/>
          </ac:spMkLst>
        </pc:spChg>
        <pc:graphicFrameChg chg="mod modGraphic">
          <ac:chgData name="Choi Jeomki" userId="f1912f8b0928b9f1" providerId="LiveId" clId="{315BBA2E-6CC4-4D29-B740-1062B65A74E6}" dt="2019-02-18T16:42:14.924" v="17984"/>
          <ac:graphicFrameMkLst>
            <pc:docMk/>
            <pc:sldMk cId="1341759024" sldId="364"/>
            <ac:graphicFrameMk id="4" creationId="{F3A7E945-B551-4E58-A64A-82539A324520}"/>
          </ac:graphicFrameMkLst>
        </pc:graphicFrameChg>
        <pc:picChg chg="add mod">
          <ac:chgData name="Choi Jeomki" userId="f1912f8b0928b9f1" providerId="LiveId" clId="{315BBA2E-6CC4-4D29-B740-1062B65A74E6}" dt="2019-02-18T16:49:00.130" v="18841" actId="1035"/>
          <ac:picMkLst>
            <pc:docMk/>
            <pc:sldMk cId="1341759024" sldId="364"/>
            <ac:picMk id="6" creationId="{F7CB8549-4B8E-467D-98AC-E511086BF17E}"/>
          </ac:picMkLst>
        </pc:picChg>
      </pc:sldChg>
    </pc:docChg>
  </pc:docChgLst>
  <pc:docChgLst>
    <pc:chgData name="Choi Jeomki" userId="f1912f8b0928b9f1" providerId="LiveId" clId="{587F420E-D2D7-49C8-ADA0-F8DD63ED2A7F}"/>
    <pc:docChg chg="undo custSel addSld delSld modSld">
      <pc:chgData name="Choi Jeomki" userId="f1912f8b0928b9f1" providerId="LiveId" clId="{587F420E-D2D7-49C8-ADA0-F8DD63ED2A7F}" dt="2019-02-25T02:20:00.043" v="584"/>
      <pc:docMkLst>
        <pc:docMk/>
      </pc:docMkLst>
      <pc:sldChg chg="modSp">
        <pc:chgData name="Choi Jeomki" userId="f1912f8b0928b9f1" providerId="LiveId" clId="{587F420E-D2D7-49C8-ADA0-F8DD63ED2A7F}" dt="2019-02-19T03:38:19.396" v="9" actId="20577"/>
        <pc:sldMkLst>
          <pc:docMk/>
          <pc:sldMk cId="4206660966" sldId="330"/>
        </pc:sldMkLst>
        <pc:spChg chg="mod">
          <ac:chgData name="Choi Jeomki" userId="f1912f8b0928b9f1" providerId="LiveId" clId="{587F420E-D2D7-49C8-ADA0-F8DD63ED2A7F}" dt="2019-02-19T03:38:19.396" v="9" actId="20577"/>
          <ac:spMkLst>
            <pc:docMk/>
            <pc:sldMk cId="4206660966" sldId="330"/>
            <ac:spMk id="4" creationId="{9C5618EA-ACF3-476A-A727-07C821CB2D14}"/>
          </ac:spMkLst>
        </pc:spChg>
      </pc:sldChg>
      <pc:sldChg chg="modSp">
        <pc:chgData name="Choi Jeomki" userId="f1912f8b0928b9f1" providerId="LiveId" clId="{587F420E-D2D7-49C8-ADA0-F8DD63ED2A7F}" dt="2019-02-22T08:04:12.828" v="54" actId="20577"/>
        <pc:sldMkLst>
          <pc:docMk/>
          <pc:sldMk cId="840601046" sldId="332"/>
        </pc:sldMkLst>
        <pc:spChg chg="mod">
          <ac:chgData name="Choi Jeomki" userId="f1912f8b0928b9f1" providerId="LiveId" clId="{587F420E-D2D7-49C8-ADA0-F8DD63ED2A7F}" dt="2019-02-22T08:04:12.828" v="54" actId="20577"/>
          <ac:spMkLst>
            <pc:docMk/>
            <pc:sldMk cId="840601046" sldId="332"/>
            <ac:spMk id="11" creationId="{CC1ABB99-DCD8-4D06-9FC9-60A5CD7F5964}"/>
          </ac:spMkLst>
        </pc:spChg>
      </pc:sldChg>
      <pc:sldChg chg="modSp">
        <pc:chgData name="Choi Jeomki" userId="f1912f8b0928b9f1" providerId="LiveId" clId="{587F420E-D2D7-49C8-ADA0-F8DD63ED2A7F}" dt="2019-02-19T03:38:02.350" v="4" actId="20577"/>
        <pc:sldMkLst>
          <pc:docMk/>
          <pc:sldMk cId="2559730440" sldId="346"/>
        </pc:sldMkLst>
        <pc:spChg chg="mod">
          <ac:chgData name="Choi Jeomki" userId="f1912f8b0928b9f1" providerId="LiveId" clId="{587F420E-D2D7-49C8-ADA0-F8DD63ED2A7F}" dt="2019-02-19T03:38:02.350" v="4" actId="20577"/>
          <ac:spMkLst>
            <pc:docMk/>
            <pc:sldMk cId="2559730440" sldId="346"/>
            <ac:spMk id="5" creationId="{57B1AADE-64F6-497E-A30E-E4D700258759}"/>
          </ac:spMkLst>
        </pc:spChg>
      </pc:sldChg>
      <pc:sldChg chg="modSp">
        <pc:chgData name="Choi Jeomki" userId="f1912f8b0928b9f1" providerId="LiveId" clId="{587F420E-D2D7-49C8-ADA0-F8DD63ED2A7F}" dt="2019-02-20T15:55:32.548" v="53" actId="1038"/>
        <pc:sldMkLst>
          <pc:docMk/>
          <pc:sldMk cId="3104534930" sldId="354"/>
        </pc:sldMkLst>
        <pc:spChg chg="mod">
          <ac:chgData name="Choi Jeomki" userId="f1912f8b0928b9f1" providerId="LiveId" clId="{587F420E-D2D7-49C8-ADA0-F8DD63ED2A7F}" dt="2019-02-20T15:55:24.684" v="46" actId="20577"/>
          <ac:spMkLst>
            <pc:docMk/>
            <pc:sldMk cId="3104534930" sldId="354"/>
            <ac:spMk id="5" creationId="{57B1AADE-64F6-497E-A30E-E4D700258759}"/>
          </ac:spMkLst>
        </pc:spChg>
        <pc:picChg chg="mod">
          <ac:chgData name="Choi Jeomki" userId="f1912f8b0928b9f1" providerId="LiveId" clId="{587F420E-D2D7-49C8-ADA0-F8DD63ED2A7F}" dt="2019-02-20T15:55:32.548" v="53" actId="1038"/>
          <ac:picMkLst>
            <pc:docMk/>
            <pc:sldMk cId="3104534930" sldId="354"/>
            <ac:picMk id="15" creationId="{1CD3F5FB-D6EA-4523-A4C5-223737CB3975}"/>
          </ac:picMkLst>
        </pc:picChg>
      </pc:sldChg>
      <pc:sldChg chg="modSp">
        <pc:chgData name="Choi Jeomki" userId="f1912f8b0928b9f1" providerId="LiveId" clId="{587F420E-D2D7-49C8-ADA0-F8DD63ED2A7F}" dt="2019-02-20T09:31:29.731" v="19" actId="20577"/>
        <pc:sldMkLst>
          <pc:docMk/>
          <pc:sldMk cId="588534611" sldId="362"/>
        </pc:sldMkLst>
        <pc:spChg chg="mod">
          <ac:chgData name="Choi Jeomki" userId="f1912f8b0928b9f1" providerId="LiveId" clId="{587F420E-D2D7-49C8-ADA0-F8DD63ED2A7F}" dt="2019-02-20T09:31:29.731" v="19" actId="20577"/>
          <ac:spMkLst>
            <pc:docMk/>
            <pc:sldMk cId="588534611" sldId="362"/>
            <ac:spMk id="25" creationId="{F8F1BA10-75A8-4438-8C25-60F6EC468926}"/>
          </ac:spMkLst>
        </pc:spChg>
      </pc:sldChg>
      <pc:sldChg chg="modSp">
        <pc:chgData name="Choi Jeomki" userId="f1912f8b0928b9f1" providerId="LiveId" clId="{587F420E-D2D7-49C8-ADA0-F8DD63ED2A7F}" dt="2019-02-19T08:04:53.692" v="17" actId="20577"/>
        <pc:sldMkLst>
          <pc:docMk/>
          <pc:sldMk cId="1341759024" sldId="364"/>
        </pc:sldMkLst>
        <pc:graphicFrameChg chg="mod modGraphic">
          <ac:chgData name="Choi Jeomki" userId="f1912f8b0928b9f1" providerId="LiveId" clId="{587F420E-D2D7-49C8-ADA0-F8DD63ED2A7F}" dt="2019-02-19T08:04:53.692" v="17" actId="20577"/>
          <ac:graphicFrameMkLst>
            <pc:docMk/>
            <pc:sldMk cId="1341759024" sldId="364"/>
            <ac:graphicFrameMk id="4" creationId="{F3A7E945-B551-4E58-A64A-82539A324520}"/>
          </ac:graphicFrameMkLst>
        </pc:graphicFrameChg>
      </pc:sldChg>
      <pc:sldChg chg="addSp delSp modSp add">
        <pc:chgData name="Choi Jeomki" userId="f1912f8b0928b9f1" providerId="LiveId" clId="{587F420E-D2D7-49C8-ADA0-F8DD63ED2A7F}" dt="2019-02-25T02:20:00.043" v="584"/>
        <pc:sldMkLst>
          <pc:docMk/>
          <pc:sldMk cId="4150662436" sldId="474"/>
        </pc:sldMkLst>
        <pc:spChg chg="del">
          <ac:chgData name="Choi Jeomki" userId="f1912f8b0928b9f1" providerId="LiveId" clId="{587F420E-D2D7-49C8-ADA0-F8DD63ED2A7F}" dt="2019-02-25T01:27:07.817" v="507" actId="478"/>
          <ac:spMkLst>
            <pc:docMk/>
            <pc:sldMk cId="4150662436" sldId="474"/>
            <ac:spMk id="4" creationId="{95B0EE76-D201-487C-9570-F117C95FFECF}"/>
          </ac:spMkLst>
        </pc:spChg>
        <pc:spChg chg="del mod">
          <ac:chgData name="Choi Jeomki" userId="f1912f8b0928b9f1" providerId="LiveId" clId="{587F420E-D2D7-49C8-ADA0-F8DD63ED2A7F}" dt="2019-02-25T02:19:59.613" v="583" actId="478"/>
          <ac:spMkLst>
            <pc:docMk/>
            <pc:sldMk cId="4150662436" sldId="474"/>
            <ac:spMk id="8" creationId="{55A224C1-907E-4616-AC26-0172F76A2AAA}"/>
          </ac:spMkLst>
        </pc:spChg>
        <pc:spChg chg="del mod">
          <ac:chgData name="Choi Jeomki" userId="f1912f8b0928b9f1" providerId="LiveId" clId="{587F420E-D2D7-49C8-ADA0-F8DD63ED2A7F}" dt="2019-02-25T02:19:59.613" v="583" actId="478"/>
          <ac:spMkLst>
            <pc:docMk/>
            <pc:sldMk cId="4150662436" sldId="474"/>
            <ac:spMk id="24" creationId="{E4EF85C3-888D-4CD2-9F07-483F58BB70D1}"/>
          </ac:spMkLst>
        </pc:spChg>
        <pc:spChg chg="add del mod">
          <ac:chgData name="Choi Jeomki" userId="f1912f8b0928b9f1" providerId="LiveId" clId="{587F420E-D2D7-49C8-ADA0-F8DD63ED2A7F}" dt="2019-02-25T02:19:59.613" v="583" actId="478"/>
          <ac:spMkLst>
            <pc:docMk/>
            <pc:sldMk cId="4150662436" sldId="474"/>
            <ac:spMk id="25" creationId="{4F62B3CE-2546-4BD8-9507-DEA70F02EAD4}"/>
          </ac:spMkLst>
        </pc:spChg>
        <pc:spChg chg="del mod">
          <ac:chgData name="Choi Jeomki" userId="f1912f8b0928b9f1" providerId="LiveId" clId="{587F420E-D2D7-49C8-ADA0-F8DD63ED2A7F}" dt="2019-02-25T02:19:59.613" v="583" actId="478"/>
          <ac:spMkLst>
            <pc:docMk/>
            <pc:sldMk cId="4150662436" sldId="474"/>
            <ac:spMk id="26" creationId="{6D24CB44-FBD0-4192-B2C1-C10EB32CDE88}"/>
          </ac:spMkLst>
        </pc:spChg>
        <pc:spChg chg="del mod">
          <ac:chgData name="Choi Jeomki" userId="f1912f8b0928b9f1" providerId="LiveId" clId="{587F420E-D2D7-49C8-ADA0-F8DD63ED2A7F}" dt="2019-02-25T02:19:59.613" v="583" actId="478"/>
          <ac:spMkLst>
            <pc:docMk/>
            <pc:sldMk cId="4150662436" sldId="474"/>
            <ac:spMk id="27" creationId="{909F6655-7EB4-4BFA-8B42-DB6EF3D25076}"/>
          </ac:spMkLst>
        </pc:spChg>
        <pc:spChg chg="del">
          <ac:chgData name="Choi Jeomki" userId="f1912f8b0928b9f1" providerId="LiveId" clId="{587F420E-D2D7-49C8-ADA0-F8DD63ED2A7F}" dt="2019-02-25T01:33:55.584" v="521" actId="478"/>
          <ac:spMkLst>
            <pc:docMk/>
            <pc:sldMk cId="4150662436" sldId="474"/>
            <ac:spMk id="28" creationId="{C700F3BD-2E75-4E58-BEB6-6220A7079949}"/>
          </ac:spMkLst>
        </pc:spChg>
        <pc:spChg chg="del mod">
          <ac:chgData name="Choi Jeomki" userId="f1912f8b0928b9f1" providerId="LiveId" clId="{587F420E-D2D7-49C8-ADA0-F8DD63ED2A7F}" dt="2019-02-25T02:19:59.613" v="583" actId="478"/>
          <ac:spMkLst>
            <pc:docMk/>
            <pc:sldMk cId="4150662436" sldId="474"/>
            <ac:spMk id="29" creationId="{DF9C47B1-3F62-41AD-99D9-A37689026C03}"/>
          </ac:spMkLst>
        </pc:spChg>
        <pc:spChg chg="mod">
          <ac:chgData name="Choi Jeomki" userId="f1912f8b0928b9f1" providerId="LiveId" clId="{587F420E-D2D7-49C8-ADA0-F8DD63ED2A7F}" dt="2019-02-25T01:30:39.983" v="514" actId="5793"/>
          <ac:spMkLst>
            <pc:docMk/>
            <pc:sldMk cId="4150662436" sldId="474"/>
            <ac:spMk id="33" creationId="{260CD455-4DFF-4D8C-800C-934D57729883}"/>
          </ac:spMkLst>
        </pc:spChg>
        <pc:spChg chg="mod">
          <ac:chgData name="Choi Jeomki" userId="f1912f8b0928b9f1" providerId="LiveId" clId="{587F420E-D2D7-49C8-ADA0-F8DD63ED2A7F}" dt="2019-02-25T01:30:43.423" v="520" actId="5793"/>
          <ac:spMkLst>
            <pc:docMk/>
            <pc:sldMk cId="4150662436" sldId="474"/>
            <ac:spMk id="35" creationId="{7F0D565E-885A-4D6F-A45C-6739DF539A16}"/>
          </ac:spMkLst>
        </pc:spChg>
        <pc:spChg chg="add">
          <ac:chgData name="Choi Jeomki" userId="f1912f8b0928b9f1" providerId="LiveId" clId="{587F420E-D2D7-49C8-ADA0-F8DD63ED2A7F}" dt="2019-02-25T02:20:00.043" v="584"/>
          <ac:spMkLst>
            <pc:docMk/>
            <pc:sldMk cId="4150662436" sldId="474"/>
            <ac:spMk id="36" creationId="{948D9109-D6B1-4564-9997-10F770D00256}"/>
          </ac:spMkLst>
        </pc:spChg>
        <pc:spChg chg="mod">
          <ac:chgData name="Choi Jeomki" userId="f1912f8b0928b9f1" providerId="LiveId" clId="{587F420E-D2D7-49C8-ADA0-F8DD63ED2A7F}" dt="2019-02-25T01:41:31.165" v="536" actId="1076"/>
          <ac:spMkLst>
            <pc:docMk/>
            <pc:sldMk cId="4150662436" sldId="474"/>
            <ac:spMk id="37" creationId="{793A9CF7-DF58-44F8-806D-8C97FC8F11D9}"/>
          </ac:spMkLst>
        </pc:spChg>
        <pc:spChg chg="add">
          <ac:chgData name="Choi Jeomki" userId="f1912f8b0928b9f1" providerId="LiveId" clId="{587F420E-D2D7-49C8-ADA0-F8DD63ED2A7F}" dt="2019-02-25T02:20:00.043" v="584"/>
          <ac:spMkLst>
            <pc:docMk/>
            <pc:sldMk cId="4150662436" sldId="474"/>
            <ac:spMk id="38" creationId="{D58A3ECE-51C4-400E-B38C-E8B4319A101A}"/>
          </ac:spMkLst>
        </pc:spChg>
        <pc:spChg chg="add">
          <ac:chgData name="Choi Jeomki" userId="f1912f8b0928b9f1" providerId="LiveId" clId="{587F420E-D2D7-49C8-ADA0-F8DD63ED2A7F}" dt="2019-02-25T02:20:00.043" v="584"/>
          <ac:spMkLst>
            <pc:docMk/>
            <pc:sldMk cId="4150662436" sldId="474"/>
            <ac:spMk id="41" creationId="{8A0C2876-EB00-4D7D-8ED2-050880B7DC61}"/>
          </ac:spMkLst>
        </pc:spChg>
        <pc:spChg chg="add">
          <ac:chgData name="Choi Jeomki" userId="f1912f8b0928b9f1" providerId="LiveId" clId="{587F420E-D2D7-49C8-ADA0-F8DD63ED2A7F}" dt="2019-02-25T02:20:00.043" v="584"/>
          <ac:spMkLst>
            <pc:docMk/>
            <pc:sldMk cId="4150662436" sldId="474"/>
            <ac:spMk id="42" creationId="{220E9540-948E-4332-AACF-507BB400E09B}"/>
          </ac:spMkLst>
        </pc:spChg>
        <pc:spChg chg="add">
          <ac:chgData name="Choi Jeomki" userId="f1912f8b0928b9f1" providerId="LiveId" clId="{587F420E-D2D7-49C8-ADA0-F8DD63ED2A7F}" dt="2019-02-25T02:20:00.043" v="584"/>
          <ac:spMkLst>
            <pc:docMk/>
            <pc:sldMk cId="4150662436" sldId="474"/>
            <ac:spMk id="43" creationId="{0B6D6B24-82C6-476F-9BC7-8D2A82F6C877}"/>
          </ac:spMkLst>
        </pc:spChg>
        <pc:spChg chg="add">
          <ac:chgData name="Choi Jeomki" userId="f1912f8b0928b9f1" providerId="LiveId" clId="{587F420E-D2D7-49C8-ADA0-F8DD63ED2A7F}" dt="2019-02-25T02:20:00.043" v="584"/>
          <ac:spMkLst>
            <pc:docMk/>
            <pc:sldMk cId="4150662436" sldId="474"/>
            <ac:spMk id="44" creationId="{4000668C-291F-41D7-9670-BB0E2FAAA24C}"/>
          </ac:spMkLst>
        </pc:spChg>
        <pc:cxnChg chg="mod">
          <ac:chgData name="Choi Jeomki" userId="f1912f8b0928b9f1" providerId="LiveId" clId="{587F420E-D2D7-49C8-ADA0-F8DD63ED2A7F}" dt="2019-02-25T01:41:31.165" v="536" actId="1076"/>
          <ac:cxnSpMkLst>
            <pc:docMk/>
            <pc:sldMk cId="4150662436" sldId="474"/>
            <ac:cxnSpMk id="31" creationId="{93FCE6C3-DB5F-4AFA-A960-571A1DEF6957}"/>
          </ac:cxnSpMkLst>
        </pc:cxnChg>
      </pc:sldChg>
    </pc:docChg>
  </pc:docChgLst>
  <pc:docChgLst>
    <pc:chgData name="Choi Jeomki" userId="f1912f8b0928b9f1" providerId="LiveId" clId="{B4B7B63D-7C3A-4F4D-8645-46B1095D79C5}"/>
    <pc:docChg chg="undo custSel addSld delSld modSld sldOrd">
      <pc:chgData name="Choi Jeomki" userId="f1912f8b0928b9f1" providerId="LiveId" clId="{B4B7B63D-7C3A-4F4D-8645-46B1095D79C5}" dt="2019-02-18T00:35:26.056" v="7985" actId="1076"/>
      <pc:docMkLst>
        <pc:docMk/>
      </pc:docMkLst>
      <pc:sldChg chg="addSp delSp modSp">
        <pc:chgData name="Choi Jeomki" userId="f1912f8b0928b9f1" providerId="LiveId" clId="{B4B7B63D-7C3A-4F4D-8645-46B1095D79C5}" dt="2019-02-17T11:53:41.749" v="1843" actId="12789"/>
        <pc:sldMkLst>
          <pc:docMk/>
          <pc:sldMk cId="4206660966" sldId="330"/>
        </pc:sldMkLst>
        <pc:spChg chg="mod">
          <ac:chgData name="Choi Jeomki" userId="f1912f8b0928b9f1" providerId="LiveId" clId="{B4B7B63D-7C3A-4F4D-8645-46B1095D79C5}" dt="2019-02-17T11:35:29.640" v="603"/>
          <ac:spMkLst>
            <pc:docMk/>
            <pc:sldMk cId="4206660966" sldId="330"/>
            <ac:spMk id="2" creationId="{00000000-0000-0000-0000-000000000000}"/>
          </ac:spMkLst>
        </pc:spChg>
        <pc:spChg chg="mod">
          <ac:chgData name="Choi Jeomki" userId="f1912f8b0928b9f1" providerId="LiveId" clId="{B4B7B63D-7C3A-4F4D-8645-46B1095D79C5}" dt="2019-02-17T11:47:49.932" v="1327"/>
          <ac:spMkLst>
            <pc:docMk/>
            <pc:sldMk cId="4206660966" sldId="330"/>
            <ac:spMk id="3" creationId="{00000000-0000-0000-0000-000000000000}"/>
          </ac:spMkLst>
        </pc:spChg>
        <pc:spChg chg="add mod">
          <ac:chgData name="Choi Jeomki" userId="f1912f8b0928b9f1" providerId="LiveId" clId="{B4B7B63D-7C3A-4F4D-8645-46B1095D79C5}" dt="2019-02-17T11:39:32.738" v="811" actId="20577"/>
          <ac:spMkLst>
            <pc:docMk/>
            <pc:sldMk cId="4206660966" sldId="330"/>
            <ac:spMk id="4" creationId="{9C5618EA-ACF3-476A-A727-07C821CB2D14}"/>
          </ac:spMkLst>
        </pc:spChg>
        <pc:spChg chg="add mod">
          <ac:chgData name="Choi Jeomki" userId="f1912f8b0928b9f1" providerId="LiveId" clId="{B4B7B63D-7C3A-4F4D-8645-46B1095D79C5}" dt="2019-02-17T11:39:35.576" v="812" actId="20577"/>
          <ac:spMkLst>
            <pc:docMk/>
            <pc:sldMk cId="4206660966" sldId="330"/>
            <ac:spMk id="5" creationId="{549A5DC6-C860-4200-974B-9DD60C00B7EA}"/>
          </ac:spMkLst>
        </pc:spChg>
        <pc:spChg chg="add mod">
          <ac:chgData name="Choi Jeomki" userId="f1912f8b0928b9f1" providerId="LiveId" clId="{B4B7B63D-7C3A-4F4D-8645-46B1095D79C5}" dt="2019-02-17T11:39:38.162" v="813" actId="20577"/>
          <ac:spMkLst>
            <pc:docMk/>
            <pc:sldMk cId="4206660966" sldId="330"/>
            <ac:spMk id="6" creationId="{1679DD55-376D-4758-844C-B87F3B533224}"/>
          </ac:spMkLst>
        </pc:spChg>
        <pc:spChg chg="add mod">
          <ac:chgData name="Choi Jeomki" userId="f1912f8b0928b9f1" providerId="LiveId" clId="{B4B7B63D-7C3A-4F4D-8645-46B1095D79C5}" dt="2019-02-17T11:53:37.988" v="1842" actId="12789"/>
          <ac:spMkLst>
            <pc:docMk/>
            <pc:sldMk cId="4206660966" sldId="330"/>
            <ac:spMk id="11" creationId="{900D5CEF-20A6-4BFE-A766-0D02AF904DED}"/>
          </ac:spMkLst>
        </pc:spChg>
        <pc:spChg chg="add mod">
          <ac:chgData name="Choi Jeomki" userId="f1912f8b0928b9f1" providerId="LiveId" clId="{B4B7B63D-7C3A-4F4D-8645-46B1095D79C5}" dt="2019-02-17T11:53:34.245" v="1841" actId="12789"/>
          <ac:spMkLst>
            <pc:docMk/>
            <pc:sldMk cId="4206660966" sldId="330"/>
            <ac:spMk id="12" creationId="{DFAC5ABB-3133-4E6A-BB8C-3799C60D0C48}"/>
          </ac:spMkLst>
        </pc:spChg>
        <pc:spChg chg="add mod">
          <ac:chgData name="Choi Jeomki" userId="f1912f8b0928b9f1" providerId="LiveId" clId="{B4B7B63D-7C3A-4F4D-8645-46B1095D79C5}" dt="2019-02-17T11:53:41.749" v="1843" actId="12789"/>
          <ac:spMkLst>
            <pc:docMk/>
            <pc:sldMk cId="4206660966" sldId="330"/>
            <ac:spMk id="13" creationId="{49B82BA5-A304-4EA1-A5C2-8246100C92CD}"/>
          </ac:spMkLst>
        </pc:spChg>
        <pc:spChg chg="add del">
          <ac:chgData name="Choi Jeomki" userId="f1912f8b0928b9f1" providerId="LiveId" clId="{B4B7B63D-7C3A-4F4D-8645-46B1095D79C5}" dt="2019-02-17T11:49:33.149" v="1504"/>
          <ac:spMkLst>
            <pc:docMk/>
            <pc:sldMk cId="4206660966" sldId="330"/>
            <ac:spMk id="14" creationId="{9204E0E0-CFA1-41B4-ABF1-4897097E0988}"/>
          </ac:spMkLst>
        </pc:spChg>
        <pc:spChg chg="add del mod">
          <ac:chgData name="Choi Jeomki" userId="f1912f8b0928b9f1" providerId="LiveId" clId="{B4B7B63D-7C3A-4F4D-8645-46B1095D79C5}" dt="2019-02-17T11:49:43.281" v="1534" actId="478"/>
          <ac:spMkLst>
            <pc:docMk/>
            <pc:sldMk cId="4206660966" sldId="330"/>
            <ac:spMk id="15" creationId="{B3B809A6-5AEF-43DA-9619-7C421336259E}"/>
          </ac:spMkLst>
        </pc:spChg>
        <pc:spChg chg="add mod">
          <ac:chgData name="Choi Jeomki" userId="f1912f8b0928b9f1" providerId="LiveId" clId="{B4B7B63D-7C3A-4F4D-8645-46B1095D79C5}" dt="2019-02-17T11:52:15.521" v="1762" actId="1037"/>
          <ac:spMkLst>
            <pc:docMk/>
            <pc:sldMk cId="4206660966" sldId="330"/>
            <ac:spMk id="16" creationId="{E52980B9-A7CB-4317-8028-6B24AC694FD8}"/>
          </ac:spMkLst>
        </pc:spChg>
        <pc:spChg chg="add mod">
          <ac:chgData name="Choi Jeomki" userId="f1912f8b0928b9f1" providerId="LiveId" clId="{B4B7B63D-7C3A-4F4D-8645-46B1095D79C5}" dt="2019-02-17T11:52:10.278" v="1751" actId="1035"/>
          <ac:spMkLst>
            <pc:docMk/>
            <pc:sldMk cId="4206660966" sldId="330"/>
            <ac:spMk id="17" creationId="{22BBAC1F-A3AC-4C3E-8375-C4C183AEF67E}"/>
          </ac:spMkLst>
        </pc:spChg>
        <pc:spChg chg="add mod">
          <ac:chgData name="Choi Jeomki" userId="f1912f8b0928b9f1" providerId="LiveId" clId="{B4B7B63D-7C3A-4F4D-8645-46B1095D79C5}" dt="2019-02-17T11:52:05.309" v="1740" actId="1036"/>
          <ac:spMkLst>
            <pc:docMk/>
            <pc:sldMk cId="4206660966" sldId="330"/>
            <ac:spMk id="18" creationId="{757DD90B-DE88-4544-9352-B3928D12F95B}"/>
          </ac:spMkLst>
        </pc:spChg>
        <pc:spChg chg="add mod">
          <ac:chgData name="Choi Jeomki" userId="f1912f8b0928b9f1" providerId="LiveId" clId="{B4B7B63D-7C3A-4F4D-8645-46B1095D79C5}" dt="2019-02-17T11:53:37.988" v="1842" actId="12789"/>
          <ac:spMkLst>
            <pc:docMk/>
            <pc:sldMk cId="4206660966" sldId="330"/>
            <ac:spMk id="20" creationId="{8C4D1399-3E66-4C6C-A25B-15D7A74FCAB2}"/>
          </ac:spMkLst>
        </pc:spChg>
        <pc:spChg chg="add mod">
          <ac:chgData name="Choi Jeomki" userId="f1912f8b0928b9f1" providerId="LiveId" clId="{B4B7B63D-7C3A-4F4D-8645-46B1095D79C5}" dt="2019-02-17T11:53:34.245" v="1841" actId="12789"/>
          <ac:spMkLst>
            <pc:docMk/>
            <pc:sldMk cId="4206660966" sldId="330"/>
            <ac:spMk id="21" creationId="{339EC33D-501B-43F7-B59D-C7BCB6E22D56}"/>
          </ac:spMkLst>
        </pc:spChg>
        <pc:spChg chg="add mod">
          <ac:chgData name="Choi Jeomki" userId="f1912f8b0928b9f1" providerId="LiveId" clId="{B4B7B63D-7C3A-4F4D-8645-46B1095D79C5}" dt="2019-02-17T11:53:41.749" v="1843" actId="12789"/>
          <ac:spMkLst>
            <pc:docMk/>
            <pc:sldMk cId="4206660966" sldId="330"/>
            <ac:spMk id="22" creationId="{864E6C4A-F809-42A2-8CDB-375D00CAD675}"/>
          </ac:spMkLst>
        </pc:spChg>
        <pc:grpChg chg="add mod">
          <ac:chgData name="Choi Jeomki" userId="f1912f8b0928b9f1" providerId="LiveId" clId="{B4B7B63D-7C3A-4F4D-8645-46B1095D79C5}" dt="2019-02-17T11:44:22.621" v="823" actId="14100"/>
          <ac:grpSpMkLst>
            <pc:docMk/>
            <pc:sldMk cId="4206660966" sldId="330"/>
            <ac:grpSpMk id="7" creationId="{E0B021D6-B2DC-43B9-A0A9-938DBFCC5196}"/>
          </ac:grpSpMkLst>
        </pc:grpChg>
        <pc:grpChg chg="add del mod">
          <ac:chgData name="Choi Jeomki" userId="f1912f8b0928b9f1" providerId="LiveId" clId="{B4B7B63D-7C3A-4F4D-8645-46B1095D79C5}" dt="2019-02-17T11:52:50.042" v="1773" actId="165"/>
          <ac:grpSpMkLst>
            <pc:docMk/>
            <pc:sldMk cId="4206660966" sldId="330"/>
            <ac:grpSpMk id="19" creationId="{7658AE8B-A2FA-4D42-900B-DFD8F7580097}"/>
          </ac:grpSpMkLst>
        </pc:grpChg>
        <pc:picChg chg="add mod topLvl modCrop">
          <ac:chgData name="Choi Jeomki" userId="f1912f8b0928b9f1" providerId="LiveId" clId="{B4B7B63D-7C3A-4F4D-8645-46B1095D79C5}" dt="2019-02-17T11:53:41.749" v="1843" actId="12789"/>
          <ac:picMkLst>
            <pc:docMk/>
            <pc:sldMk cId="4206660966" sldId="330"/>
            <ac:picMk id="8" creationId="{4D11D356-1A5B-47BD-9376-62AF96F45E36}"/>
          </ac:picMkLst>
        </pc:picChg>
        <pc:picChg chg="add mod topLvl">
          <ac:chgData name="Choi Jeomki" userId="f1912f8b0928b9f1" providerId="LiveId" clId="{B4B7B63D-7C3A-4F4D-8645-46B1095D79C5}" dt="2019-02-17T11:53:37.988" v="1842" actId="12789"/>
          <ac:picMkLst>
            <pc:docMk/>
            <pc:sldMk cId="4206660966" sldId="330"/>
            <ac:picMk id="9" creationId="{530733CC-293A-4B75-9980-344BD55A3477}"/>
          </ac:picMkLst>
        </pc:picChg>
        <pc:picChg chg="add mod topLvl">
          <ac:chgData name="Choi Jeomki" userId="f1912f8b0928b9f1" providerId="LiveId" clId="{B4B7B63D-7C3A-4F4D-8645-46B1095D79C5}" dt="2019-02-17T11:53:34.245" v="1841" actId="12789"/>
          <ac:picMkLst>
            <pc:docMk/>
            <pc:sldMk cId="4206660966" sldId="330"/>
            <ac:picMk id="10" creationId="{05A7ED7E-1D88-446C-B001-D74CE42B0D62}"/>
          </ac:picMkLst>
        </pc:picChg>
      </pc:sldChg>
      <pc:sldChg chg="addSp delSp modSp">
        <pc:chgData name="Choi Jeomki" userId="f1912f8b0928b9f1" providerId="LiveId" clId="{B4B7B63D-7C3A-4F4D-8645-46B1095D79C5}" dt="2019-02-17T12:05:11.494" v="2629" actId="1035"/>
        <pc:sldMkLst>
          <pc:docMk/>
          <pc:sldMk cId="840601046" sldId="332"/>
        </pc:sldMkLst>
        <pc:spChg chg="mod">
          <ac:chgData name="Choi Jeomki" userId="f1912f8b0928b9f1" providerId="LiveId" clId="{B4B7B63D-7C3A-4F4D-8645-46B1095D79C5}" dt="2019-02-17T11:54:31.108" v="1887"/>
          <ac:spMkLst>
            <pc:docMk/>
            <pc:sldMk cId="840601046" sldId="332"/>
            <ac:spMk id="2" creationId="{00000000-0000-0000-0000-000000000000}"/>
          </ac:spMkLst>
        </pc:spChg>
        <pc:spChg chg="mod">
          <ac:chgData name="Choi Jeomki" userId="f1912f8b0928b9f1" providerId="LiveId" clId="{B4B7B63D-7C3A-4F4D-8645-46B1095D79C5}" dt="2019-02-17T12:03:30.097" v="2565"/>
          <ac:spMkLst>
            <pc:docMk/>
            <pc:sldMk cId="840601046" sldId="332"/>
            <ac:spMk id="3" creationId="{00000000-0000-0000-0000-000000000000}"/>
          </ac:spMkLst>
        </pc:spChg>
        <pc:spChg chg="add mod">
          <ac:chgData name="Choi Jeomki" userId="f1912f8b0928b9f1" providerId="LiveId" clId="{B4B7B63D-7C3A-4F4D-8645-46B1095D79C5}" dt="2019-02-17T12:04:26.578" v="2599" actId="20577"/>
          <ac:spMkLst>
            <pc:docMk/>
            <pc:sldMk cId="840601046" sldId="332"/>
            <ac:spMk id="4" creationId="{F60054B7-1043-4ED5-8106-C3283FBB723A}"/>
          </ac:spMkLst>
        </pc:spChg>
        <pc:spChg chg="add mod">
          <ac:chgData name="Choi Jeomki" userId="f1912f8b0928b9f1" providerId="LiveId" clId="{B4B7B63D-7C3A-4F4D-8645-46B1095D79C5}" dt="2019-02-17T12:04:56.732" v="2610" actId="20577"/>
          <ac:spMkLst>
            <pc:docMk/>
            <pc:sldMk cId="840601046" sldId="332"/>
            <ac:spMk id="11" creationId="{CC1ABB99-DCD8-4D06-9FC9-60A5CD7F5964}"/>
          </ac:spMkLst>
        </pc:spChg>
        <pc:grpChg chg="add mod ord">
          <ac:chgData name="Choi Jeomki" userId="f1912f8b0928b9f1" providerId="LiveId" clId="{B4B7B63D-7C3A-4F4D-8645-46B1095D79C5}" dt="2019-02-17T12:05:11.494" v="2629" actId="1035"/>
          <ac:grpSpMkLst>
            <pc:docMk/>
            <pc:sldMk cId="840601046" sldId="332"/>
            <ac:grpSpMk id="10" creationId="{90C2AA81-32C7-403C-8122-E1E277B837FC}"/>
          </ac:grpSpMkLst>
        </pc:grpChg>
        <pc:picChg chg="add del mod">
          <ac:chgData name="Choi Jeomki" userId="f1912f8b0928b9f1" providerId="LiveId" clId="{B4B7B63D-7C3A-4F4D-8645-46B1095D79C5}" dt="2019-02-17T11:56:59.255" v="1968" actId="478"/>
          <ac:picMkLst>
            <pc:docMk/>
            <pc:sldMk cId="840601046" sldId="332"/>
            <ac:picMk id="5" creationId="{947A544E-7512-44F3-A513-E9F31CC170BD}"/>
          </ac:picMkLst>
        </pc:picChg>
        <pc:picChg chg="add del mod">
          <ac:chgData name="Choi Jeomki" userId="f1912f8b0928b9f1" providerId="LiveId" clId="{B4B7B63D-7C3A-4F4D-8645-46B1095D79C5}" dt="2019-02-17T11:58:40.064" v="1979" actId="478"/>
          <ac:picMkLst>
            <pc:docMk/>
            <pc:sldMk cId="840601046" sldId="332"/>
            <ac:picMk id="6" creationId="{8C471F67-C42F-4EEF-B1C7-79F6302803D6}"/>
          </ac:picMkLst>
        </pc:picChg>
        <pc:picChg chg="add mod modCrop">
          <ac:chgData name="Choi Jeomki" userId="f1912f8b0928b9f1" providerId="LiveId" clId="{B4B7B63D-7C3A-4F4D-8645-46B1095D79C5}" dt="2019-02-17T12:00:19.165" v="2005" actId="164"/>
          <ac:picMkLst>
            <pc:docMk/>
            <pc:sldMk cId="840601046" sldId="332"/>
            <ac:picMk id="7" creationId="{EE6E451D-A56F-4D77-ACF6-FFDACBB3A4EE}"/>
          </ac:picMkLst>
        </pc:picChg>
        <pc:picChg chg="add mod modCrop">
          <ac:chgData name="Choi Jeomki" userId="f1912f8b0928b9f1" providerId="LiveId" clId="{B4B7B63D-7C3A-4F4D-8645-46B1095D79C5}" dt="2019-02-17T12:00:19.165" v="2005" actId="164"/>
          <ac:picMkLst>
            <pc:docMk/>
            <pc:sldMk cId="840601046" sldId="332"/>
            <ac:picMk id="8" creationId="{76A4B40C-DE71-4302-8CB1-DA3EDC985BD3}"/>
          </ac:picMkLst>
        </pc:picChg>
        <pc:picChg chg="add mod modCrop">
          <ac:chgData name="Choi Jeomki" userId="f1912f8b0928b9f1" providerId="LiveId" clId="{B4B7B63D-7C3A-4F4D-8645-46B1095D79C5}" dt="2019-02-17T12:03:47.926" v="2583" actId="1036"/>
          <ac:picMkLst>
            <pc:docMk/>
            <pc:sldMk cId="840601046" sldId="332"/>
            <ac:picMk id="9" creationId="{B68530E0-9F96-465F-9655-2672AFAAEBBA}"/>
          </ac:picMkLst>
        </pc:picChg>
      </pc:sldChg>
      <pc:sldChg chg="addSp delSp modSp ord">
        <pc:chgData name="Choi Jeomki" userId="f1912f8b0928b9f1" providerId="LiveId" clId="{B4B7B63D-7C3A-4F4D-8645-46B1095D79C5}" dt="2019-02-17T11:34:31.349" v="574"/>
        <pc:sldMkLst>
          <pc:docMk/>
          <pc:sldMk cId="2431518710" sldId="335"/>
        </pc:sldMkLst>
        <pc:spChg chg="add mod">
          <ac:chgData name="Choi Jeomki" userId="f1912f8b0928b9f1" providerId="LiveId" clId="{B4B7B63D-7C3A-4F4D-8645-46B1095D79C5}" dt="2019-02-17T11:25:56.662" v="109" actId="1037"/>
          <ac:spMkLst>
            <pc:docMk/>
            <pc:sldMk cId="2431518710" sldId="335"/>
            <ac:spMk id="9" creationId="{8934C24A-143A-44FB-86EC-3CD64E6DB568}"/>
          </ac:spMkLst>
        </pc:spChg>
        <pc:spChg chg="del">
          <ac:chgData name="Choi Jeomki" userId="f1912f8b0928b9f1" providerId="LiveId" clId="{B4B7B63D-7C3A-4F4D-8645-46B1095D79C5}" dt="2019-02-17T11:24:46.103" v="86" actId="478"/>
          <ac:spMkLst>
            <pc:docMk/>
            <pc:sldMk cId="2431518710" sldId="335"/>
            <ac:spMk id="16" creationId="{E04AF500-D7FC-4578-BB00-1AB1C6EF3D46}"/>
          </ac:spMkLst>
        </pc:spChg>
        <pc:picChg chg="del">
          <ac:chgData name="Choi Jeomki" userId="f1912f8b0928b9f1" providerId="LiveId" clId="{B4B7B63D-7C3A-4F4D-8645-46B1095D79C5}" dt="2019-02-17T11:24:47.639" v="87" actId="478"/>
          <ac:picMkLst>
            <pc:docMk/>
            <pc:sldMk cId="2431518710" sldId="335"/>
            <ac:picMk id="4" creationId="{1725CB7C-7E6C-48FC-92D4-1F2B54E549E0}"/>
          </ac:picMkLst>
        </pc:picChg>
        <pc:picChg chg="add mod">
          <ac:chgData name="Choi Jeomki" userId="f1912f8b0928b9f1" providerId="LiveId" clId="{B4B7B63D-7C3A-4F4D-8645-46B1095D79C5}" dt="2019-02-17T11:24:53.485" v="91" actId="1076"/>
          <ac:picMkLst>
            <pc:docMk/>
            <pc:sldMk cId="2431518710" sldId="335"/>
            <ac:picMk id="6" creationId="{904A0678-53F8-44FC-9F42-45DB146DFC1C}"/>
          </ac:picMkLst>
        </pc:picChg>
      </pc:sldChg>
      <pc:sldChg chg="ord">
        <pc:chgData name="Choi Jeomki" userId="f1912f8b0928b9f1" providerId="LiveId" clId="{B4B7B63D-7C3A-4F4D-8645-46B1095D79C5}" dt="2019-02-17T11:33:52.797" v="573"/>
        <pc:sldMkLst>
          <pc:docMk/>
          <pc:sldMk cId="807300981" sldId="336"/>
        </pc:sldMkLst>
      </pc:sldChg>
      <pc:sldChg chg="addSp delSp">
        <pc:chgData name="Choi Jeomki" userId="f1912f8b0928b9f1" providerId="LiveId" clId="{B4B7B63D-7C3A-4F4D-8645-46B1095D79C5}" dt="2019-02-17T15:40:14.506" v="5024"/>
        <pc:sldMkLst>
          <pc:docMk/>
          <pc:sldMk cId="603068696" sldId="337"/>
        </pc:sldMkLst>
        <pc:picChg chg="add del">
          <ac:chgData name="Choi Jeomki" userId="f1912f8b0928b9f1" providerId="LiveId" clId="{B4B7B63D-7C3A-4F4D-8645-46B1095D79C5}" dt="2019-02-17T15:40:14.506" v="5024"/>
          <ac:picMkLst>
            <pc:docMk/>
            <pc:sldMk cId="603068696" sldId="337"/>
            <ac:picMk id="2" creationId="{1E3872F7-02B2-40B4-8BFC-07272F000F45}"/>
          </ac:picMkLst>
        </pc:picChg>
      </pc:sldChg>
      <pc:sldChg chg="addSp delSp modSp add">
        <pc:chgData name="Choi Jeomki" userId="f1912f8b0928b9f1" providerId="LiveId" clId="{B4B7B63D-7C3A-4F4D-8645-46B1095D79C5}" dt="2019-02-17T15:33:09.189" v="4852" actId="478"/>
        <pc:sldMkLst>
          <pc:docMk/>
          <pc:sldMk cId="3608918346" sldId="338"/>
        </pc:sldMkLst>
        <pc:spChg chg="mod">
          <ac:chgData name="Choi Jeomki" userId="f1912f8b0928b9f1" providerId="LiveId" clId="{B4B7B63D-7C3A-4F4D-8645-46B1095D79C5}" dt="2019-02-17T12:24:01.668" v="3887"/>
          <ac:spMkLst>
            <pc:docMk/>
            <pc:sldMk cId="3608918346" sldId="338"/>
            <ac:spMk id="2" creationId="{00000000-0000-0000-0000-000000000000}"/>
          </ac:spMkLst>
        </pc:spChg>
        <pc:spChg chg="mod">
          <ac:chgData name="Choi Jeomki" userId="f1912f8b0928b9f1" providerId="LiveId" clId="{B4B7B63D-7C3A-4F4D-8645-46B1095D79C5}" dt="2019-02-17T12:18:32.039" v="3315"/>
          <ac:spMkLst>
            <pc:docMk/>
            <pc:sldMk cId="3608918346" sldId="338"/>
            <ac:spMk id="3" creationId="{00000000-0000-0000-0000-000000000000}"/>
          </ac:spMkLst>
        </pc:spChg>
        <pc:spChg chg="add mod">
          <ac:chgData name="Choi Jeomki" userId="f1912f8b0928b9f1" providerId="LiveId" clId="{B4B7B63D-7C3A-4F4D-8645-46B1095D79C5}" dt="2019-02-17T12:19:51.363" v="3338" actId="14100"/>
          <ac:spMkLst>
            <pc:docMk/>
            <pc:sldMk cId="3608918346" sldId="338"/>
            <ac:spMk id="4" creationId="{D0379280-5BFB-478A-A163-094CFB6D9237}"/>
          </ac:spMkLst>
        </pc:spChg>
        <pc:spChg chg="add del mod">
          <ac:chgData name="Choi Jeomki" userId="f1912f8b0928b9f1" providerId="LiveId" clId="{B4B7B63D-7C3A-4F4D-8645-46B1095D79C5}" dt="2019-02-17T15:33:09.189" v="4852" actId="478"/>
          <ac:spMkLst>
            <pc:docMk/>
            <pc:sldMk cId="3608918346" sldId="338"/>
            <ac:spMk id="7" creationId="{5220A7EC-BBB8-4F0F-B70D-DCC91D0DC9A7}"/>
          </ac:spMkLst>
        </pc:spChg>
        <pc:picChg chg="add mod">
          <ac:chgData name="Choi Jeomki" userId="f1912f8b0928b9f1" providerId="LiveId" clId="{B4B7B63D-7C3A-4F4D-8645-46B1095D79C5}" dt="2019-02-17T12:18:39.288" v="3322" actId="1035"/>
          <ac:picMkLst>
            <pc:docMk/>
            <pc:sldMk cId="3608918346" sldId="338"/>
            <ac:picMk id="5" creationId="{2A0D1A6B-59DD-4E44-91CD-4673A2C7F064}"/>
          </ac:picMkLst>
        </pc:picChg>
        <pc:picChg chg="add mod">
          <ac:chgData name="Choi Jeomki" userId="f1912f8b0928b9f1" providerId="LiveId" clId="{B4B7B63D-7C3A-4F4D-8645-46B1095D79C5}" dt="2019-02-17T12:19:55.808" v="3342" actId="1035"/>
          <ac:picMkLst>
            <pc:docMk/>
            <pc:sldMk cId="3608918346" sldId="338"/>
            <ac:picMk id="6" creationId="{57D38432-C0E7-4998-B504-686C2755AE14}"/>
          </ac:picMkLst>
        </pc:picChg>
      </pc:sldChg>
      <pc:sldChg chg="addSp modSp add">
        <pc:chgData name="Choi Jeomki" userId="f1912f8b0928b9f1" providerId="LiveId" clId="{B4B7B63D-7C3A-4F4D-8645-46B1095D79C5}" dt="2019-02-17T15:24:36.217" v="4542" actId="20577"/>
        <pc:sldMkLst>
          <pc:docMk/>
          <pc:sldMk cId="3517912629" sldId="339"/>
        </pc:sldMkLst>
        <pc:spChg chg="mod">
          <ac:chgData name="Choi Jeomki" userId="f1912f8b0928b9f1" providerId="LiveId" clId="{B4B7B63D-7C3A-4F4D-8645-46B1095D79C5}" dt="2019-02-17T15:24:36.217" v="4542" actId="20577"/>
          <ac:spMkLst>
            <pc:docMk/>
            <pc:sldMk cId="3517912629" sldId="339"/>
            <ac:spMk id="2" creationId="{00000000-0000-0000-0000-000000000000}"/>
          </ac:spMkLst>
        </pc:spChg>
        <pc:spChg chg="mod">
          <ac:chgData name="Choi Jeomki" userId="f1912f8b0928b9f1" providerId="LiveId" clId="{B4B7B63D-7C3A-4F4D-8645-46B1095D79C5}" dt="2019-02-17T12:35:04.001" v="4534"/>
          <ac:spMkLst>
            <pc:docMk/>
            <pc:sldMk cId="3517912629" sldId="339"/>
            <ac:spMk id="3" creationId="{00000000-0000-0000-0000-000000000000}"/>
          </ac:spMkLst>
        </pc:spChg>
        <pc:spChg chg="add mod">
          <ac:chgData name="Choi Jeomki" userId="f1912f8b0928b9f1" providerId="LiveId" clId="{B4B7B63D-7C3A-4F4D-8645-46B1095D79C5}" dt="2019-02-17T12:31:41.207" v="4212" actId="20577"/>
          <ac:spMkLst>
            <pc:docMk/>
            <pc:sldMk cId="3517912629" sldId="339"/>
            <ac:spMk id="4" creationId="{43925266-D20E-45AC-BC87-E2947F5C9C64}"/>
          </ac:spMkLst>
        </pc:spChg>
        <pc:spChg chg="add mod">
          <ac:chgData name="Choi Jeomki" userId="f1912f8b0928b9f1" providerId="LiveId" clId="{B4B7B63D-7C3A-4F4D-8645-46B1095D79C5}" dt="2019-02-17T12:33:38.685" v="4259" actId="1036"/>
          <ac:spMkLst>
            <pc:docMk/>
            <pc:sldMk cId="3517912629" sldId="339"/>
            <ac:spMk id="12" creationId="{4935A472-309A-4A67-A024-392B3A7ACDA2}"/>
          </ac:spMkLst>
        </pc:spChg>
        <pc:picChg chg="add mod">
          <ac:chgData name="Choi Jeomki" userId="f1912f8b0928b9f1" providerId="LiveId" clId="{B4B7B63D-7C3A-4F4D-8645-46B1095D79C5}" dt="2019-02-17T12:31:58.044" v="4225" actId="208"/>
          <ac:picMkLst>
            <pc:docMk/>
            <pc:sldMk cId="3517912629" sldId="339"/>
            <ac:picMk id="5" creationId="{F0410B54-13A8-46D1-8ED8-A677264DEB11}"/>
          </ac:picMkLst>
        </pc:picChg>
        <pc:picChg chg="add mod">
          <ac:chgData name="Choi Jeomki" userId="f1912f8b0928b9f1" providerId="LiveId" clId="{B4B7B63D-7C3A-4F4D-8645-46B1095D79C5}" dt="2019-02-17T12:31:58.044" v="4225" actId="208"/>
          <ac:picMkLst>
            <pc:docMk/>
            <pc:sldMk cId="3517912629" sldId="339"/>
            <ac:picMk id="6" creationId="{7036B7E9-A860-4DCC-9B36-B5C7FBC4DC52}"/>
          </ac:picMkLst>
        </pc:picChg>
        <pc:picChg chg="add mod">
          <ac:chgData name="Choi Jeomki" userId="f1912f8b0928b9f1" providerId="LiveId" clId="{B4B7B63D-7C3A-4F4D-8645-46B1095D79C5}" dt="2019-02-17T12:31:58.044" v="4225" actId="208"/>
          <ac:picMkLst>
            <pc:docMk/>
            <pc:sldMk cId="3517912629" sldId="339"/>
            <ac:picMk id="7" creationId="{270AC1D2-49DC-4047-8E15-68C6A229098A}"/>
          </ac:picMkLst>
        </pc:picChg>
        <pc:picChg chg="add mod">
          <ac:chgData name="Choi Jeomki" userId="f1912f8b0928b9f1" providerId="LiveId" clId="{B4B7B63D-7C3A-4F4D-8645-46B1095D79C5}" dt="2019-02-17T12:31:58.044" v="4225" actId="208"/>
          <ac:picMkLst>
            <pc:docMk/>
            <pc:sldMk cId="3517912629" sldId="339"/>
            <ac:picMk id="8" creationId="{AA8CB315-D123-4893-AD06-17136AD4D0E4}"/>
          </ac:picMkLst>
        </pc:picChg>
        <pc:picChg chg="add mod">
          <ac:chgData name="Choi Jeomki" userId="f1912f8b0928b9f1" providerId="LiveId" clId="{B4B7B63D-7C3A-4F4D-8645-46B1095D79C5}" dt="2019-02-17T12:31:58.044" v="4225" actId="208"/>
          <ac:picMkLst>
            <pc:docMk/>
            <pc:sldMk cId="3517912629" sldId="339"/>
            <ac:picMk id="9" creationId="{08564DB6-799A-4D4C-90C8-A8B4F209B42F}"/>
          </ac:picMkLst>
        </pc:picChg>
        <pc:picChg chg="add mod modCrop">
          <ac:chgData name="Choi Jeomki" userId="f1912f8b0928b9f1" providerId="LiveId" clId="{B4B7B63D-7C3A-4F4D-8645-46B1095D79C5}" dt="2019-02-17T12:32:35.690" v="4243" actId="732"/>
          <ac:picMkLst>
            <pc:docMk/>
            <pc:sldMk cId="3517912629" sldId="339"/>
            <ac:picMk id="10" creationId="{BDBCE49C-0B95-4793-9C0C-29AB90F43873}"/>
          </ac:picMkLst>
        </pc:picChg>
        <pc:picChg chg="add mod modCrop">
          <ac:chgData name="Choi Jeomki" userId="f1912f8b0928b9f1" providerId="LiveId" clId="{B4B7B63D-7C3A-4F4D-8645-46B1095D79C5}" dt="2019-02-17T12:32:44.747" v="4244" actId="732"/>
          <ac:picMkLst>
            <pc:docMk/>
            <pc:sldMk cId="3517912629" sldId="339"/>
            <ac:picMk id="11" creationId="{209255C7-88F8-402D-A4DF-41C3A74FCA47}"/>
          </ac:picMkLst>
        </pc:picChg>
      </pc:sldChg>
      <pc:sldChg chg="addSp delSp modSp add">
        <pc:chgData name="Choi Jeomki" userId="f1912f8b0928b9f1" providerId="LiveId" clId="{B4B7B63D-7C3A-4F4D-8645-46B1095D79C5}" dt="2019-02-17T15:32:32.778" v="4849" actId="208"/>
        <pc:sldMkLst>
          <pc:docMk/>
          <pc:sldMk cId="813061635" sldId="340"/>
        </pc:sldMkLst>
        <pc:spChg chg="mod">
          <ac:chgData name="Choi Jeomki" userId="f1912f8b0928b9f1" providerId="LiveId" clId="{B4B7B63D-7C3A-4F4D-8645-46B1095D79C5}" dt="2019-02-17T15:24:44.818" v="4576"/>
          <ac:spMkLst>
            <pc:docMk/>
            <pc:sldMk cId="813061635" sldId="340"/>
            <ac:spMk id="2" creationId="{00000000-0000-0000-0000-000000000000}"/>
          </ac:spMkLst>
        </pc:spChg>
        <pc:spChg chg="mod">
          <ac:chgData name="Choi Jeomki" userId="f1912f8b0928b9f1" providerId="LiveId" clId="{B4B7B63D-7C3A-4F4D-8645-46B1095D79C5}" dt="2019-02-17T15:30:52.541" v="4842"/>
          <ac:spMkLst>
            <pc:docMk/>
            <pc:sldMk cId="813061635" sldId="340"/>
            <ac:spMk id="3" creationId="{00000000-0000-0000-0000-000000000000}"/>
          </ac:spMkLst>
        </pc:spChg>
        <pc:spChg chg="add mod">
          <ac:chgData name="Choi Jeomki" userId="f1912f8b0928b9f1" providerId="LiveId" clId="{B4B7B63D-7C3A-4F4D-8645-46B1095D79C5}" dt="2019-02-17T15:28:59.922" v="4617" actId="14100"/>
          <ac:spMkLst>
            <pc:docMk/>
            <pc:sldMk cId="813061635" sldId="340"/>
            <ac:spMk id="4" creationId="{09679F7D-421F-4BCD-BCFE-74F202CACCE7}"/>
          </ac:spMkLst>
        </pc:spChg>
        <pc:spChg chg="add mod">
          <ac:chgData name="Choi Jeomki" userId="f1912f8b0928b9f1" providerId="LiveId" clId="{B4B7B63D-7C3A-4F4D-8645-46B1095D79C5}" dt="2019-02-17T15:29:04.521" v="4618" actId="14100"/>
          <ac:spMkLst>
            <pc:docMk/>
            <pc:sldMk cId="813061635" sldId="340"/>
            <ac:spMk id="7" creationId="{A2358C88-1996-4304-959D-8912ED1BC612}"/>
          </ac:spMkLst>
        </pc:spChg>
        <pc:picChg chg="add mod ord">
          <ac:chgData name="Choi Jeomki" userId="f1912f8b0928b9f1" providerId="LiveId" clId="{B4B7B63D-7C3A-4F4D-8645-46B1095D79C5}" dt="2019-02-17T15:32:32.778" v="4849" actId="208"/>
          <ac:picMkLst>
            <pc:docMk/>
            <pc:sldMk cId="813061635" sldId="340"/>
            <ac:picMk id="5" creationId="{FBFE633F-609E-4431-9CA8-2F0BB2473958}"/>
          </ac:picMkLst>
        </pc:picChg>
        <pc:picChg chg="add mod ord">
          <ac:chgData name="Choi Jeomki" userId="f1912f8b0928b9f1" providerId="LiveId" clId="{B4B7B63D-7C3A-4F4D-8645-46B1095D79C5}" dt="2019-02-17T15:32:32.778" v="4849" actId="208"/>
          <ac:picMkLst>
            <pc:docMk/>
            <pc:sldMk cId="813061635" sldId="340"/>
            <ac:picMk id="6" creationId="{42AF88A8-5C37-4A04-8C42-EDCFAC0F985F}"/>
          </ac:picMkLst>
        </pc:picChg>
        <pc:picChg chg="add del mod">
          <ac:chgData name="Choi Jeomki" userId="f1912f8b0928b9f1" providerId="LiveId" clId="{B4B7B63D-7C3A-4F4D-8645-46B1095D79C5}" dt="2019-02-17T15:32:24.150" v="4846" actId="478"/>
          <ac:picMkLst>
            <pc:docMk/>
            <pc:sldMk cId="813061635" sldId="340"/>
            <ac:picMk id="8" creationId="{4C52B303-3C8F-4E21-B4D4-004842E96C5A}"/>
          </ac:picMkLst>
        </pc:picChg>
        <pc:picChg chg="add mod">
          <ac:chgData name="Choi Jeomki" userId="f1912f8b0928b9f1" providerId="LiveId" clId="{B4B7B63D-7C3A-4F4D-8645-46B1095D79C5}" dt="2019-02-17T15:32:32.778" v="4849" actId="208"/>
          <ac:picMkLst>
            <pc:docMk/>
            <pc:sldMk cId="813061635" sldId="340"/>
            <ac:picMk id="9" creationId="{46EEB1A2-7706-4872-9E9D-8B82B14A64A0}"/>
          </ac:picMkLst>
        </pc:picChg>
      </pc:sldChg>
      <pc:sldChg chg="addSp modSp add">
        <pc:chgData name="Choi Jeomki" userId="f1912f8b0928b9f1" providerId="LiveId" clId="{B4B7B63D-7C3A-4F4D-8645-46B1095D79C5}" dt="2019-02-17T22:44:14.027" v="6165"/>
        <pc:sldMkLst>
          <pc:docMk/>
          <pc:sldMk cId="2926272630" sldId="341"/>
        </pc:sldMkLst>
        <pc:spChg chg="mod">
          <ac:chgData name="Choi Jeomki" userId="f1912f8b0928b9f1" providerId="LiveId" clId="{B4B7B63D-7C3A-4F4D-8645-46B1095D79C5}" dt="2019-02-17T15:33:57.226" v="4879"/>
          <ac:spMkLst>
            <pc:docMk/>
            <pc:sldMk cId="2926272630" sldId="341"/>
            <ac:spMk id="2" creationId="{00000000-0000-0000-0000-000000000000}"/>
          </ac:spMkLst>
        </pc:spChg>
        <pc:spChg chg="mod">
          <ac:chgData name="Choi Jeomki" userId="f1912f8b0928b9f1" providerId="LiveId" clId="{B4B7B63D-7C3A-4F4D-8645-46B1095D79C5}" dt="2019-02-17T22:44:14.027" v="6165"/>
          <ac:spMkLst>
            <pc:docMk/>
            <pc:sldMk cId="2926272630" sldId="341"/>
            <ac:spMk id="3" creationId="{00000000-0000-0000-0000-000000000000}"/>
          </ac:spMkLst>
        </pc:spChg>
        <pc:spChg chg="add mod">
          <ac:chgData name="Choi Jeomki" userId="f1912f8b0928b9f1" providerId="LiveId" clId="{B4B7B63D-7C3A-4F4D-8645-46B1095D79C5}" dt="2019-02-17T22:42:05.086" v="6017" actId="20577"/>
          <ac:spMkLst>
            <pc:docMk/>
            <pc:sldMk cId="2926272630" sldId="341"/>
            <ac:spMk id="4" creationId="{7F15056D-1F59-4D64-8262-2CAB2563E569}"/>
          </ac:spMkLst>
        </pc:spChg>
        <pc:spChg chg="mod">
          <ac:chgData name="Choi Jeomki" userId="f1912f8b0928b9f1" providerId="LiveId" clId="{B4B7B63D-7C3A-4F4D-8645-46B1095D79C5}" dt="2019-02-17T22:43:51.258" v="6113"/>
          <ac:spMkLst>
            <pc:docMk/>
            <pc:sldMk cId="2926272630" sldId="341"/>
            <ac:spMk id="8" creationId="{C6413799-824A-4311-AB57-2C461DD6DF8D}"/>
          </ac:spMkLst>
        </pc:spChg>
        <pc:grpChg chg="add mod">
          <ac:chgData name="Choi Jeomki" userId="f1912f8b0928b9f1" providerId="LiveId" clId="{B4B7B63D-7C3A-4F4D-8645-46B1095D79C5}" dt="2019-02-17T22:43:16.661" v="6098" actId="1076"/>
          <ac:grpSpMkLst>
            <pc:docMk/>
            <pc:sldMk cId="2926272630" sldId="341"/>
            <ac:grpSpMk id="6" creationId="{6AD783EC-6B66-49D2-8410-83C79BE5DFBB}"/>
          </ac:grpSpMkLst>
        </pc:grpChg>
        <pc:picChg chg="add mod">
          <ac:chgData name="Choi Jeomki" userId="f1912f8b0928b9f1" providerId="LiveId" clId="{B4B7B63D-7C3A-4F4D-8645-46B1095D79C5}" dt="2019-02-17T22:42:07.685" v="6018" actId="1076"/>
          <ac:picMkLst>
            <pc:docMk/>
            <pc:sldMk cId="2926272630" sldId="341"/>
            <ac:picMk id="5" creationId="{EEE22DEF-4172-46D4-B0B4-3320679D8158}"/>
          </ac:picMkLst>
        </pc:picChg>
      </pc:sldChg>
      <pc:sldChg chg="addSp modSp add">
        <pc:chgData name="Choi Jeomki" userId="f1912f8b0928b9f1" providerId="LiveId" clId="{B4B7B63D-7C3A-4F4D-8645-46B1095D79C5}" dt="2019-02-17T22:50:04.252" v="7118" actId="20577"/>
        <pc:sldMkLst>
          <pc:docMk/>
          <pc:sldMk cId="4269991356" sldId="342"/>
        </pc:sldMkLst>
        <pc:spChg chg="mod">
          <ac:chgData name="Choi Jeomki" userId="f1912f8b0928b9f1" providerId="LiveId" clId="{B4B7B63D-7C3A-4F4D-8645-46B1095D79C5}" dt="2019-02-17T22:39:49.314" v="5750" actId="20577"/>
          <ac:spMkLst>
            <pc:docMk/>
            <pc:sldMk cId="4269991356" sldId="342"/>
            <ac:spMk id="2" creationId="{00000000-0000-0000-0000-000000000000}"/>
          </ac:spMkLst>
        </pc:spChg>
        <pc:spChg chg="mod">
          <ac:chgData name="Choi Jeomki" userId="f1912f8b0928b9f1" providerId="LiveId" clId="{B4B7B63D-7C3A-4F4D-8645-46B1095D79C5}" dt="2019-02-17T22:50:04.252" v="7118" actId="20577"/>
          <ac:spMkLst>
            <pc:docMk/>
            <pc:sldMk cId="4269991356" sldId="342"/>
            <ac:spMk id="3" creationId="{00000000-0000-0000-0000-000000000000}"/>
          </ac:spMkLst>
        </pc:spChg>
        <pc:spChg chg="add mod">
          <ac:chgData name="Choi Jeomki" userId="f1912f8b0928b9f1" providerId="LiveId" clId="{B4B7B63D-7C3A-4F4D-8645-46B1095D79C5}" dt="2019-02-17T15:44:15.312" v="5045" actId="14100"/>
          <ac:spMkLst>
            <pc:docMk/>
            <pc:sldMk cId="4269991356" sldId="342"/>
            <ac:spMk id="4" creationId="{8BDF7659-5204-44E1-8271-710F359420E7}"/>
          </ac:spMkLst>
        </pc:spChg>
        <pc:spChg chg="mod">
          <ac:chgData name="Choi Jeomki" userId="f1912f8b0928b9f1" providerId="LiveId" clId="{B4B7B63D-7C3A-4F4D-8645-46B1095D79C5}" dt="2019-02-17T22:48:06.309" v="6844" actId="14100"/>
          <ac:spMkLst>
            <pc:docMk/>
            <pc:sldMk cId="4269991356" sldId="342"/>
            <ac:spMk id="8" creationId="{8CADF6BD-884B-49A1-AFAE-811F512E50A1}"/>
          </ac:spMkLst>
        </pc:spChg>
        <pc:spChg chg="mod">
          <ac:chgData name="Choi Jeomki" userId="f1912f8b0928b9f1" providerId="LiveId" clId="{B4B7B63D-7C3A-4F4D-8645-46B1095D79C5}" dt="2019-02-17T22:46:33.289" v="6692"/>
          <ac:spMkLst>
            <pc:docMk/>
            <pc:sldMk cId="4269991356" sldId="342"/>
            <ac:spMk id="9" creationId="{1A6D422F-B4C8-430B-A208-887EC311A005}"/>
          </ac:spMkLst>
        </pc:spChg>
        <pc:spChg chg="mod">
          <ac:chgData name="Choi Jeomki" userId="f1912f8b0928b9f1" providerId="LiveId" clId="{B4B7B63D-7C3A-4F4D-8645-46B1095D79C5}" dt="2019-02-17T22:47:53.902" v="6841"/>
          <ac:spMkLst>
            <pc:docMk/>
            <pc:sldMk cId="4269991356" sldId="342"/>
            <ac:spMk id="12" creationId="{3D08B6D6-BD14-437D-B6B9-CAC88FFBCD60}"/>
          </ac:spMkLst>
        </pc:spChg>
        <pc:grpChg chg="add mod">
          <ac:chgData name="Choi Jeomki" userId="f1912f8b0928b9f1" providerId="LiveId" clId="{B4B7B63D-7C3A-4F4D-8645-46B1095D79C5}" dt="2019-02-17T22:48:16.477" v="6845" actId="1076"/>
          <ac:grpSpMkLst>
            <pc:docMk/>
            <pc:sldMk cId="4269991356" sldId="342"/>
            <ac:grpSpMk id="7" creationId="{43A0BBAE-5629-449C-809D-173CA1E54F49}"/>
          </ac:grpSpMkLst>
        </pc:grpChg>
        <pc:grpChg chg="add mod">
          <ac:chgData name="Choi Jeomki" userId="f1912f8b0928b9f1" providerId="LiveId" clId="{B4B7B63D-7C3A-4F4D-8645-46B1095D79C5}" dt="2019-02-17T22:47:58.614" v="6843" actId="1076"/>
          <ac:grpSpMkLst>
            <pc:docMk/>
            <pc:sldMk cId="4269991356" sldId="342"/>
            <ac:grpSpMk id="10" creationId="{F15DF723-2B46-4D4F-B0DB-7A9CA748249D}"/>
          </ac:grpSpMkLst>
        </pc:grpChg>
        <pc:picChg chg="add mod">
          <ac:chgData name="Choi Jeomki" userId="f1912f8b0928b9f1" providerId="LiveId" clId="{B4B7B63D-7C3A-4F4D-8645-46B1095D79C5}" dt="2019-02-17T22:48:22.405" v="6846" actId="14100"/>
          <ac:picMkLst>
            <pc:docMk/>
            <pc:sldMk cId="4269991356" sldId="342"/>
            <ac:picMk id="5" creationId="{0DD35BED-C6E5-4279-B562-71D9A436C204}"/>
          </ac:picMkLst>
        </pc:picChg>
        <pc:picChg chg="add mod">
          <ac:chgData name="Choi Jeomki" userId="f1912f8b0928b9f1" providerId="LiveId" clId="{B4B7B63D-7C3A-4F4D-8645-46B1095D79C5}" dt="2019-02-17T15:44:09.354" v="5044" actId="553"/>
          <ac:picMkLst>
            <pc:docMk/>
            <pc:sldMk cId="4269991356" sldId="342"/>
            <ac:picMk id="6" creationId="{F0BD9FE3-61D8-448F-854C-D5F88447F7AB}"/>
          </ac:picMkLst>
        </pc:picChg>
      </pc:sldChg>
      <pc:sldChg chg="addSp delSp modSp add">
        <pc:chgData name="Choi Jeomki" userId="f1912f8b0928b9f1" providerId="LiveId" clId="{B4B7B63D-7C3A-4F4D-8645-46B1095D79C5}" dt="2019-02-17T12:33:22.441" v="4250" actId="1036"/>
        <pc:sldMkLst>
          <pc:docMk/>
          <pc:sldMk cId="14385069" sldId="343"/>
        </pc:sldMkLst>
        <pc:spChg chg="mod">
          <ac:chgData name="Choi Jeomki" userId="f1912f8b0928b9f1" providerId="LiveId" clId="{B4B7B63D-7C3A-4F4D-8645-46B1095D79C5}" dt="2019-02-17T12:20:32.380" v="3371" actId="20577"/>
          <ac:spMkLst>
            <pc:docMk/>
            <pc:sldMk cId="14385069" sldId="343"/>
            <ac:spMk id="2" creationId="{00000000-0000-0000-0000-000000000000}"/>
          </ac:spMkLst>
        </pc:spChg>
        <pc:spChg chg="mod">
          <ac:chgData name="Choi Jeomki" userId="f1912f8b0928b9f1" providerId="LiveId" clId="{B4B7B63D-7C3A-4F4D-8645-46B1095D79C5}" dt="2019-02-17T12:22:08.475" v="3808"/>
          <ac:spMkLst>
            <pc:docMk/>
            <pc:sldMk cId="14385069" sldId="343"/>
            <ac:spMk id="3" creationId="{00000000-0000-0000-0000-000000000000}"/>
          </ac:spMkLst>
        </pc:spChg>
        <pc:spChg chg="mod">
          <ac:chgData name="Choi Jeomki" userId="f1912f8b0928b9f1" providerId="LiveId" clId="{B4B7B63D-7C3A-4F4D-8645-46B1095D79C5}" dt="2019-02-17T12:23:32.271" v="3817" actId="20577"/>
          <ac:spMkLst>
            <pc:docMk/>
            <pc:sldMk cId="14385069" sldId="343"/>
            <ac:spMk id="4" creationId="{F60054B7-1043-4ED5-8106-C3283FBB723A}"/>
          </ac:spMkLst>
        </pc:spChg>
        <pc:spChg chg="add mod">
          <ac:chgData name="Choi Jeomki" userId="f1912f8b0928b9f1" providerId="LiveId" clId="{B4B7B63D-7C3A-4F4D-8645-46B1095D79C5}" dt="2019-02-17T12:33:22.441" v="4250" actId="1036"/>
          <ac:spMkLst>
            <pc:docMk/>
            <pc:sldMk cId="14385069" sldId="343"/>
            <ac:spMk id="12" creationId="{D2F48959-C73C-4E2B-835A-14D2FA12E716}"/>
          </ac:spMkLst>
        </pc:spChg>
        <pc:spChg chg="add del">
          <ac:chgData name="Choi Jeomki" userId="f1912f8b0928b9f1" providerId="LiveId" clId="{B4B7B63D-7C3A-4F4D-8645-46B1095D79C5}" dt="2019-02-17T12:22:39.257" v="3810"/>
          <ac:spMkLst>
            <pc:docMk/>
            <pc:sldMk cId="14385069" sldId="343"/>
            <ac:spMk id="13" creationId="{1A2E69A9-D603-4047-9B29-CD0A185CEF86}"/>
          </ac:spMkLst>
        </pc:spChg>
        <pc:spChg chg="add mod">
          <ac:chgData name="Choi Jeomki" userId="f1912f8b0928b9f1" providerId="LiveId" clId="{B4B7B63D-7C3A-4F4D-8645-46B1095D79C5}" dt="2019-02-17T12:23:43.153" v="3827" actId="1035"/>
          <ac:spMkLst>
            <pc:docMk/>
            <pc:sldMk cId="14385069" sldId="343"/>
            <ac:spMk id="14" creationId="{32F0383C-0EBB-4062-9053-6B40BEFC6556}"/>
          </ac:spMkLst>
        </pc:spChg>
        <pc:spChg chg="add mod">
          <ac:chgData name="Choi Jeomki" userId="f1912f8b0928b9f1" providerId="LiveId" clId="{B4B7B63D-7C3A-4F4D-8645-46B1095D79C5}" dt="2019-02-17T12:23:36.814" v="3821" actId="1035"/>
          <ac:spMkLst>
            <pc:docMk/>
            <pc:sldMk cId="14385069" sldId="343"/>
            <ac:spMk id="15" creationId="{F91E8320-481E-4CE1-91F0-44E71E61AADC}"/>
          </ac:spMkLst>
        </pc:spChg>
        <pc:grpChg chg="del">
          <ac:chgData name="Choi Jeomki" userId="f1912f8b0928b9f1" providerId="LiveId" clId="{B4B7B63D-7C3A-4F4D-8645-46B1095D79C5}" dt="2019-02-17T12:06:00.884" v="2653" actId="478"/>
          <ac:grpSpMkLst>
            <pc:docMk/>
            <pc:sldMk cId="14385069" sldId="343"/>
            <ac:grpSpMk id="10" creationId="{90C2AA81-32C7-403C-8122-E1E277B837FC}"/>
          </ac:grpSpMkLst>
        </pc:grpChg>
        <pc:picChg chg="add mod modCrop">
          <ac:chgData name="Choi Jeomki" userId="f1912f8b0928b9f1" providerId="LiveId" clId="{B4B7B63D-7C3A-4F4D-8645-46B1095D79C5}" dt="2019-02-17T12:23:43.153" v="3827" actId="1035"/>
          <ac:picMkLst>
            <pc:docMk/>
            <pc:sldMk cId="14385069" sldId="343"/>
            <ac:picMk id="5" creationId="{562D8884-2807-4DF1-ADD8-D85B5CF48051}"/>
          </ac:picMkLst>
        </pc:picChg>
        <pc:picChg chg="add mod">
          <ac:chgData name="Choi Jeomki" userId="f1912f8b0928b9f1" providerId="LiveId" clId="{B4B7B63D-7C3A-4F4D-8645-46B1095D79C5}" dt="2019-02-17T12:23:36.814" v="3821" actId="1035"/>
          <ac:picMkLst>
            <pc:docMk/>
            <pc:sldMk cId="14385069" sldId="343"/>
            <ac:picMk id="6" creationId="{3891A0C9-E0A1-4D98-B855-1AD2AB04F09B}"/>
          </ac:picMkLst>
        </pc:picChg>
        <pc:picChg chg="add mod modCrop">
          <ac:chgData name="Choi Jeomki" userId="f1912f8b0928b9f1" providerId="LiveId" clId="{B4B7B63D-7C3A-4F4D-8645-46B1095D79C5}" dt="2019-02-17T12:23:43.153" v="3827" actId="1035"/>
          <ac:picMkLst>
            <pc:docMk/>
            <pc:sldMk cId="14385069" sldId="343"/>
            <ac:picMk id="11" creationId="{15397B8D-492D-4FAC-BBCB-6B194C198D07}"/>
          </ac:picMkLst>
        </pc:picChg>
      </pc:sldChg>
      <pc:sldChg chg="addSp modSp add ord">
        <pc:chgData name="Choi Jeomki" userId="f1912f8b0928b9f1" providerId="LiveId" clId="{B4B7B63D-7C3A-4F4D-8645-46B1095D79C5}" dt="2019-02-17T22:51:51.222" v="7438" actId="1036"/>
        <pc:sldMkLst>
          <pc:docMk/>
          <pc:sldMk cId="3912502979" sldId="344"/>
        </pc:sldMkLst>
        <pc:spChg chg="mod">
          <ac:chgData name="Choi Jeomki" userId="f1912f8b0928b9f1" providerId="LiveId" clId="{B4B7B63D-7C3A-4F4D-8645-46B1095D79C5}" dt="2019-02-17T22:40:06.230" v="5754" actId="20577"/>
          <ac:spMkLst>
            <pc:docMk/>
            <pc:sldMk cId="3912502979" sldId="344"/>
            <ac:spMk id="2" creationId="{00000000-0000-0000-0000-000000000000}"/>
          </ac:spMkLst>
        </pc:spChg>
        <pc:spChg chg="mod">
          <ac:chgData name="Choi Jeomki" userId="f1912f8b0928b9f1" providerId="LiveId" clId="{B4B7B63D-7C3A-4F4D-8645-46B1095D79C5}" dt="2019-02-17T22:51:42.811" v="7436" actId="20577"/>
          <ac:spMkLst>
            <pc:docMk/>
            <pc:sldMk cId="3912502979" sldId="344"/>
            <ac:spMk id="3" creationId="{00000000-0000-0000-0000-000000000000}"/>
          </ac:spMkLst>
        </pc:spChg>
        <pc:spChg chg="add mod">
          <ac:chgData name="Choi Jeomki" userId="f1912f8b0928b9f1" providerId="LiveId" clId="{B4B7B63D-7C3A-4F4D-8645-46B1095D79C5}" dt="2019-02-17T15:45:05.795" v="5085" actId="20577"/>
          <ac:spMkLst>
            <pc:docMk/>
            <pc:sldMk cId="3912502979" sldId="344"/>
            <ac:spMk id="4" creationId="{C7274104-EF59-4C94-9CEE-1E845E16F53E}"/>
          </ac:spMkLst>
        </pc:spChg>
        <pc:picChg chg="add mod">
          <ac:chgData name="Choi Jeomki" userId="f1912f8b0928b9f1" providerId="LiveId" clId="{B4B7B63D-7C3A-4F4D-8645-46B1095D79C5}" dt="2019-02-17T22:51:51.222" v="7438" actId="1036"/>
          <ac:picMkLst>
            <pc:docMk/>
            <pc:sldMk cId="3912502979" sldId="344"/>
            <ac:picMk id="5" creationId="{F9AFB964-76A6-4E17-B8C5-CD46138504BE}"/>
          </ac:picMkLst>
        </pc:picChg>
      </pc:sldChg>
      <pc:sldChg chg="addSp delSp modSp add">
        <pc:chgData name="Choi Jeomki" userId="f1912f8b0928b9f1" providerId="LiveId" clId="{B4B7B63D-7C3A-4F4D-8645-46B1095D79C5}" dt="2019-02-17T22:50:13.784" v="7129"/>
        <pc:sldMkLst>
          <pc:docMk/>
          <pc:sldMk cId="2770058188" sldId="345"/>
        </pc:sldMkLst>
        <pc:spChg chg="mod">
          <ac:chgData name="Choi Jeomki" userId="f1912f8b0928b9f1" providerId="LiveId" clId="{B4B7B63D-7C3A-4F4D-8645-46B1095D79C5}" dt="2019-02-17T22:40:01.807" v="5752" actId="20577"/>
          <ac:spMkLst>
            <pc:docMk/>
            <pc:sldMk cId="2770058188" sldId="345"/>
            <ac:spMk id="2" creationId="{00000000-0000-0000-0000-000000000000}"/>
          </ac:spMkLst>
        </pc:spChg>
        <pc:spChg chg="mod">
          <ac:chgData name="Choi Jeomki" userId="f1912f8b0928b9f1" providerId="LiveId" clId="{B4B7B63D-7C3A-4F4D-8645-46B1095D79C5}" dt="2019-02-17T22:50:13.784" v="7129"/>
          <ac:spMkLst>
            <pc:docMk/>
            <pc:sldMk cId="2770058188" sldId="345"/>
            <ac:spMk id="3" creationId="{00000000-0000-0000-0000-000000000000}"/>
          </ac:spMkLst>
        </pc:spChg>
        <pc:spChg chg="add mod">
          <ac:chgData name="Choi Jeomki" userId="f1912f8b0928b9f1" providerId="LiveId" clId="{B4B7B63D-7C3A-4F4D-8645-46B1095D79C5}" dt="2019-02-17T22:43:29.125" v="6099" actId="14100"/>
          <ac:spMkLst>
            <pc:docMk/>
            <pc:sldMk cId="2770058188" sldId="345"/>
            <ac:spMk id="4" creationId="{7F95E157-6348-48EA-AF55-FCE64DF59222}"/>
          </ac:spMkLst>
        </pc:spChg>
        <pc:spChg chg="add del mod">
          <ac:chgData name="Choi Jeomki" userId="f1912f8b0928b9f1" providerId="LiveId" clId="{B4B7B63D-7C3A-4F4D-8645-46B1095D79C5}" dt="2019-02-17T22:26:10.119" v="5266" actId="478"/>
          <ac:spMkLst>
            <pc:docMk/>
            <pc:sldMk cId="2770058188" sldId="345"/>
            <ac:spMk id="13" creationId="{18099970-ED11-4186-AB75-70D906E0748A}"/>
          </ac:spMkLst>
        </pc:spChg>
        <pc:spChg chg="add del mod">
          <ac:chgData name="Choi Jeomki" userId="f1912f8b0928b9f1" providerId="LiveId" clId="{B4B7B63D-7C3A-4F4D-8645-46B1095D79C5}" dt="2019-02-17T22:34:17.937" v="5364" actId="478"/>
          <ac:spMkLst>
            <pc:docMk/>
            <pc:sldMk cId="2770058188" sldId="345"/>
            <ac:spMk id="14" creationId="{586408B3-5BF6-44E8-A223-D66DC2253D25}"/>
          </ac:spMkLst>
        </pc:spChg>
        <pc:spChg chg="add del mod">
          <ac:chgData name="Choi Jeomki" userId="f1912f8b0928b9f1" providerId="LiveId" clId="{B4B7B63D-7C3A-4F4D-8645-46B1095D79C5}" dt="2019-02-17T22:36:08.033" v="5400" actId="478"/>
          <ac:spMkLst>
            <pc:docMk/>
            <pc:sldMk cId="2770058188" sldId="345"/>
            <ac:spMk id="21" creationId="{B3971309-6F9D-4B92-817A-99B094FB6E36}"/>
          </ac:spMkLst>
        </pc:spChg>
        <pc:spChg chg="add del">
          <ac:chgData name="Choi Jeomki" userId="f1912f8b0928b9f1" providerId="LiveId" clId="{B4B7B63D-7C3A-4F4D-8645-46B1095D79C5}" dt="2019-02-17T22:36:08.033" v="5400" actId="478"/>
          <ac:spMkLst>
            <pc:docMk/>
            <pc:sldMk cId="2770058188" sldId="345"/>
            <ac:spMk id="22" creationId="{8FF8B9A8-8312-4DF2-A91D-6C961AB116F0}"/>
          </ac:spMkLst>
        </pc:spChg>
        <pc:spChg chg="mod">
          <ac:chgData name="Choi Jeomki" userId="f1912f8b0928b9f1" providerId="LiveId" clId="{B4B7B63D-7C3A-4F4D-8645-46B1095D79C5}" dt="2019-02-17T22:39:07.165" v="5698" actId="20577"/>
          <ac:spMkLst>
            <pc:docMk/>
            <pc:sldMk cId="2770058188" sldId="345"/>
            <ac:spMk id="25" creationId="{4C5A7E54-E846-4696-BA08-DB64C5B650D5}"/>
          </ac:spMkLst>
        </pc:spChg>
        <pc:spChg chg="mod">
          <ac:chgData name="Choi Jeomki" userId="f1912f8b0928b9f1" providerId="LiveId" clId="{B4B7B63D-7C3A-4F4D-8645-46B1095D79C5}" dt="2019-02-17T22:39:19.019" v="5725" actId="20577"/>
          <ac:spMkLst>
            <pc:docMk/>
            <pc:sldMk cId="2770058188" sldId="345"/>
            <ac:spMk id="28" creationId="{E7344F20-FC14-4BE7-AFDC-304EDAB2EEC4}"/>
          </ac:spMkLst>
        </pc:spChg>
        <pc:spChg chg="mod">
          <ac:chgData name="Choi Jeomki" userId="f1912f8b0928b9f1" providerId="LiveId" clId="{B4B7B63D-7C3A-4F4D-8645-46B1095D79C5}" dt="2019-02-17T22:39:27.767" v="5745" actId="20577"/>
          <ac:spMkLst>
            <pc:docMk/>
            <pc:sldMk cId="2770058188" sldId="345"/>
            <ac:spMk id="31" creationId="{98BDC4A8-5004-47FB-8BCD-B7E909FDEB61}"/>
          </ac:spMkLst>
        </pc:spChg>
        <pc:grpChg chg="add del mod ord">
          <ac:chgData name="Choi Jeomki" userId="f1912f8b0928b9f1" providerId="LiveId" clId="{B4B7B63D-7C3A-4F4D-8645-46B1095D79C5}" dt="2019-02-17T22:28:02.320" v="5290" actId="478"/>
          <ac:grpSpMkLst>
            <pc:docMk/>
            <pc:sldMk cId="2770058188" sldId="345"/>
            <ac:grpSpMk id="12" creationId="{24AF4D47-B222-477D-B998-183227ACF21A}"/>
          </ac:grpSpMkLst>
        </pc:grpChg>
        <pc:grpChg chg="add mod">
          <ac:chgData name="Choi Jeomki" userId="f1912f8b0928b9f1" providerId="LiveId" clId="{B4B7B63D-7C3A-4F4D-8645-46B1095D79C5}" dt="2019-02-17T22:38:48.168" v="5513" actId="1035"/>
          <ac:grpSpMkLst>
            <pc:docMk/>
            <pc:sldMk cId="2770058188" sldId="345"/>
            <ac:grpSpMk id="23" creationId="{EDF447FC-A470-4F37-A813-ED6FA4E742A5}"/>
          </ac:grpSpMkLst>
        </pc:grpChg>
        <pc:grpChg chg="add mod">
          <ac:chgData name="Choi Jeomki" userId="f1912f8b0928b9f1" providerId="LiveId" clId="{B4B7B63D-7C3A-4F4D-8645-46B1095D79C5}" dt="2019-02-17T22:38:51.867" v="5578" actId="1035"/>
          <ac:grpSpMkLst>
            <pc:docMk/>
            <pc:sldMk cId="2770058188" sldId="345"/>
            <ac:grpSpMk id="26" creationId="{41DEDAD0-35B5-41D9-B692-217CD93108CE}"/>
          </ac:grpSpMkLst>
        </pc:grpChg>
        <pc:grpChg chg="add mod">
          <ac:chgData name="Choi Jeomki" userId="f1912f8b0928b9f1" providerId="LiveId" clId="{B4B7B63D-7C3A-4F4D-8645-46B1095D79C5}" dt="2019-02-17T22:38:57.541" v="5673" actId="1036"/>
          <ac:grpSpMkLst>
            <pc:docMk/>
            <pc:sldMk cId="2770058188" sldId="345"/>
            <ac:grpSpMk id="29" creationId="{B6CA709A-FB41-4765-B3AF-FD3ABD261A31}"/>
          </ac:grpSpMkLst>
        </pc:grpChg>
        <pc:grpChg chg="add">
          <ac:chgData name="Choi Jeomki" userId="f1912f8b0928b9f1" providerId="LiveId" clId="{B4B7B63D-7C3A-4F4D-8645-46B1095D79C5}" dt="2019-02-17T22:38:57.804" v="5674"/>
          <ac:grpSpMkLst>
            <pc:docMk/>
            <pc:sldMk cId="2770058188" sldId="345"/>
            <ac:grpSpMk id="32" creationId="{7FC19456-2705-461A-8D00-912B685E8106}"/>
          </ac:grpSpMkLst>
        </pc:grpChg>
        <pc:picChg chg="add del mod">
          <ac:chgData name="Choi Jeomki" userId="f1912f8b0928b9f1" providerId="LiveId" clId="{B4B7B63D-7C3A-4F4D-8645-46B1095D79C5}" dt="2019-02-17T22:16:48.175" v="5146" actId="478"/>
          <ac:picMkLst>
            <pc:docMk/>
            <pc:sldMk cId="2770058188" sldId="345"/>
            <ac:picMk id="5" creationId="{1C1A11B1-673E-41B7-9106-6B400EB34448}"/>
          </ac:picMkLst>
        </pc:picChg>
        <pc:picChg chg="add mod">
          <ac:chgData name="Choi Jeomki" userId="f1912f8b0928b9f1" providerId="LiveId" clId="{B4B7B63D-7C3A-4F4D-8645-46B1095D79C5}" dt="2019-02-17T22:27:05.338" v="5288" actId="2085"/>
          <ac:picMkLst>
            <pc:docMk/>
            <pc:sldMk cId="2770058188" sldId="345"/>
            <ac:picMk id="6" creationId="{C42A869D-E68D-407D-8F3D-C96B4F131D89}"/>
          </ac:picMkLst>
        </pc:picChg>
        <pc:picChg chg="add del mod">
          <ac:chgData name="Choi Jeomki" userId="f1912f8b0928b9f1" providerId="LiveId" clId="{B4B7B63D-7C3A-4F4D-8645-46B1095D79C5}" dt="2019-02-17T22:27:05.338" v="5288" actId="2085"/>
          <ac:picMkLst>
            <pc:docMk/>
            <pc:sldMk cId="2770058188" sldId="345"/>
            <ac:picMk id="7" creationId="{ADF2B807-5D8E-4C52-8248-F85E5342AF3B}"/>
          </ac:picMkLst>
        </pc:picChg>
        <pc:picChg chg="add mod">
          <ac:chgData name="Choi Jeomki" userId="f1912f8b0928b9f1" providerId="LiveId" clId="{B4B7B63D-7C3A-4F4D-8645-46B1095D79C5}" dt="2019-02-17T22:27:05.338" v="5288" actId="2085"/>
          <ac:picMkLst>
            <pc:docMk/>
            <pc:sldMk cId="2770058188" sldId="345"/>
            <ac:picMk id="8" creationId="{7B1C930D-7228-451A-95FE-24D68A251683}"/>
          </ac:picMkLst>
        </pc:picChg>
        <pc:picChg chg="add mod">
          <ac:chgData name="Choi Jeomki" userId="f1912f8b0928b9f1" providerId="LiveId" clId="{B4B7B63D-7C3A-4F4D-8645-46B1095D79C5}" dt="2019-02-17T22:27:05.338" v="5288" actId="2085"/>
          <ac:picMkLst>
            <pc:docMk/>
            <pc:sldMk cId="2770058188" sldId="345"/>
            <ac:picMk id="9" creationId="{4175D1AF-6659-4EC9-A017-23079A882FD6}"/>
          </ac:picMkLst>
        </pc:picChg>
        <pc:picChg chg="add del mod">
          <ac:chgData name="Choi Jeomki" userId="f1912f8b0928b9f1" providerId="LiveId" clId="{B4B7B63D-7C3A-4F4D-8645-46B1095D79C5}" dt="2019-02-17T22:23:18.631" v="5182"/>
          <ac:picMkLst>
            <pc:docMk/>
            <pc:sldMk cId="2770058188" sldId="345"/>
            <ac:picMk id="10" creationId="{9BF9D968-A0C4-48E6-8244-76EF50F0E6C2}"/>
          </ac:picMkLst>
        </pc:picChg>
        <pc:picChg chg="add del mod">
          <ac:chgData name="Choi Jeomki" userId="f1912f8b0928b9f1" providerId="LiveId" clId="{B4B7B63D-7C3A-4F4D-8645-46B1095D79C5}" dt="2019-02-17T22:30:00.878" v="5307" actId="478"/>
          <ac:picMkLst>
            <pc:docMk/>
            <pc:sldMk cId="2770058188" sldId="345"/>
            <ac:picMk id="11" creationId="{67FB6F16-DCB4-40FE-A8D2-AF493159CB9B}"/>
          </ac:picMkLst>
        </pc:picChg>
        <pc:picChg chg="add mod modCrop">
          <ac:chgData name="Choi Jeomki" userId="f1912f8b0928b9f1" providerId="LiveId" clId="{B4B7B63D-7C3A-4F4D-8645-46B1095D79C5}" dt="2019-02-17T22:38:11.946" v="5470" actId="1038"/>
          <ac:picMkLst>
            <pc:docMk/>
            <pc:sldMk cId="2770058188" sldId="345"/>
            <ac:picMk id="15" creationId="{7E864BBC-62AD-4EB8-BD10-CB13526FB6AC}"/>
          </ac:picMkLst>
        </pc:picChg>
        <pc:picChg chg="add del mod">
          <ac:chgData name="Choi Jeomki" userId="f1912f8b0928b9f1" providerId="LiveId" clId="{B4B7B63D-7C3A-4F4D-8645-46B1095D79C5}" dt="2019-02-17T22:29:18.327" v="5295" actId="478"/>
          <ac:picMkLst>
            <pc:docMk/>
            <pc:sldMk cId="2770058188" sldId="345"/>
            <ac:picMk id="16" creationId="{C6626452-BF77-4302-99B9-DF9170BE0A48}"/>
          </ac:picMkLst>
        </pc:picChg>
        <pc:picChg chg="add mod modCrop">
          <ac:chgData name="Choi Jeomki" userId="f1912f8b0928b9f1" providerId="LiveId" clId="{B4B7B63D-7C3A-4F4D-8645-46B1095D79C5}" dt="2019-02-17T22:38:11.946" v="5470" actId="1038"/>
          <ac:picMkLst>
            <pc:docMk/>
            <pc:sldMk cId="2770058188" sldId="345"/>
            <ac:picMk id="17" creationId="{0F2885E4-84CE-460F-9565-AF1C80D1DFE5}"/>
          </ac:picMkLst>
        </pc:picChg>
        <pc:picChg chg="add mod modCrop">
          <ac:chgData name="Choi Jeomki" userId="f1912f8b0928b9f1" providerId="LiveId" clId="{B4B7B63D-7C3A-4F4D-8645-46B1095D79C5}" dt="2019-02-17T22:38:11.946" v="5470" actId="1038"/>
          <ac:picMkLst>
            <pc:docMk/>
            <pc:sldMk cId="2770058188" sldId="345"/>
            <ac:picMk id="18" creationId="{A52004FA-5D9B-4DFE-B6CF-83213F6BCCEE}"/>
          </ac:picMkLst>
        </pc:picChg>
        <pc:picChg chg="add mod">
          <ac:chgData name="Choi Jeomki" userId="f1912f8b0928b9f1" providerId="LiveId" clId="{B4B7B63D-7C3A-4F4D-8645-46B1095D79C5}" dt="2019-02-17T22:38:11.946" v="5470" actId="1038"/>
          <ac:picMkLst>
            <pc:docMk/>
            <pc:sldMk cId="2770058188" sldId="345"/>
            <ac:picMk id="19" creationId="{68B2301E-FC41-4025-B5A3-05055B6373BA}"/>
          </ac:picMkLst>
        </pc:picChg>
        <pc:picChg chg="add mod">
          <ac:chgData name="Choi Jeomki" userId="f1912f8b0928b9f1" providerId="LiveId" clId="{B4B7B63D-7C3A-4F4D-8645-46B1095D79C5}" dt="2019-02-17T22:38:11.946" v="5470" actId="1038"/>
          <ac:picMkLst>
            <pc:docMk/>
            <pc:sldMk cId="2770058188" sldId="345"/>
            <ac:picMk id="20" creationId="{9EBB0D19-ADD9-4056-86EF-47D70DCB0EB7}"/>
          </ac:picMkLst>
        </pc:picChg>
      </pc:sldChg>
      <pc:sldChg chg="addSp modSp add">
        <pc:chgData name="Choi Jeomki" userId="f1912f8b0928b9f1" providerId="LiveId" clId="{B4B7B63D-7C3A-4F4D-8645-46B1095D79C5}" dt="2019-02-17T23:33:51.009" v="7813" actId="1036"/>
        <pc:sldMkLst>
          <pc:docMk/>
          <pc:sldMk cId="2559730440" sldId="346"/>
        </pc:sldMkLst>
        <pc:spChg chg="mod">
          <ac:chgData name="Choi Jeomki" userId="f1912f8b0928b9f1" providerId="LiveId" clId="{B4B7B63D-7C3A-4F4D-8645-46B1095D79C5}" dt="2019-02-17T23:26:13.068" v="7499"/>
          <ac:spMkLst>
            <pc:docMk/>
            <pc:sldMk cId="2559730440" sldId="346"/>
            <ac:spMk id="2" creationId="{00000000-0000-0000-0000-000000000000}"/>
          </ac:spMkLst>
        </pc:spChg>
        <pc:spChg chg="mod">
          <ac:chgData name="Choi Jeomki" userId="f1912f8b0928b9f1" providerId="LiveId" clId="{B4B7B63D-7C3A-4F4D-8645-46B1095D79C5}" dt="2019-02-17T23:26:39.903" v="7664"/>
          <ac:spMkLst>
            <pc:docMk/>
            <pc:sldMk cId="2559730440" sldId="346"/>
            <ac:spMk id="3" creationId="{00000000-0000-0000-0000-000000000000}"/>
          </ac:spMkLst>
        </pc:spChg>
        <pc:spChg chg="add mod">
          <ac:chgData name="Choi Jeomki" userId="f1912f8b0928b9f1" providerId="LiveId" clId="{B4B7B63D-7C3A-4F4D-8645-46B1095D79C5}" dt="2019-02-17T23:26:59.436" v="7667" actId="20577"/>
          <ac:spMkLst>
            <pc:docMk/>
            <pc:sldMk cId="2559730440" sldId="346"/>
            <ac:spMk id="5" creationId="{57B1AADE-64F6-497E-A30E-E4D700258759}"/>
          </ac:spMkLst>
        </pc:spChg>
        <pc:spChg chg="mod">
          <ac:chgData name="Choi Jeomki" userId="f1912f8b0928b9f1" providerId="LiveId" clId="{B4B7B63D-7C3A-4F4D-8645-46B1095D79C5}" dt="2019-02-17T23:33:37.811" v="7800"/>
          <ac:spMkLst>
            <pc:docMk/>
            <pc:sldMk cId="2559730440" sldId="346"/>
            <ac:spMk id="9" creationId="{D28E5FA6-C305-4CF8-AB94-309346C8BA31}"/>
          </ac:spMkLst>
        </pc:spChg>
        <pc:grpChg chg="add mod">
          <ac:chgData name="Choi Jeomki" userId="f1912f8b0928b9f1" providerId="LiveId" clId="{B4B7B63D-7C3A-4F4D-8645-46B1095D79C5}" dt="2019-02-17T23:33:51.009" v="7813" actId="1036"/>
          <ac:grpSpMkLst>
            <pc:docMk/>
            <pc:sldMk cId="2559730440" sldId="346"/>
            <ac:grpSpMk id="7" creationId="{7BDCCEA1-97C5-4F00-81E3-624526AA4B48}"/>
          </ac:grpSpMkLst>
        </pc:grpChg>
        <pc:picChg chg="add mod ord">
          <ac:chgData name="Choi Jeomki" userId="f1912f8b0928b9f1" providerId="LiveId" clId="{B4B7B63D-7C3A-4F4D-8645-46B1095D79C5}" dt="2019-02-17T23:25:53.331" v="7461" actId="1076"/>
          <ac:picMkLst>
            <pc:docMk/>
            <pc:sldMk cId="2559730440" sldId="346"/>
            <ac:picMk id="4" creationId="{8261B82C-319A-4D6B-A7FC-9E9CC1A46F38}"/>
          </ac:picMkLst>
        </pc:picChg>
        <pc:picChg chg="add mod ord">
          <ac:chgData name="Choi Jeomki" userId="f1912f8b0928b9f1" providerId="LiveId" clId="{B4B7B63D-7C3A-4F4D-8645-46B1095D79C5}" dt="2019-02-17T23:33:44.229" v="7805" actId="1036"/>
          <ac:picMkLst>
            <pc:docMk/>
            <pc:sldMk cId="2559730440" sldId="346"/>
            <ac:picMk id="6" creationId="{75406C95-6086-4E9F-A358-EB2B15E1B8E2}"/>
          </ac:picMkLst>
        </pc:picChg>
      </pc:sldChg>
    </pc:docChg>
  </pc:docChgLst>
  <pc:docChgLst>
    <pc:chgData name="Choi Jeomki" userId="f1912f8b0928b9f1" providerId="LiveId" clId="{235CD639-E90A-4826-BEFF-64A4EC5DEDCC}"/>
    <pc:docChg chg="modSld">
      <pc:chgData name="Choi Jeomki" userId="f1912f8b0928b9f1" providerId="LiveId" clId="{235CD639-E90A-4826-BEFF-64A4EC5DEDCC}" dt="2019-03-06T08:46:29.176" v="11" actId="20577"/>
      <pc:docMkLst>
        <pc:docMk/>
      </pc:docMkLst>
      <pc:sldChg chg="modSp">
        <pc:chgData name="Choi Jeomki" userId="f1912f8b0928b9f1" providerId="LiveId" clId="{235CD639-E90A-4826-BEFF-64A4EC5DEDCC}" dt="2019-03-06T08:23:38.986" v="1" actId="20577"/>
        <pc:sldMkLst>
          <pc:docMk/>
          <pc:sldMk cId="840601046" sldId="332"/>
        </pc:sldMkLst>
        <pc:spChg chg="mod">
          <ac:chgData name="Choi Jeomki" userId="f1912f8b0928b9f1" providerId="LiveId" clId="{235CD639-E90A-4826-BEFF-64A4EC5DEDCC}" dt="2019-03-06T08:23:38.986" v="1" actId="20577"/>
          <ac:spMkLst>
            <pc:docMk/>
            <pc:sldMk cId="840601046" sldId="332"/>
            <ac:spMk id="11" creationId="{CC1ABB99-DCD8-4D06-9FC9-60A5CD7F5964}"/>
          </ac:spMkLst>
        </pc:spChg>
      </pc:sldChg>
      <pc:sldChg chg="modSp">
        <pc:chgData name="Choi Jeomki" userId="f1912f8b0928b9f1" providerId="LiveId" clId="{235CD639-E90A-4826-BEFF-64A4EC5DEDCC}" dt="2019-03-06T08:26:02.113" v="3" actId="20577"/>
        <pc:sldMkLst>
          <pc:docMk/>
          <pc:sldMk cId="813061635" sldId="340"/>
        </pc:sldMkLst>
        <pc:spChg chg="mod">
          <ac:chgData name="Choi Jeomki" userId="f1912f8b0928b9f1" providerId="LiveId" clId="{235CD639-E90A-4826-BEFF-64A4EC5DEDCC}" dt="2019-03-06T08:26:02.113" v="3" actId="20577"/>
          <ac:spMkLst>
            <pc:docMk/>
            <pc:sldMk cId="813061635" sldId="340"/>
            <ac:spMk id="7" creationId="{A2358C88-1996-4304-959D-8912ED1BC612}"/>
          </ac:spMkLst>
        </pc:spChg>
      </pc:sldChg>
      <pc:sldChg chg="modSp">
        <pc:chgData name="Choi Jeomki" userId="f1912f8b0928b9f1" providerId="LiveId" clId="{235CD639-E90A-4826-BEFF-64A4EC5DEDCC}" dt="2019-03-06T08:35:36.663" v="5" actId="20577"/>
        <pc:sldMkLst>
          <pc:docMk/>
          <pc:sldMk cId="4269991356" sldId="342"/>
        </pc:sldMkLst>
        <pc:spChg chg="mod">
          <ac:chgData name="Choi Jeomki" userId="f1912f8b0928b9f1" providerId="LiveId" clId="{235CD639-E90A-4826-BEFF-64A4EC5DEDCC}" dt="2019-03-06T08:35:36.663" v="5" actId="20577"/>
          <ac:spMkLst>
            <pc:docMk/>
            <pc:sldMk cId="4269991356" sldId="342"/>
            <ac:spMk id="4" creationId="{8BDF7659-5204-44E1-8271-710F359420E7}"/>
          </ac:spMkLst>
        </pc:spChg>
      </pc:sldChg>
      <pc:sldChg chg="modSp">
        <pc:chgData name="Choi Jeomki" userId="f1912f8b0928b9f1" providerId="LiveId" clId="{235CD639-E90A-4826-BEFF-64A4EC5DEDCC}" dt="2019-03-06T08:45:22.616" v="9" actId="20577"/>
        <pc:sldMkLst>
          <pc:docMk/>
          <pc:sldMk cId="834191262" sldId="356"/>
        </pc:sldMkLst>
        <pc:spChg chg="mod">
          <ac:chgData name="Choi Jeomki" userId="f1912f8b0928b9f1" providerId="LiveId" clId="{235CD639-E90A-4826-BEFF-64A4EC5DEDCC}" dt="2019-03-06T08:45:22.616" v="9" actId="20577"/>
          <ac:spMkLst>
            <pc:docMk/>
            <pc:sldMk cId="834191262" sldId="356"/>
            <ac:spMk id="4" creationId="{C3216DDF-9FC0-420F-A33D-EDFE744C3698}"/>
          </ac:spMkLst>
        </pc:spChg>
      </pc:sldChg>
      <pc:sldChg chg="modSp">
        <pc:chgData name="Choi Jeomki" userId="f1912f8b0928b9f1" providerId="LiveId" clId="{235CD639-E90A-4826-BEFF-64A4EC5DEDCC}" dt="2019-03-06T08:46:29.176" v="11" actId="20577"/>
        <pc:sldMkLst>
          <pc:docMk/>
          <pc:sldMk cId="3140825403" sldId="357"/>
        </pc:sldMkLst>
        <pc:spChg chg="mod">
          <ac:chgData name="Choi Jeomki" userId="f1912f8b0928b9f1" providerId="LiveId" clId="{235CD639-E90A-4826-BEFF-64A4EC5DEDCC}" dt="2019-03-06T08:46:29.176" v="11" actId="20577"/>
          <ac:spMkLst>
            <pc:docMk/>
            <pc:sldMk cId="3140825403" sldId="357"/>
            <ac:spMk id="4" creationId="{C3216DDF-9FC0-420F-A33D-EDFE744C369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2020-01-09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953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31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4767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5720586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6879" userDrawn="1">
          <p15:clr>
            <a:srgbClr val="FBAE40"/>
          </p15:clr>
        </p15:guide>
        <p15:guide id="4" orient="horz" pos="4224" userDrawn="1">
          <p15:clr>
            <a:srgbClr val="FBAE40"/>
          </p15:clr>
        </p15:guide>
        <p15:guide id="5" orient="horz" pos="1275" userDrawn="1">
          <p15:clr>
            <a:srgbClr val="FBAE40"/>
          </p15:clr>
        </p15:guide>
        <p15:guide id="6" pos="1028" userDrawn="1">
          <p15:clr>
            <a:srgbClr val="FBAE40"/>
          </p15:clr>
        </p15:guide>
        <p15:guide id="7" pos="6652" userDrawn="1">
          <p15:clr>
            <a:srgbClr val="FBAE40"/>
          </p15:clr>
        </p15:guide>
        <p15:guide id="8" orient="horz" pos="1366" userDrawn="1">
          <p15:clr>
            <a:srgbClr val="FBAE40"/>
          </p15:clr>
        </p15:guide>
        <p15:guide id="9" orient="horz" pos="98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07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08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xmlns="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xmlns="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5431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3" r:id="rId5"/>
    <p:sldLayoutId id="2147483652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6.png"/><Relationship Id="rId4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8.xml"/><Relationship Id="rId7" Type="http://schemas.openxmlformats.org/officeDocument/2006/relationships/image" Target="../media/image9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8.gif"/><Relationship Id="rId11" Type="http://schemas.openxmlformats.org/officeDocument/2006/relationships/image" Target="../media/image12.png"/><Relationship Id="rId5" Type="http://schemas.openxmlformats.org/officeDocument/2006/relationships/slideLayout" Target="../slideLayouts/slideLayout4.xml"/><Relationship Id="rId10" Type="http://schemas.openxmlformats.org/officeDocument/2006/relationships/image" Target="../media/image11.png"/><Relationship Id="rId4" Type="http://schemas.openxmlformats.org/officeDocument/2006/relationships/tags" Target="../tags/tag19.xml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2.xml"/><Relationship Id="rId7" Type="http://schemas.openxmlformats.org/officeDocument/2006/relationships/slideLayout" Target="../slideLayouts/slideLayout4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30.xml"/><Relationship Id="rId7" Type="http://schemas.openxmlformats.org/officeDocument/2006/relationships/image" Target="../media/image16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07886" y="2852777"/>
            <a:ext cx="89725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4. 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분석과제 모델링과 데이터 기본탐색</a:t>
            </a:r>
            <a:endParaRPr lang="ko-KR" altLang="en-US" sz="6600" b="1" spc="-300" dirty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8880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2567079" y="2056310"/>
            <a:ext cx="7764786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분석과제 모델링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1986130" y="2033298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9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0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2567078" y="3173190"/>
            <a:ext cx="7764787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 기본탐색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1986130" y="3153761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35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6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9906000" y="2033298"/>
            <a:ext cx="336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휴먼모음T" panose="02030504000101010101" pitchFamily="18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753714" y="3169652"/>
            <a:ext cx="489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12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휴먼모음T" panose="02030504000101010101" pitchFamily="18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2567078" y="4343177"/>
            <a:ext cx="7764787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시각화탐색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1986130" y="4323748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43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4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58741"/>
              <a:ext cx="4063626" cy="46302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9753716" y="4339639"/>
            <a:ext cx="489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23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33267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4672614" y="2160622"/>
            <a:ext cx="2730876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5" name="그룹 34"/>
          <p:cNvGrpSpPr/>
          <p:nvPr/>
        </p:nvGrpSpPr>
        <p:grpSpPr>
          <a:xfrm>
            <a:off x="4020030" y="2148345"/>
            <a:ext cx="3383460" cy="830997"/>
            <a:chOff x="1996611" y="2003068"/>
            <a:chExt cx="3383460" cy="830997"/>
          </a:xfrm>
        </p:grpSpPr>
        <p:sp>
          <p:nvSpPr>
            <p:cNvPr id="22" name="TextBox 21"/>
            <p:cNvSpPr txBox="1"/>
            <p:nvPr/>
          </p:nvSpPr>
          <p:spPr>
            <a:xfrm>
              <a:off x="2649195" y="2003068"/>
              <a:ext cx="273087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분석과제 모델링</a:t>
              </a: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96611" y="2198928"/>
              <a:ext cx="404758" cy="458789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13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14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39137"/>
                <a:ext cx="4063626" cy="50223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b="1" spc="-300" dirty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36" name="그룹 35"/>
          <p:cNvGrpSpPr/>
          <p:nvPr/>
        </p:nvGrpSpPr>
        <p:grpSpPr>
          <a:xfrm>
            <a:off x="4020030" y="3246480"/>
            <a:ext cx="3389872" cy="830997"/>
            <a:chOff x="1996611" y="3028564"/>
            <a:chExt cx="3389872" cy="830997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96611" y="3224424"/>
              <a:ext cx="404758" cy="458789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26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7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39137"/>
                <a:ext cx="4063626" cy="50223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b="1" spc="-300" dirty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8" name="TextBox 27"/>
            <p:cNvSpPr txBox="1"/>
            <p:nvPr/>
          </p:nvSpPr>
          <p:spPr>
            <a:xfrm>
              <a:off x="2649195" y="3028564"/>
              <a:ext cx="273728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데이터</a:t>
              </a:r>
              <a:r>
                <a:rPr lang="en-US" altLang="ko-KR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기본탐색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4020030" y="454047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32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C02E41DF-A7D7-4963-A7C6-F4B8D3B8002F}"/>
              </a:ext>
            </a:extLst>
          </p:cNvPr>
          <p:cNvSpPr txBox="1"/>
          <p:nvPr/>
        </p:nvSpPr>
        <p:spPr>
          <a:xfrm>
            <a:off x="4672614" y="4344615"/>
            <a:ext cx="3340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800" b="1" spc="-19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 시각화탐색</a:t>
            </a:r>
            <a:endParaRPr lang="ko-KR" altLang="en-US" sz="4800" b="1" spc="-190" dirty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23807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7">
            <a:extLst>
              <a:ext uri="{FF2B5EF4-FFF2-40B4-BE49-F238E27FC236}">
                <a16:creationId xmlns:a16="http://schemas.microsoft.com/office/drawing/2014/main" xmlns="" id="{84EFC290-84FF-4FC5-AC27-DAB6CAF7EB6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15938" y="2852935"/>
            <a:ext cx="4211637" cy="3029605"/>
          </a:xfrm>
          <a:prstGeom prst="rect">
            <a:avLst/>
          </a:prstGeom>
          <a:noFill/>
          <a:ln w="12700" algn="ctr">
            <a:solidFill>
              <a:sysClr val="window" lastClr="FFFFFF">
                <a:lumMod val="75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3" marR="0" lvl="0" indent="-182563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 모델링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모델링이란 문제해결에 관련된 변수를 선별하여 변수간 관계를 구조화된 그림</a:t>
            </a:r>
            <a:r>
              <a:rPr lang="en-US" altLang="ko-KR" dirty="0"/>
              <a:t>(</a:t>
            </a:r>
            <a:r>
              <a:rPr lang="ko-KR" altLang="en-US" dirty="0"/>
              <a:t>모형</a:t>
            </a:r>
            <a:r>
              <a:rPr lang="en-US" altLang="ko-KR" dirty="0"/>
              <a:t>·</a:t>
            </a:r>
            <a:r>
              <a:rPr lang="ko-KR" altLang="en-US" dirty="0"/>
              <a:t>모델</a:t>
            </a:r>
            <a:r>
              <a:rPr lang="en-US" altLang="ko-KR" dirty="0"/>
              <a:t>)</a:t>
            </a:r>
            <a:r>
              <a:rPr lang="ko-KR" altLang="en-US" dirty="0"/>
              <a:t>으로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형상화</a:t>
            </a:r>
            <a:r>
              <a:rPr lang="en-US" altLang="ko-KR" dirty="0"/>
              <a:t>(</a:t>
            </a:r>
            <a:r>
              <a:rPr lang="ko-KR" altLang="en-US" dirty="0"/>
              <a:t>모델링</a:t>
            </a:r>
            <a:r>
              <a:rPr lang="en-US" altLang="ko-KR" dirty="0"/>
              <a:t>·</a:t>
            </a:r>
            <a:r>
              <a:rPr lang="ko-KR" altLang="en-US" dirty="0"/>
              <a:t>모형화</a:t>
            </a:r>
            <a:r>
              <a:rPr lang="en-US" altLang="ko-KR" dirty="0"/>
              <a:t>)</a:t>
            </a:r>
            <a:r>
              <a:rPr lang="ko-KR" altLang="en-US" dirty="0"/>
              <a:t>하는 작업이며</a:t>
            </a:r>
            <a:r>
              <a:rPr lang="en-US" altLang="ko-KR" dirty="0"/>
              <a:t>, </a:t>
            </a:r>
            <a:r>
              <a:rPr lang="ko-KR" altLang="en-US" dirty="0"/>
              <a:t>문제해결 과정</a:t>
            </a:r>
            <a:r>
              <a:rPr lang="en-US" altLang="ko-KR" dirty="0"/>
              <a:t>·</a:t>
            </a:r>
            <a:r>
              <a:rPr lang="ko-KR" altLang="en-US" dirty="0"/>
              <a:t>목표</a:t>
            </a:r>
            <a:r>
              <a:rPr lang="en-US" altLang="ko-KR" dirty="0"/>
              <a:t>, </a:t>
            </a:r>
            <a:r>
              <a:rPr lang="ko-KR" altLang="en-US" dirty="0"/>
              <a:t>자료수집 가공</a:t>
            </a:r>
            <a:r>
              <a:rPr lang="en-US" altLang="ko-KR" dirty="0"/>
              <a:t>·</a:t>
            </a:r>
            <a:r>
              <a:rPr lang="ko-KR" altLang="en-US" dirty="0"/>
              <a:t>처리를 위한 변수들로 구성됨</a:t>
            </a:r>
            <a:endParaRPr lang="en-US" altLang="ko-KR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892318E1-C4C2-4D7B-920C-8BEFD108F922}"/>
              </a:ext>
            </a:extLst>
          </p:cNvPr>
          <p:cNvGrpSpPr/>
          <p:nvPr/>
        </p:nvGrpSpPr>
        <p:grpSpPr>
          <a:xfrm>
            <a:off x="587388" y="2267667"/>
            <a:ext cx="4140187" cy="513261"/>
            <a:chOff x="446098" y="35587"/>
            <a:chExt cx="5611998" cy="513261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xmlns="" id="{3B9E99FE-E575-4E09-A2A1-C3C5F5CE1F82}"/>
                </a:ext>
              </a:extLst>
            </p:cNvPr>
            <p:cNvGrpSpPr/>
            <p:nvPr/>
          </p:nvGrpSpPr>
          <p:grpSpPr>
            <a:xfrm>
              <a:off x="446098" y="35587"/>
              <a:ext cx="5611998" cy="513261"/>
              <a:chOff x="6673389" y="2491579"/>
              <a:chExt cx="4147837" cy="623886"/>
            </a:xfrm>
          </p:grpSpPr>
          <p:sp>
            <p:nvSpPr>
              <p:cNvPr id="7" name="오른쪽 대괄호 8">
                <a:extLst>
                  <a:ext uri="{FF2B5EF4-FFF2-40B4-BE49-F238E27FC236}">
                    <a16:creationId xmlns:a16="http://schemas.microsoft.com/office/drawing/2014/main" xmlns="" id="{C2BC2767-BEDA-4078-A11A-CFC5D3492926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8" name="오른쪽 대괄호 8">
                <a:extLst>
                  <a:ext uri="{FF2B5EF4-FFF2-40B4-BE49-F238E27FC236}">
                    <a16:creationId xmlns:a16="http://schemas.microsoft.com/office/drawing/2014/main" xmlns="" id="{C6131996-A11E-4AF7-AF24-463D8AE76E8D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xmlns="" id="{2DC52E23-0123-4A0C-A59F-00C23FFC92FE}"/>
                </a:ext>
              </a:extLst>
            </p:cNvPr>
            <p:cNvSpPr txBox="1"/>
            <p:nvPr/>
          </p:nvSpPr>
          <p:spPr>
            <a:xfrm>
              <a:off x="993259" y="169107"/>
              <a:ext cx="486260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데이터분석 모델링</a:t>
              </a:r>
              <a:r>
                <a:rPr lang="en-US" altLang="ko-KR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모형화</a:t>
              </a:r>
              <a:r>
                <a:rPr lang="en-US" altLang="ko-KR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</p:txBody>
        </p:sp>
      </p:grpSp>
      <p:sp>
        <p:nvSpPr>
          <p:cNvPr id="30" name="Rectangle 7">
            <a:extLst>
              <a:ext uri="{FF2B5EF4-FFF2-40B4-BE49-F238E27FC236}">
                <a16:creationId xmlns:a16="http://schemas.microsoft.com/office/drawing/2014/main" xmlns="" id="{EC1BD01B-3E20-40BC-B80B-6B56D245701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4110" y="3134005"/>
            <a:ext cx="3891871" cy="1113513"/>
          </a:xfrm>
          <a:prstGeom prst="rect">
            <a:avLst/>
          </a:prstGeom>
          <a:solidFill>
            <a:srgbClr val="EEECE1"/>
          </a:solidFill>
          <a:ln w="12700" algn="ctr">
            <a:solidFill>
              <a:sysClr val="window" lastClr="FFFFFF">
                <a:lumMod val="50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1" marR="0" lvl="0" indent="-182561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모서리가 둥근 직사각형 37">
            <a:extLst>
              <a:ext uri="{FF2B5EF4-FFF2-40B4-BE49-F238E27FC236}">
                <a16:creationId xmlns:a16="http://schemas.microsoft.com/office/drawing/2014/main" xmlns="" id="{AF8F4F65-6788-443D-8E01-F094C74E225E}"/>
              </a:ext>
            </a:extLst>
          </p:cNvPr>
          <p:cNvSpPr/>
          <p:nvPr/>
        </p:nvSpPr>
        <p:spPr bwMode="auto">
          <a:xfrm>
            <a:off x="2121122" y="4830649"/>
            <a:ext cx="1005624" cy="650579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조절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상황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교란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혼동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xmlns="" id="{5266DF7B-A439-4789-9158-641B567E0072}"/>
              </a:ext>
            </a:extLst>
          </p:cNvPr>
          <p:cNvCxnSpPr>
            <a:cxnSpLocks/>
            <a:stCxn id="31" idx="0"/>
            <a:endCxn id="30" idx="2"/>
          </p:cNvCxnSpPr>
          <p:nvPr/>
        </p:nvCxnSpPr>
        <p:spPr bwMode="auto">
          <a:xfrm flipV="1">
            <a:off x="2623934" y="4247518"/>
            <a:ext cx="6112" cy="583131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모서리가 둥근 직사각형 33">
            <a:extLst>
              <a:ext uri="{FF2B5EF4-FFF2-40B4-BE49-F238E27FC236}">
                <a16:creationId xmlns:a16="http://schemas.microsoft.com/office/drawing/2014/main" xmlns="" id="{048A3A4E-1D75-430B-A140-B61422A81F1E}"/>
              </a:ext>
            </a:extLst>
          </p:cNvPr>
          <p:cNvSpPr/>
          <p:nvPr/>
        </p:nvSpPr>
        <p:spPr bwMode="auto">
          <a:xfrm>
            <a:off x="3462096" y="3397940"/>
            <a:ext cx="1005624" cy="650579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성과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반응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결과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종속변수</a:t>
            </a:r>
          </a:p>
        </p:txBody>
      </p:sp>
      <p:sp>
        <p:nvSpPr>
          <p:cNvPr id="34" name="모서리가 둥근 직사각형 35">
            <a:extLst>
              <a:ext uri="{FF2B5EF4-FFF2-40B4-BE49-F238E27FC236}">
                <a16:creationId xmlns:a16="http://schemas.microsoft.com/office/drawing/2014/main" xmlns="" id="{03FAF353-51E3-49B7-BE18-D3D90B0227F7}"/>
              </a:ext>
            </a:extLst>
          </p:cNvPr>
          <p:cNvSpPr/>
          <p:nvPr/>
        </p:nvSpPr>
        <p:spPr bwMode="auto">
          <a:xfrm>
            <a:off x="823110" y="3397940"/>
            <a:ext cx="1005624" cy="650579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영향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투입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예측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설명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b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독립변수</a:t>
            </a:r>
          </a:p>
        </p:txBody>
      </p:sp>
      <p:sp>
        <p:nvSpPr>
          <p:cNvPr id="35" name="모서리가 둥근 직사각형 36">
            <a:extLst>
              <a:ext uri="{FF2B5EF4-FFF2-40B4-BE49-F238E27FC236}">
                <a16:creationId xmlns:a16="http://schemas.microsoft.com/office/drawing/2014/main" xmlns="" id="{F899C42A-B60B-4CB8-A453-90E69818D997}"/>
              </a:ext>
            </a:extLst>
          </p:cNvPr>
          <p:cNvSpPr/>
          <p:nvPr/>
        </p:nvSpPr>
        <p:spPr bwMode="auto">
          <a:xfrm>
            <a:off x="2163027" y="3397940"/>
            <a:ext cx="1005624" cy="650579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매개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xmlns="" id="{D0FC0F50-2F06-4ABD-BFD3-DCE6ABB970BD}"/>
              </a:ext>
            </a:extLst>
          </p:cNvPr>
          <p:cNvCxnSpPr/>
          <p:nvPr/>
        </p:nvCxnSpPr>
        <p:spPr bwMode="auto">
          <a:xfrm>
            <a:off x="3168656" y="3673891"/>
            <a:ext cx="293445" cy="0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xmlns="" id="{9A2790B3-C0F8-4CA4-8D77-0472281FC326}"/>
              </a:ext>
            </a:extLst>
          </p:cNvPr>
          <p:cNvCxnSpPr>
            <a:stCxn id="34" idx="3"/>
            <a:endCxn id="35" idx="1"/>
          </p:cNvCxnSpPr>
          <p:nvPr/>
        </p:nvCxnSpPr>
        <p:spPr bwMode="auto">
          <a:xfrm>
            <a:off x="1828734" y="3723230"/>
            <a:ext cx="334293" cy="0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모서리가 둥근 직사각형 30">
            <a:extLst>
              <a:ext uri="{FF2B5EF4-FFF2-40B4-BE49-F238E27FC236}">
                <a16:creationId xmlns:a16="http://schemas.microsoft.com/office/drawing/2014/main" xmlns="" id="{8CEDA4A8-C3B6-43AE-A6AC-63E21ACE1EC3}"/>
              </a:ext>
            </a:extLst>
          </p:cNvPr>
          <p:cNvSpPr/>
          <p:nvPr/>
        </p:nvSpPr>
        <p:spPr bwMode="auto">
          <a:xfrm>
            <a:off x="3476602" y="4808919"/>
            <a:ext cx="1005624" cy="650579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외생변수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xmlns="" id="{4C709669-E648-4A18-B248-133B6048A5FB}"/>
              </a:ext>
            </a:extLst>
          </p:cNvPr>
          <p:cNvGrpSpPr/>
          <p:nvPr/>
        </p:nvGrpSpPr>
        <p:grpSpPr>
          <a:xfrm>
            <a:off x="692348" y="6089403"/>
            <a:ext cx="3891871" cy="525322"/>
            <a:chOff x="623392" y="5985284"/>
            <a:chExt cx="4150500" cy="525322"/>
          </a:xfrm>
        </p:grpSpPr>
        <p:sp>
          <p:nvSpPr>
            <p:cNvPr id="40" name="모서리가 둥근 직사각형 49">
              <a:extLst>
                <a:ext uri="{FF2B5EF4-FFF2-40B4-BE49-F238E27FC236}">
                  <a16:creationId xmlns:a16="http://schemas.microsoft.com/office/drawing/2014/main" xmlns="" id="{BC914AB2-3400-4A43-A456-AF7E2601A1B5}"/>
                </a:ext>
              </a:extLst>
            </p:cNvPr>
            <p:cNvSpPr/>
            <p:nvPr/>
          </p:nvSpPr>
          <p:spPr bwMode="auto">
            <a:xfrm>
              <a:off x="3844918" y="5985284"/>
              <a:ext cx="928974" cy="515630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C0504D"/>
              </a:solidFill>
              <a:prstDash val="solid"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대리변수</a:t>
              </a:r>
            </a:p>
          </p:txBody>
        </p:sp>
        <p:sp>
          <p:nvSpPr>
            <p:cNvPr id="41" name="모서리가 둥근 직사각형 50">
              <a:extLst>
                <a:ext uri="{FF2B5EF4-FFF2-40B4-BE49-F238E27FC236}">
                  <a16:creationId xmlns:a16="http://schemas.microsoft.com/office/drawing/2014/main" xmlns="" id="{6825EEDB-D314-4349-BBD6-03ECE199681F}"/>
                </a:ext>
              </a:extLst>
            </p:cNvPr>
            <p:cNvSpPr/>
            <p:nvPr/>
          </p:nvSpPr>
          <p:spPr bwMode="auto">
            <a:xfrm>
              <a:off x="2771076" y="5994976"/>
              <a:ext cx="928974" cy="515630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C0504D"/>
              </a:solidFill>
              <a:prstDash val="solid"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파생변수</a:t>
              </a:r>
            </a:p>
          </p:txBody>
        </p:sp>
        <p:sp>
          <p:nvSpPr>
            <p:cNvPr id="42" name="모서리가 둥근 직사각형 51">
              <a:extLst>
                <a:ext uri="{FF2B5EF4-FFF2-40B4-BE49-F238E27FC236}">
                  <a16:creationId xmlns:a16="http://schemas.microsoft.com/office/drawing/2014/main" xmlns="" id="{5D3F8089-CEE5-4CC2-942A-2E856D71EEB8}"/>
                </a:ext>
              </a:extLst>
            </p:cNvPr>
            <p:cNvSpPr/>
            <p:nvPr/>
          </p:nvSpPr>
          <p:spPr bwMode="auto">
            <a:xfrm>
              <a:off x="623392" y="5994976"/>
              <a:ext cx="928974" cy="515630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C0504D"/>
              </a:solidFill>
              <a:prstDash val="solid"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일반변수</a:t>
              </a:r>
            </a:p>
          </p:txBody>
        </p:sp>
        <p:sp>
          <p:nvSpPr>
            <p:cNvPr id="43" name="모서리가 둥근 직사각형 52">
              <a:extLst>
                <a:ext uri="{FF2B5EF4-FFF2-40B4-BE49-F238E27FC236}">
                  <a16:creationId xmlns:a16="http://schemas.microsoft.com/office/drawing/2014/main" xmlns="" id="{35A59A0B-22F1-4A11-AC06-0D3D10FD8ADA}"/>
                </a:ext>
              </a:extLst>
            </p:cNvPr>
            <p:cNvSpPr/>
            <p:nvPr/>
          </p:nvSpPr>
          <p:spPr bwMode="auto">
            <a:xfrm>
              <a:off x="1697234" y="5994976"/>
              <a:ext cx="928974" cy="515630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C0504D"/>
              </a:solidFill>
              <a:prstDash val="solid"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요약변수</a:t>
              </a:r>
            </a:p>
          </p:txBody>
        </p:sp>
      </p:grpSp>
      <p:sp>
        <p:nvSpPr>
          <p:cNvPr id="44" name="Rectangle 26">
            <a:extLst>
              <a:ext uri="{FF2B5EF4-FFF2-40B4-BE49-F238E27FC236}">
                <a16:creationId xmlns:a16="http://schemas.microsoft.com/office/drawing/2014/main" xmlns="" id="{98EDB9A7-70F1-41B8-BFBA-ED7235EDC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210" y="3281180"/>
            <a:ext cx="252000" cy="252000"/>
          </a:xfrm>
          <a:prstGeom prst="rect">
            <a:avLst/>
          </a:prstGeom>
          <a:solidFill>
            <a:srgbClr val="FFC000"/>
          </a:solidFill>
          <a:ln w="9525" algn="ctr">
            <a:solidFill>
              <a:sysClr val="window" lastClr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</a:p>
        </p:txBody>
      </p:sp>
      <p:sp>
        <p:nvSpPr>
          <p:cNvPr id="45" name="Rectangle 26">
            <a:extLst>
              <a:ext uri="{FF2B5EF4-FFF2-40B4-BE49-F238E27FC236}">
                <a16:creationId xmlns:a16="http://schemas.microsoft.com/office/drawing/2014/main" xmlns="" id="{317E7B35-81BD-4066-9BCC-627AD2092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2108" y="4701705"/>
            <a:ext cx="252000" cy="252000"/>
          </a:xfrm>
          <a:prstGeom prst="rect">
            <a:avLst/>
          </a:prstGeom>
          <a:solidFill>
            <a:srgbClr val="FFC000"/>
          </a:solidFill>
          <a:ln w="9525" algn="ctr">
            <a:solidFill>
              <a:sysClr val="window" lastClr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</a:p>
        </p:txBody>
      </p:sp>
      <p:sp>
        <p:nvSpPr>
          <p:cNvPr id="46" name="Rectangle 26">
            <a:extLst>
              <a:ext uri="{FF2B5EF4-FFF2-40B4-BE49-F238E27FC236}">
                <a16:creationId xmlns:a16="http://schemas.microsoft.com/office/drawing/2014/main" xmlns="" id="{AEA63388-7290-43AD-92F0-2148D6284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6555" y="3281180"/>
            <a:ext cx="252000" cy="252000"/>
          </a:xfrm>
          <a:prstGeom prst="rect">
            <a:avLst/>
          </a:prstGeom>
          <a:solidFill>
            <a:srgbClr val="FFC000"/>
          </a:solidFill>
          <a:ln w="9525" algn="ctr">
            <a:solidFill>
              <a:sysClr val="window" lastClr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</a:p>
        </p:txBody>
      </p:sp>
      <p:sp>
        <p:nvSpPr>
          <p:cNvPr id="47" name="Rectangle 26">
            <a:extLst>
              <a:ext uri="{FF2B5EF4-FFF2-40B4-BE49-F238E27FC236}">
                <a16:creationId xmlns:a16="http://schemas.microsoft.com/office/drawing/2014/main" xmlns="" id="{AB8E904A-3FFD-4A65-BBC8-88CA6E27A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1083" y="3281180"/>
            <a:ext cx="252000" cy="252000"/>
          </a:xfrm>
          <a:prstGeom prst="rect">
            <a:avLst/>
          </a:prstGeom>
          <a:solidFill>
            <a:srgbClr val="FFC000"/>
          </a:solidFill>
          <a:ln w="9525" algn="ctr">
            <a:solidFill>
              <a:sysClr val="window" lastClr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</a:p>
        </p:txBody>
      </p:sp>
      <p:sp>
        <p:nvSpPr>
          <p:cNvPr id="48" name="Rectangle 26">
            <a:extLst>
              <a:ext uri="{FF2B5EF4-FFF2-40B4-BE49-F238E27FC236}">
                <a16:creationId xmlns:a16="http://schemas.microsoft.com/office/drawing/2014/main" xmlns="" id="{2F40AC3F-5633-4CB0-B21E-7A0E51716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8538" y="4701705"/>
            <a:ext cx="252000" cy="252000"/>
          </a:xfrm>
          <a:prstGeom prst="rect">
            <a:avLst/>
          </a:prstGeom>
          <a:solidFill>
            <a:srgbClr val="FFC000"/>
          </a:solidFill>
          <a:ln w="9525" algn="ctr">
            <a:solidFill>
              <a:sysClr val="window" lastClr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</a:t>
            </a:r>
          </a:p>
        </p:txBody>
      </p:sp>
      <p:sp>
        <p:nvSpPr>
          <p:cNvPr id="50" name="모서리가 둥근 직사각형 33">
            <a:extLst>
              <a:ext uri="{FF2B5EF4-FFF2-40B4-BE49-F238E27FC236}">
                <a16:creationId xmlns:a16="http://schemas.microsoft.com/office/drawing/2014/main" xmlns="" id="{68FFEBA2-65FF-42CF-81CD-6C947A925D7D}"/>
              </a:ext>
            </a:extLst>
          </p:cNvPr>
          <p:cNvSpPr/>
          <p:nvPr/>
        </p:nvSpPr>
        <p:spPr bwMode="auto">
          <a:xfrm>
            <a:off x="6200225" y="3872445"/>
            <a:ext cx="1119911" cy="351193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매개변수</a:t>
            </a:r>
          </a:p>
        </p:txBody>
      </p:sp>
      <p:sp>
        <p:nvSpPr>
          <p:cNvPr id="51" name="모서리가 둥근 직사각형 33">
            <a:extLst>
              <a:ext uri="{FF2B5EF4-FFF2-40B4-BE49-F238E27FC236}">
                <a16:creationId xmlns:a16="http://schemas.microsoft.com/office/drawing/2014/main" xmlns="" id="{528CAC72-B624-47A5-A828-B1510F0906DA}"/>
              </a:ext>
            </a:extLst>
          </p:cNvPr>
          <p:cNvSpPr/>
          <p:nvPr/>
        </p:nvSpPr>
        <p:spPr bwMode="auto">
          <a:xfrm>
            <a:off x="6200225" y="2276475"/>
            <a:ext cx="1119911" cy="351193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성과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반응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결과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종속변수</a:t>
            </a:r>
          </a:p>
        </p:txBody>
      </p:sp>
      <p:sp>
        <p:nvSpPr>
          <p:cNvPr id="52" name="모서리가 둥근 직사각형 33">
            <a:extLst>
              <a:ext uri="{FF2B5EF4-FFF2-40B4-BE49-F238E27FC236}">
                <a16:creationId xmlns:a16="http://schemas.microsoft.com/office/drawing/2014/main" xmlns="" id="{7F9A3159-B26A-4C0A-AD9E-18CE9C4F6C2D}"/>
              </a:ext>
            </a:extLst>
          </p:cNvPr>
          <p:cNvSpPr/>
          <p:nvPr/>
        </p:nvSpPr>
        <p:spPr bwMode="auto">
          <a:xfrm>
            <a:off x="6200225" y="2808465"/>
            <a:ext cx="1119911" cy="351193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영향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투입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예측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설명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독립변수</a:t>
            </a:r>
          </a:p>
        </p:txBody>
      </p:sp>
      <p:sp>
        <p:nvSpPr>
          <p:cNvPr id="53" name="모서리가 둥근 직사각형 33">
            <a:extLst>
              <a:ext uri="{FF2B5EF4-FFF2-40B4-BE49-F238E27FC236}">
                <a16:creationId xmlns:a16="http://schemas.microsoft.com/office/drawing/2014/main" xmlns="" id="{F48CE33C-F76D-4384-9D6C-20433801C637}"/>
              </a:ext>
            </a:extLst>
          </p:cNvPr>
          <p:cNvSpPr/>
          <p:nvPr/>
        </p:nvSpPr>
        <p:spPr bwMode="auto">
          <a:xfrm>
            <a:off x="6200225" y="3340455"/>
            <a:ext cx="1119911" cy="351193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조절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상황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교란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혼동변수</a:t>
            </a:r>
          </a:p>
        </p:txBody>
      </p:sp>
      <p:sp>
        <p:nvSpPr>
          <p:cNvPr id="54" name="모서리가 둥근 직사각형 33">
            <a:extLst>
              <a:ext uri="{FF2B5EF4-FFF2-40B4-BE49-F238E27FC236}">
                <a16:creationId xmlns:a16="http://schemas.microsoft.com/office/drawing/2014/main" xmlns="" id="{BEB760B7-5B05-4F57-BF59-23498A1F0437}"/>
              </a:ext>
            </a:extLst>
          </p:cNvPr>
          <p:cNvSpPr/>
          <p:nvPr/>
        </p:nvSpPr>
        <p:spPr bwMode="auto">
          <a:xfrm>
            <a:off x="6200225" y="4404434"/>
            <a:ext cx="1119911" cy="351193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외생변수</a:t>
            </a:r>
          </a:p>
        </p:txBody>
      </p:sp>
      <p:sp>
        <p:nvSpPr>
          <p:cNvPr id="55" name="모서리가 둥근 직사각형 33">
            <a:extLst>
              <a:ext uri="{FF2B5EF4-FFF2-40B4-BE49-F238E27FC236}">
                <a16:creationId xmlns:a16="http://schemas.microsoft.com/office/drawing/2014/main" xmlns="" id="{30720AB3-B159-427D-A528-F5EDDD77CD74}"/>
              </a:ext>
            </a:extLst>
          </p:cNvPr>
          <p:cNvSpPr/>
          <p:nvPr/>
        </p:nvSpPr>
        <p:spPr bwMode="auto">
          <a:xfrm>
            <a:off x="6200225" y="4963395"/>
            <a:ext cx="1119911" cy="351193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일반변수</a:t>
            </a:r>
          </a:p>
        </p:txBody>
      </p:sp>
      <p:sp>
        <p:nvSpPr>
          <p:cNvPr id="56" name="모서리가 둥근 직사각형 33">
            <a:extLst>
              <a:ext uri="{FF2B5EF4-FFF2-40B4-BE49-F238E27FC236}">
                <a16:creationId xmlns:a16="http://schemas.microsoft.com/office/drawing/2014/main" xmlns="" id="{986D403B-CDC0-45EC-828D-15B4C47BDBBC}"/>
              </a:ext>
            </a:extLst>
          </p:cNvPr>
          <p:cNvSpPr/>
          <p:nvPr/>
        </p:nvSpPr>
        <p:spPr bwMode="auto">
          <a:xfrm>
            <a:off x="6200225" y="5427066"/>
            <a:ext cx="1119911" cy="351193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요약변수</a:t>
            </a:r>
          </a:p>
        </p:txBody>
      </p:sp>
      <p:sp>
        <p:nvSpPr>
          <p:cNvPr id="57" name="모서리가 둥근 직사각형 33">
            <a:extLst>
              <a:ext uri="{FF2B5EF4-FFF2-40B4-BE49-F238E27FC236}">
                <a16:creationId xmlns:a16="http://schemas.microsoft.com/office/drawing/2014/main" xmlns="" id="{40A8CA31-49BC-46F3-A29E-B5144C773704}"/>
              </a:ext>
            </a:extLst>
          </p:cNvPr>
          <p:cNvSpPr/>
          <p:nvPr/>
        </p:nvSpPr>
        <p:spPr bwMode="auto">
          <a:xfrm>
            <a:off x="6200225" y="5890737"/>
            <a:ext cx="1119911" cy="351193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파생변수</a:t>
            </a:r>
          </a:p>
        </p:txBody>
      </p:sp>
      <p:sp>
        <p:nvSpPr>
          <p:cNvPr id="58" name="모서리가 둥근 직사각형 33">
            <a:extLst>
              <a:ext uri="{FF2B5EF4-FFF2-40B4-BE49-F238E27FC236}">
                <a16:creationId xmlns:a16="http://schemas.microsoft.com/office/drawing/2014/main" xmlns="" id="{9EB7C5BA-D912-46D1-8C3E-FAC6ABD8D557}"/>
              </a:ext>
            </a:extLst>
          </p:cNvPr>
          <p:cNvSpPr/>
          <p:nvPr/>
        </p:nvSpPr>
        <p:spPr bwMode="auto">
          <a:xfrm>
            <a:off x="6200225" y="6354407"/>
            <a:ext cx="1119911" cy="351193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대리변수</a:t>
            </a:r>
          </a:p>
        </p:txBody>
      </p:sp>
      <p:sp>
        <p:nvSpPr>
          <p:cNvPr id="60" name="오른쪽 중괄호 59">
            <a:extLst>
              <a:ext uri="{FF2B5EF4-FFF2-40B4-BE49-F238E27FC236}">
                <a16:creationId xmlns:a16="http://schemas.microsoft.com/office/drawing/2014/main" xmlns="" id="{DE2133D6-6464-47A0-96CC-EF220A91F669}"/>
              </a:ext>
            </a:extLst>
          </p:cNvPr>
          <p:cNvSpPr/>
          <p:nvPr/>
        </p:nvSpPr>
        <p:spPr bwMode="auto">
          <a:xfrm rot="10800000">
            <a:off x="5865058" y="2276475"/>
            <a:ext cx="261857" cy="2425230"/>
          </a:xfrm>
          <a:prstGeom prst="rightBrac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1" name="오른쪽 중괄호 60">
            <a:extLst>
              <a:ext uri="{FF2B5EF4-FFF2-40B4-BE49-F238E27FC236}">
                <a16:creationId xmlns:a16="http://schemas.microsoft.com/office/drawing/2014/main" xmlns="" id="{703C0CA2-D2CE-4019-98A3-37B8E542B15D}"/>
              </a:ext>
            </a:extLst>
          </p:cNvPr>
          <p:cNvSpPr/>
          <p:nvPr/>
        </p:nvSpPr>
        <p:spPr bwMode="auto">
          <a:xfrm rot="10800000">
            <a:off x="5867190" y="4989894"/>
            <a:ext cx="261857" cy="1715706"/>
          </a:xfrm>
          <a:prstGeom prst="rightBrac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E7C900B9-ACF9-4E47-8542-2982DC5C5392}"/>
              </a:ext>
            </a:extLst>
          </p:cNvPr>
          <p:cNvSpPr txBox="1"/>
          <p:nvPr/>
        </p:nvSpPr>
        <p:spPr>
          <a:xfrm>
            <a:off x="7380445" y="4348628"/>
            <a:ext cx="3539968" cy="4339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1200"/>
              </a:spcAft>
              <a:buSzPct val="80000"/>
              <a:buBlip>
                <a:blip r:embed="rId5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연구자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분석가가 시간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인력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노력을 들여서 통제할 수 없는 불가항력적인 변수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xmlns="" id="{27483BD7-B445-4F16-BDE1-DEE6A8067D0A}"/>
              </a:ext>
            </a:extLst>
          </p:cNvPr>
          <p:cNvSpPr txBox="1"/>
          <p:nvPr/>
        </p:nvSpPr>
        <p:spPr>
          <a:xfrm>
            <a:off x="7380445" y="2213102"/>
            <a:ext cx="3539968" cy="4339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1200"/>
              </a:spcAft>
              <a:buSzPct val="80000"/>
              <a:buBlip>
                <a:blip r:embed="rId5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분석을 하는 궁극적인 이유와 목표에 해당하는 변수로서 적정기준보다 높거나 낮아서 문제가 발생함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xmlns="" id="{75C95CC4-A2AB-478C-8D86-C28069C6ED37}"/>
              </a:ext>
            </a:extLst>
          </p:cNvPr>
          <p:cNvSpPr txBox="1"/>
          <p:nvPr/>
        </p:nvSpPr>
        <p:spPr>
          <a:xfrm>
            <a:off x="7380445" y="2746983"/>
            <a:ext cx="3539968" cy="4339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1200"/>
              </a:spcAft>
              <a:buSzPct val="80000"/>
              <a:buBlip>
                <a:blip r:embed="rId5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종속변수의 상태를 적정기준보다 높거나 낮게 만들어 문제상황을 발생시키는 원인이 되는 변수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F73EE2E2-BA53-430C-9A4D-E6809DD07FB5}"/>
              </a:ext>
            </a:extLst>
          </p:cNvPr>
          <p:cNvSpPr txBox="1"/>
          <p:nvPr/>
        </p:nvSpPr>
        <p:spPr>
          <a:xfrm>
            <a:off x="7380445" y="3280864"/>
            <a:ext cx="3539968" cy="4339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1200"/>
              </a:spcAft>
              <a:buSzPct val="80000"/>
              <a:buBlip>
                <a:blip r:embed="rId5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독립변수와 종속변수 간의 관계를 특정한 조건일 때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관계의 강도나 방향을 변화시키는 변수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99C63CB4-9EAE-4DE1-9307-05D2F670F06E}"/>
              </a:ext>
            </a:extLst>
          </p:cNvPr>
          <p:cNvSpPr txBox="1"/>
          <p:nvPr/>
        </p:nvSpPr>
        <p:spPr>
          <a:xfrm>
            <a:off x="7380445" y="3814745"/>
            <a:ext cx="3539968" cy="4339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1200"/>
              </a:spcAft>
              <a:buSzPct val="80000"/>
              <a:buBlip>
                <a:blip r:embed="rId5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독립변수와 종속변수 간에 직접적인 관계 사이에 작용하여 일종의 연결역할을 하는 변수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DEF15B4F-86C3-4761-B9C6-AB6358C81B64}"/>
              </a:ext>
            </a:extLst>
          </p:cNvPr>
          <p:cNvSpPr txBox="1"/>
          <p:nvPr/>
        </p:nvSpPr>
        <p:spPr>
          <a:xfrm>
            <a:off x="7380445" y="4905164"/>
            <a:ext cx="3539968" cy="4339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1200"/>
              </a:spcAft>
              <a:buSzPct val="80000"/>
              <a:buBlip>
                <a:blip r:embed="rId5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고객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제품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시설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정책 등 분석대상에 대한 사실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상태를 측정한 값을 가진 변수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E7A6A536-DC32-4A66-89CF-8BFBFBBEBD50}"/>
              </a:ext>
            </a:extLst>
          </p:cNvPr>
          <p:cNvSpPr txBox="1"/>
          <p:nvPr/>
        </p:nvSpPr>
        <p:spPr>
          <a:xfrm>
            <a:off x="7380445" y="5836688"/>
            <a:ext cx="3539968" cy="4339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1200"/>
              </a:spcAft>
              <a:buSzPct val="80000"/>
              <a:buBlip>
                <a:blip r:embed="rId5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직간접적으로 수집한 변수들 중에서 상호관련성을 고려하여 만들어낸 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별도 변수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xmlns="" id="{89B935AA-7887-494A-A916-C8CB83DD370B}"/>
              </a:ext>
            </a:extLst>
          </p:cNvPr>
          <p:cNvSpPr txBox="1"/>
          <p:nvPr/>
        </p:nvSpPr>
        <p:spPr>
          <a:xfrm>
            <a:off x="7380445" y="6280068"/>
            <a:ext cx="3539968" cy="4339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1200"/>
              </a:spcAft>
              <a:buSzPct val="80000"/>
              <a:buBlip>
                <a:blip r:embed="rId5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특정변수에 대한 직접적인 자료수집이 어려워 간접적으로 유추해 볼 수 있는 값을 가진 변수 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4489AA2D-3C91-4C92-8878-5669906C3C15}"/>
              </a:ext>
            </a:extLst>
          </p:cNvPr>
          <p:cNvSpPr txBox="1"/>
          <p:nvPr/>
        </p:nvSpPr>
        <p:spPr>
          <a:xfrm>
            <a:off x="7380445" y="5356740"/>
            <a:ext cx="3539968" cy="4339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1200"/>
              </a:spcAft>
              <a:buSzPct val="80000"/>
              <a:buBlip>
                <a:blip r:embed="rId5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적절한 가공을 통해서 분석대상의 특성을 대표적인 수치로 요약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집계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정리한 값을 가진 변수</a:t>
            </a: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xmlns="" id="{13E2DDA2-0461-4B86-9ED0-116FE776DB8D}"/>
              </a:ext>
            </a:extLst>
          </p:cNvPr>
          <p:cNvCxnSpPr>
            <a:cxnSpLocks/>
          </p:cNvCxnSpPr>
          <p:nvPr/>
        </p:nvCxnSpPr>
        <p:spPr bwMode="auto">
          <a:xfrm>
            <a:off x="7652410" y="3224266"/>
            <a:ext cx="3268003" cy="0"/>
          </a:xfrm>
          <a:prstGeom prst="line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xmlns="" id="{B0650B19-C985-4C7F-B3B1-AF7341F070BE}"/>
              </a:ext>
            </a:extLst>
          </p:cNvPr>
          <p:cNvCxnSpPr>
            <a:cxnSpLocks/>
          </p:cNvCxnSpPr>
          <p:nvPr/>
        </p:nvCxnSpPr>
        <p:spPr bwMode="auto">
          <a:xfrm>
            <a:off x="7652410" y="3766460"/>
            <a:ext cx="3268003" cy="0"/>
          </a:xfrm>
          <a:prstGeom prst="line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xmlns="" id="{0B6968B8-CCE4-4EC9-A38E-A139A1183187}"/>
              </a:ext>
            </a:extLst>
          </p:cNvPr>
          <p:cNvCxnSpPr>
            <a:cxnSpLocks/>
          </p:cNvCxnSpPr>
          <p:nvPr/>
        </p:nvCxnSpPr>
        <p:spPr bwMode="auto">
          <a:xfrm>
            <a:off x="7652410" y="4287910"/>
            <a:ext cx="3268003" cy="0"/>
          </a:xfrm>
          <a:prstGeom prst="line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xmlns="" id="{1015C660-6DE4-432F-A810-94B9A6D0DF03}"/>
              </a:ext>
            </a:extLst>
          </p:cNvPr>
          <p:cNvCxnSpPr>
            <a:cxnSpLocks/>
          </p:cNvCxnSpPr>
          <p:nvPr/>
        </p:nvCxnSpPr>
        <p:spPr bwMode="auto">
          <a:xfrm>
            <a:off x="7652410" y="6284606"/>
            <a:ext cx="3268003" cy="0"/>
          </a:xfrm>
          <a:prstGeom prst="line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xmlns="" id="{284632E0-168E-473E-928C-5055CEE570B7}"/>
              </a:ext>
            </a:extLst>
          </p:cNvPr>
          <p:cNvCxnSpPr>
            <a:cxnSpLocks/>
          </p:cNvCxnSpPr>
          <p:nvPr/>
        </p:nvCxnSpPr>
        <p:spPr bwMode="auto">
          <a:xfrm>
            <a:off x="7652410" y="5805264"/>
            <a:ext cx="3268003" cy="0"/>
          </a:xfrm>
          <a:prstGeom prst="line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xmlns="" id="{5DBB89DB-40E2-460A-BFC8-79319E7BB136}"/>
              </a:ext>
            </a:extLst>
          </p:cNvPr>
          <p:cNvCxnSpPr>
            <a:cxnSpLocks/>
          </p:cNvCxnSpPr>
          <p:nvPr/>
        </p:nvCxnSpPr>
        <p:spPr bwMode="auto">
          <a:xfrm>
            <a:off x="7652410" y="5364978"/>
            <a:ext cx="3268003" cy="0"/>
          </a:xfrm>
          <a:prstGeom prst="line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xmlns="" id="{2ADA9E54-29ED-4407-AA54-2E6A54CAB85D}"/>
              </a:ext>
            </a:extLst>
          </p:cNvPr>
          <p:cNvCxnSpPr>
            <a:cxnSpLocks/>
          </p:cNvCxnSpPr>
          <p:nvPr/>
        </p:nvCxnSpPr>
        <p:spPr bwMode="auto">
          <a:xfrm>
            <a:off x="6200225" y="4852684"/>
            <a:ext cx="4720188" cy="0"/>
          </a:xfrm>
          <a:prstGeom prst="line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0" name="그룹 79">
            <a:extLst>
              <a:ext uri="{FF2B5EF4-FFF2-40B4-BE49-F238E27FC236}">
                <a16:creationId xmlns:a16="http://schemas.microsoft.com/office/drawing/2014/main" xmlns="" id="{E63A3024-0042-4834-ABFB-F2D59026966F}"/>
              </a:ext>
            </a:extLst>
          </p:cNvPr>
          <p:cNvGrpSpPr/>
          <p:nvPr/>
        </p:nvGrpSpPr>
        <p:grpSpPr>
          <a:xfrm>
            <a:off x="5089562" y="3101053"/>
            <a:ext cx="792000" cy="792000"/>
            <a:chOff x="621298" y="2144493"/>
            <a:chExt cx="879393" cy="859970"/>
          </a:xfrm>
        </p:grpSpPr>
        <p:sp>
          <p:nvSpPr>
            <p:cNvPr id="81" name="Rectangle 78">
              <a:extLst>
                <a:ext uri="{FF2B5EF4-FFF2-40B4-BE49-F238E27FC236}">
                  <a16:creationId xmlns:a16="http://schemas.microsoft.com/office/drawing/2014/main" xmlns="" id="{69119A1B-683D-416A-A30B-F08F50C722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298" y="2144493"/>
              <a:ext cx="879393" cy="859970"/>
            </a:xfrm>
            <a:prstGeom prst="ellipse">
              <a:avLst/>
            </a:prstGeom>
            <a:gradFill flip="none" rotWithShape="1">
              <a:gsLst>
                <a:gs pos="50000">
                  <a:srgbClr val="6792C5"/>
                </a:gs>
                <a:gs pos="51000">
                  <a:srgbClr val="A4BDDC"/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22000"/>
                </a:prstClr>
              </a:outerShdw>
            </a:effectLst>
          </p:spPr>
          <p:txBody>
            <a:bodyPr wrap="none" anchor="ctr"/>
            <a:lstStyle/>
            <a:p>
              <a:pPr marL="339725" marR="0" lvl="0" indent="-339725" algn="ctr" defTabSz="1042988" eaLnBrk="0" fontAlgn="auto" latinLnBrk="0" hangingPunct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292929"/>
                </a:buClr>
                <a:buSzPct val="100000"/>
                <a:buFontTx/>
                <a:buNone/>
                <a:tabLst>
                  <a:tab pos="5648325" algn="l"/>
                </a:tabLst>
                <a:defRPr/>
              </a:pPr>
              <a:endPara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sym typeface="Monotype Sorts"/>
              </a:endParaRPr>
            </a:p>
          </p:txBody>
        </p:sp>
        <p:sp>
          <p:nvSpPr>
            <p:cNvPr id="82" name="Rectangle 78">
              <a:extLst>
                <a:ext uri="{FF2B5EF4-FFF2-40B4-BE49-F238E27FC236}">
                  <a16:creationId xmlns:a16="http://schemas.microsoft.com/office/drawing/2014/main" xmlns="" id="{EA2134C0-3722-495B-A5EC-67EA2B1C3D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24" y="2214048"/>
              <a:ext cx="737138" cy="720857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문제해결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/>
              </a:r>
              <a:b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</a:b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과정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·</a:t>
              </a: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목표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/>
              </a:r>
              <a:b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</a:b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변수</a:t>
              </a: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xmlns="" id="{0C6EC2AD-3818-4760-9471-98C3880DD894}"/>
              </a:ext>
            </a:extLst>
          </p:cNvPr>
          <p:cNvGrpSpPr/>
          <p:nvPr/>
        </p:nvGrpSpPr>
        <p:grpSpPr>
          <a:xfrm>
            <a:off x="5089562" y="5445224"/>
            <a:ext cx="792000" cy="792000"/>
            <a:chOff x="621298" y="2144493"/>
            <a:chExt cx="879393" cy="859970"/>
          </a:xfrm>
        </p:grpSpPr>
        <p:sp>
          <p:nvSpPr>
            <p:cNvPr id="84" name="Rectangle 78">
              <a:extLst>
                <a:ext uri="{FF2B5EF4-FFF2-40B4-BE49-F238E27FC236}">
                  <a16:creationId xmlns:a16="http://schemas.microsoft.com/office/drawing/2014/main" xmlns="" id="{12201C34-6595-4008-B590-CC9430727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298" y="2144493"/>
              <a:ext cx="879393" cy="859970"/>
            </a:xfrm>
            <a:prstGeom prst="ellipse">
              <a:avLst/>
            </a:prstGeom>
            <a:gradFill flip="none" rotWithShape="1">
              <a:gsLst>
                <a:gs pos="50000">
                  <a:srgbClr val="6792C5"/>
                </a:gs>
                <a:gs pos="51000">
                  <a:srgbClr val="A4BDDC"/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22000"/>
                </a:prstClr>
              </a:outerShdw>
            </a:effectLst>
          </p:spPr>
          <p:txBody>
            <a:bodyPr wrap="none" anchor="ctr"/>
            <a:lstStyle/>
            <a:p>
              <a:pPr marL="339725" marR="0" lvl="0" indent="-339725" algn="ctr" defTabSz="1042988" eaLnBrk="0" fontAlgn="auto" latinLnBrk="0" hangingPunct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292929"/>
                </a:buClr>
                <a:buSzPct val="100000"/>
                <a:buFontTx/>
                <a:buNone/>
                <a:tabLst>
                  <a:tab pos="5648325" algn="l"/>
                </a:tabLst>
                <a:defRPr/>
              </a:pPr>
              <a:endPara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sym typeface="Monotype Sorts"/>
              </a:endParaRPr>
            </a:p>
          </p:txBody>
        </p:sp>
        <p:sp>
          <p:nvSpPr>
            <p:cNvPr id="85" name="Rectangle 78">
              <a:extLst>
                <a:ext uri="{FF2B5EF4-FFF2-40B4-BE49-F238E27FC236}">
                  <a16:creationId xmlns:a16="http://schemas.microsoft.com/office/drawing/2014/main" xmlns="" id="{AD5FA6BC-CD16-4A50-B985-5C152D3C83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24" y="2214048"/>
              <a:ext cx="737138" cy="720857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자료수집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/>
              </a:r>
              <a:b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</a:b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가공</a:t>
              </a:r>
              <a:r>
                <a:rPr lang="en-US" altLang="ko-KR" sz="1200" b="1" kern="0" dirty="0">
                  <a:solidFill>
                    <a:srgbClr val="2B3749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·</a:t>
              </a: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처리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/>
              </a:r>
              <a:b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</a:b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변수</a:t>
              </a:r>
            </a:p>
          </p:txBody>
        </p:sp>
      </p:grpSp>
      <p:sp>
        <p:nvSpPr>
          <p:cNvPr id="101" name="Rectangle 7">
            <a:extLst>
              <a:ext uri="{FF2B5EF4-FFF2-40B4-BE49-F238E27FC236}">
                <a16:creationId xmlns:a16="http://schemas.microsoft.com/office/drawing/2014/main" xmlns="" id="{2104C3D0-F685-4791-B797-284CB48DED27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2018" y="5998527"/>
            <a:ext cx="4211637" cy="707074"/>
          </a:xfrm>
          <a:prstGeom prst="rect">
            <a:avLst/>
          </a:prstGeom>
          <a:noFill/>
          <a:ln w="12700" algn="ctr">
            <a:solidFill>
              <a:sysClr val="window" lastClr="FFFFFF">
                <a:lumMod val="75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3" marR="0" lvl="0" indent="-182563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105" name="연결선: 꺾임 104">
            <a:extLst>
              <a:ext uri="{FF2B5EF4-FFF2-40B4-BE49-F238E27FC236}">
                <a16:creationId xmlns:a16="http://schemas.microsoft.com/office/drawing/2014/main" xmlns="" id="{215D4E79-8ABC-4DF1-A74E-476344A25357}"/>
              </a:ext>
            </a:extLst>
          </p:cNvPr>
          <p:cNvCxnSpPr>
            <a:stCxn id="49" idx="3"/>
            <a:endCxn id="81" idx="2"/>
          </p:cNvCxnSpPr>
          <p:nvPr/>
        </p:nvCxnSpPr>
        <p:spPr>
          <a:xfrm flipV="1">
            <a:off x="4727575" y="3497053"/>
            <a:ext cx="361987" cy="87068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xmlns="" id="{5B401F46-8D04-4748-9391-0EEE533D726C}"/>
              </a:ext>
            </a:extLst>
          </p:cNvPr>
          <p:cNvCxnSpPr>
            <a:cxnSpLocks/>
            <a:stCxn id="101" idx="3"/>
            <a:endCxn id="84" idx="2"/>
          </p:cNvCxnSpPr>
          <p:nvPr/>
        </p:nvCxnSpPr>
        <p:spPr>
          <a:xfrm flipV="1">
            <a:off x="4743655" y="5841224"/>
            <a:ext cx="345907" cy="5108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26">
            <a:extLst>
              <a:ext uri="{FF2B5EF4-FFF2-40B4-BE49-F238E27FC236}">
                <a16:creationId xmlns:a16="http://schemas.microsoft.com/office/drawing/2014/main" xmlns="" id="{8BAD50CF-5B86-4673-A67C-2D1B8F13B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691" y="6020475"/>
            <a:ext cx="252000" cy="252000"/>
          </a:xfrm>
          <a:prstGeom prst="rect">
            <a:avLst/>
          </a:prstGeom>
          <a:solidFill>
            <a:srgbClr val="FFC000"/>
          </a:solidFill>
          <a:ln w="9525" algn="ctr">
            <a:solidFill>
              <a:sysClr val="window" lastClr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</a:t>
            </a:r>
          </a:p>
        </p:txBody>
      </p:sp>
      <p:sp>
        <p:nvSpPr>
          <p:cNvPr id="112" name="Rectangle 26">
            <a:extLst>
              <a:ext uri="{FF2B5EF4-FFF2-40B4-BE49-F238E27FC236}">
                <a16:creationId xmlns:a16="http://schemas.microsoft.com/office/drawing/2014/main" xmlns="" id="{39AB4350-2588-4653-972E-2230BCA18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0287" y="6020475"/>
            <a:ext cx="252000" cy="252000"/>
          </a:xfrm>
          <a:prstGeom prst="rect">
            <a:avLst/>
          </a:prstGeom>
          <a:solidFill>
            <a:srgbClr val="FFC000"/>
          </a:solidFill>
          <a:ln w="9525" algn="ctr">
            <a:solidFill>
              <a:sysClr val="window" lastClr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</a:t>
            </a:r>
          </a:p>
        </p:txBody>
      </p:sp>
      <p:sp>
        <p:nvSpPr>
          <p:cNvPr id="113" name="Rectangle 26">
            <a:extLst>
              <a:ext uri="{FF2B5EF4-FFF2-40B4-BE49-F238E27FC236}">
                <a16:creationId xmlns:a16="http://schemas.microsoft.com/office/drawing/2014/main" xmlns="" id="{F3F4AC7D-6595-468C-AF31-D3705991E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6883" y="6020475"/>
            <a:ext cx="252000" cy="252000"/>
          </a:xfrm>
          <a:prstGeom prst="rect">
            <a:avLst/>
          </a:prstGeom>
          <a:solidFill>
            <a:srgbClr val="FFC000"/>
          </a:solidFill>
          <a:ln w="9525" algn="ctr">
            <a:solidFill>
              <a:sysClr val="window" lastClr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</a:t>
            </a:r>
          </a:p>
        </p:txBody>
      </p:sp>
      <p:sp>
        <p:nvSpPr>
          <p:cNvPr id="114" name="Rectangle 26">
            <a:extLst>
              <a:ext uri="{FF2B5EF4-FFF2-40B4-BE49-F238E27FC236}">
                <a16:creationId xmlns:a16="http://schemas.microsoft.com/office/drawing/2014/main" xmlns="" id="{0E52F466-28AE-4BD1-82F8-121A6E149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480" y="6020475"/>
            <a:ext cx="252000" cy="252000"/>
          </a:xfrm>
          <a:prstGeom prst="rect">
            <a:avLst/>
          </a:prstGeom>
          <a:solidFill>
            <a:srgbClr val="FFC000"/>
          </a:solidFill>
          <a:ln w="9525" algn="ctr">
            <a:solidFill>
              <a:sysClr val="window" lastClr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0916839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Freeform 19">
            <a:extLst>
              <a:ext uri="{FF2B5EF4-FFF2-40B4-BE49-F238E27FC236}">
                <a16:creationId xmlns:a16="http://schemas.microsoft.com/office/drawing/2014/main" xmlns="" id="{7320E37C-D02C-4C62-8899-4A13CBC4CD68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 bwMode="auto">
          <a:xfrm flipH="1">
            <a:off x="1531744" y="2456892"/>
            <a:ext cx="1778860" cy="4140138"/>
          </a:xfrm>
          <a:custGeom>
            <a:avLst/>
            <a:gdLst>
              <a:gd name="connsiteX0" fmla="*/ 8923 w 8923"/>
              <a:gd name="connsiteY0" fmla="*/ 10000 h 10000"/>
              <a:gd name="connsiteX1" fmla="*/ 8923 w 8923"/>
              <a:gd name="connsiteY1" fmla="*/ 0 h 10000"/>
              <a:gd name="connsiteX2" fmla="*/ 1829 w 8923"/>
              <a:gd name="connsiteY2" fmla="*/ 3158 h 10000"/>
              <a:gd name="connsiteX3" fmla="*/ 2000 w 8923"/>
              <a:gd name="connsiteY3" fmla="*/ 2143 h 10000"/>
              <a:gd name="connsiteX4" fmla="*/ 0 w 8923"/>
              <a:gd name="connsiteY4" fmla="*/ 5155 h 10000"/>
              <a:gd name="connsiteX5" fmla="*/ 1829 w 8923"/>
              <a:gd name="connsiteY5" fmla="*/ 7895 h 10000"/>
              <a:gd name="connsiteX6" fmla="*/ 1957 w 8923"/>
              <a:gd name="connsiteY6" fmla="*/ 6936 h 10000"/>
              <a:gd name="connsiteX7" fmla="*/ 8923 w 8923"/>
              <a:gd name="connsiteY7" fmla="*/ 10000 h 10000"/>
              <a:gd name="connsiteX0" fmla="*/ 9441 w 9441"/>
              <a:gd name="connsiteY0" fmla="*/ 10000 h 10000"/>
              <a:gd name="connsiteX1" fmla="*/ 9441 w 9441"/>
              <a:gd name="connsiteY1" fmla="*/ 0 h 10000"/>
              <a:gd name="connsiteX2" fmla="*/ 1491 w 9441"/>
              <a:gd name="connsiteY2" fmla="*/ 3158 h 10000"/>
              <a:gd name="connsiteX3" fmla="*/ 1682 w 9441"/>
              <a:gd name="connsiteY3" fmla="*/ 2143 h 10000"/>
              <a:gd name="connsiteX4" fmla="*/ 0 w 9441"/>
              <a:gd name="connsiteY4" fmla="*/ 4880 h 10000"/>
              <a:gd name="connsiteX5" fmla="*/ 1491 w 9441"/>
              <a:gd name="connsiteY5" fmla="*/ 7895 h 10000"/>
              <a:gd name="connsiteX6" fmla="*/ 1634 w 9441"/>
              <a:gd name="connsiteY6" fmla="*/ 6936 h 10000"/>
              <a:gd name="connsiteX7" fmla="*/ 9441 w 9441"/>
              <a:gd name="connsiteY7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41" h="10000">
                <a:moveTo>
                  <a:pt x="9441" y="10000"/>
                </a:moveTo>
                <a:lnTo>
                  <a:pt x="9441" y="0"/>
                </a:lnTo>
                <a:lnTo>
                  <a:pt x="1491" y="3158"/>
                </a:lnTo>
                <a:cubicBezTo>
                  <a:pt x="1555" y="2820"/>
                  <a:pt x="1618" y="2481"/>
                  <a:pt x="1682" y="2143"/>
                </a:cubicBezTo>
                <a:lnTo>
                  <a:pt x="0" y="4880"/>
                </a:lnTo>
                <a:lnTo>
                  <a:pt x="1491" y="7895"/>
                </a:lnTo>
                <a:cubicBezTo>
                  <a:pt x="1539" y="7575"/>
                  <a:pt x="1586" y="7256"/>
                  <a:pt x="1634" y="6936"/>
                </a:cubicBezTo>
                <a:lnTo>
                  <a:pt x="9441" y="10000"/>
                </a:lnTo>
                <a:close/>
              </a:path>
            </a:pathLst>
          </a:custGeom>
          <a:gradFill rotWithShape="1">
            <a:gsLst>
              <a:gs pos="0">
                <a:srgbClr val="C0C0C0"/>
              </a:gs>
              <a:gs pos="100000">
                <a:srgbClr val="FFFFFF"/>
              </a:gs>
            </a:gsLst>
            <a:lin ang="0" scaled="1"/>
          </a:gradFill>
          <a:ln w="12700" cap="flat" cmpd="sng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wrap="none" lIns="90488" tIns="44450" rIns="90488" bIns="44450" anchor="ctr"/>
          <a:lstStyle/>
          <a:p>
            <a:pPr eaLnBrk="0" latinLnBrk="0" hangingPunct="0">
              <a:defRPr/>
            </a:pPr>
            <a:endParaRPr lang="ko-KR" altLang="en-US">
              <a:latin typeface="+mn-ea"/>
              <a:ea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측정방법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분석모델을 구성하는 각 변수들의 조작적 정의에 따라 적적한 측정척도로 데이터를 </a:t>
            </a:r>
            <a:r>
              <a:rPr lang="ko-KR" altLang="en-US" dirty="0" err="1"/>
              <a:t>수집해야하며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측정척도가 가진 사칙연산 적용유무 특성에 따라 데이터를 가공</a:t>
            </a:r>
            <a:r>
              <a:rPr lang="en-US" altLang="ko-KR" dirty="0"/>
              <a:t>·</a:t>
            </a:r>
            <a:r>
              <a:rPr lang="ko-KR" altLang="en-US" dirty="0"/>
              <a:t>처리하는 방향도 달라지게 됨</a:t>
            </a:r>
          </a:p>
        </p:txBody>
      </p:sp>
      <p:sp>
        <p:nvSpPr>
          <p:cNvPr id="46" name="모서리가 둥근 직사각형 50">
            <a:extLst>
              <a:ext uri="{FF2B5EF4-FFF2-40B4-BE49-F238E27FC236}">
                <a16:creationId xmlns:a16="http://schemas.microsoft.com/office/drawing/2014/main" xmlns="" id="{D237C266-0DEE-4327-8123-F263950B00A6}"/>
              </a:ext>
            </a:extLst>
          </p:cNvPr>
          <p:cNvSpPr/>
          <p:nvPr/>
        </p:nvSpPr>
        <p:spPr bwMode="auto">
          <a:xfrm>
            <a:off x="9017471" y="4977172"/>
            <a:ext cx="1549398" cy="81976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연속형</a:t>
            </a: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양적</a:t>
            </a: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정량</a:t>
            </a:r>
            <a:endParaRPr kumimoji="1" lang="en-US" altLang="ko-KR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- continuous</a:t>
            </a:r>
            <a:b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- quantitative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모서리가 둥근 직사각형 50">
            <a:extLst>
              <a:ext uri="{FF2B5EF4-FFF2-40B4-BE49-F238E27FC236}">
                <a16:creationId xmlns:a16="http://schemas.microsoft.com/office/drawing/2014/main" xmlns="" id="{B4E1EE9B-4815-48D9-BF92-85B48B4F832B}"/>
              </a:ext>
            </a:extLst>
          </p:cNvPr>
          <p:cNvSpPr/>
          <p:nvPr/>
        </p:nvSpPr>
        <p:spPr bwMode="auto">
          <a:xfrm>
            <a:off x="9017471" y="3032956"/>
            <a:ext cx="1549398" cy="819767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범주형</a:t>
            </a: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질적</a:t>
            </a: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정성</a:t>
            </a:r>
            <a:endParaRPr kumimoji="1" lang="en-US" altLang="ko-KR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- categorical</a:t>
            </a:r>
            <a:b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- qualitative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오른쪽 중괄호 47">
            <a:extLst>
              <a:ext uri="{FF2B5EF4-FFF2-40B4-BE49-F238E27FC236}">
                <a16:creationId xmlns:a16="http://schemas.microsoft.com/office/drawing/2014/main" xmlns="" id="{EA43E88E-BF3A-46A6-A927-967A24B23C71}"/>
              </a:ext>
            </a:extLst>
          </p:cNvPr>
          <p:cNvSpPr/>
          <p:nvPr/>
        </p:nvSpPr>
        <p:spPr bwMode="auto">
          <a:xfrm>
            <a:off x="8708749" y="2871152"/>
            <a:ext cx="261857" cy="2049245"/>
          </a:xfrm>
          <a:prstGeom prst="rightBrace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xmlns="" id="{401CB63A-DC09-4828-9ECE-B256A8EA756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501504" y="2780546"/>
            <a:ext cx="2098331" cy="3761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8286" marR="0" lvl="0" indent="-268286" defTabSz="914400" eaLnBrk="0" fontAlgn="base" latinLnBrk="0" hangingPunct="0">
              <a:lnSpc>
                <a:spcPct val="16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3B4E67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bi-nominal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3B4E67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450848" marR="0" lvl="1" indent="-165099" defTabSz="914400" eaLnBrk="0" fontAlgn="base" latinLnBrk="0" hangingPunct="0">
              <a:lnSpc>
                <a:spcPct val="16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나눔고딕" panose="020D0604000000000000" pitchFamily="50" charset="-127"/>
              <a:buChar char="­"/>
              <a:tabLst/>
              <a:defRPr/>
            </a:pP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3B4E67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①, ⓞ </a:t>
            </a:r>
          </a:p>
          <a:p>
            <a:pPr marL="268286" marR="0" lvl="0" indent="-268286" defTabSz="914400" eaLnBrk="0" fontAlgn="base" latinLnBrk="0" hangingPunct="0">
              <a:lnSpc>
                <a:spcPct val="16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multi-nominal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3B4E67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450848" marR="0" lvl="1" indent="-165099" defTabSz="914400" eaLnBrk="0" fontAlgn="base" latinLnBrk="0" hangingPunct="0">
              <a:lnSpc>
                <a:spcPct val="16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나눔고딕" panose="020D0604000000000000" pitchFamily="50" charset="-127"/>
              <a:buChar char="­"/>
              <a:tabLst/>
              <a:defRPr/>
            </a:pP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3B4E67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①, ②, ③, ④ ···</a:t>
            </a:r>
          </a:p>
          <a:p>
            <a:pPr marL="268286" marR="0" lvl="0" indent="-268286" defTabSz="914400" eaLnBrk="0" fontAlgn="base" latinLnBrk="0" hangingPunct="0">
              <a:lnSpc>
                <a:spcPct val="16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ordinary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3B4E67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450848" marR="0" lvl="1" indent="-165099" defTabSz="914400" eaLnBrk="0" fontAlgn="base" latinLnBrk="0" hangingPunct="0">
              <a:lnSpc>
                <a:spcPct val="16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나눔고딕" panose="020D0604000000000000" pitchFamily="50" charset="-127"/>
              <a:buChar char="­"/>
              <a:tabLst/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B4E67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① </a:t>
            </a: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3B4E67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 ② &lt; ③ &lt; ④ ···</a:t>
            </a:r>
          </a:p>
          <a:p>
            <a:pPr marL="268286" marR="0" lvl="0" indent="-268286" defTabSz="914400" eaLnBrk="0" fontAlgn="base" latinLnBrk="0" hangingPunct="0">
              <a:lnSpc>
                <a:spcPct val="16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interval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3B4E67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450848" marR="0" lvl="1" indent="-165099" defTabSz="914400" eaLnBrk="0" fontAlgn="base" latinLnBrk="0" hangingPunct="0">
              <a:lnSpc>
                <a:spcPct val="16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나눔고딕" panose="020D0604000000000000" pitchFamily="50" charset="-127"/>
              <a:buChar char="­"/>
              <a:tabLst/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B4E67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① ↔ ② ↔ ③ ↔ ④ </a:t>
            </a: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3B4E67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···</a:t>
            </a:r>
          </a:p>
          <a:p>
            <a:pPr marL="268286" lvl="0" indent="-268286" eaLnBrk="0" fontAlgn="base" latinLnBrk="0" hangingPunct="0">
              <a:lnSpc>
                <a:spcPct val="160000"/>
              </a:lnSpc>
              <a:spcAft>
                <a:spcPts val="300"/>
              </a:spcAft>
              <a:buFont typeface="Webdings" pitchFamily="18" charset="2"/>
              <a:buChar char="&lt;"/>
              <a:defRPr/>
            </a:pPr>
            <a:r>
              <a: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ratio</a:t>
            </a:r>
            <a:endParaRPr kumimoji="1" lang="ko-KR" altLang="en-US" sz="1400" b="1" kern="0" dirty="0">
              <a:solidFill>
                <a:srgbClr val="3B4E67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450848" lvl="1" indent="-165099" eaLnBrk="0" fontAlgn="base" latinLnBrk="0" hangingPunct="0">
              <a:lnSpc>
                <a:spcPct val="160000"/>
              </a:lnSpc>
              <a:spcAft>
                <a:spcPts val="300"/>
              </a:spcAft>
              <a:buFont typeface="나눔고딕" panose="020D0604000000000000" pitchFamily="50" charset="-127"/>
              <a:buChar char="­"/>
              <a:defRPr/>
            </a:pPr>
            <a:r>
              <a:rPr kumimoji="1" lang="en-US" altLang="ko-KR" sz="1400" b="1" kern="0" dirty="0">
                <a:solidFill>
                  <a:srgbClr val="3B4E6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-Inf ~ 0 ~ +Inf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xmlns="" id="{17E311E4-9D4B-4731-AC0C-1CDDC09391EA}"/>
              </a:ext>
            </a:extLst>
          </p:cNvPr>
          <p:cNvGrpSpPr/>
          <p:nvPr/>
        </p:nvGrpSpPr>
        <p:grpSpPr>
          <a:xfrm>
            <a:off x="7369142" y="2855912"/>
            <a:ext cx="1205458" cy="3633423"/>
            <a:chOff x="2627784" y="2312876"/>
            <a:chExt cx="655965" cy="3279903"/>
          </a:xfrm>
        </p:grpSpPr>
        <p:sp>
          <p:nvSpPr>
            <p:cNvPr id="51" name="모서리가 둥근 직사각형 26">
              <a:extLst>
                <a:ext uri="{FF2B5EF4-FFF2-40B4-BE49-F238E27FC236}">
                  <a16:creationId xmlns:a16="http://schemas.microsoft.com/office/drawing/2014/main" xmlns="" id="{BECCF218-9366-4A47-BC82-516878F602EB}"/>
                </a:ext>
              </a:extLst>
            </p:cNvPr>
            <p:cNvSpPr/>
            <p:nvPr/>
          </p:nvSpPr>
          <p:spPr bwMode="auto">
            <a:xfrm>
              <a:off x="2627784" y="4354487"/>
              <a:ext cx="655965" cy="557755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9BBB59"/>
              </a:solidFill>
              <a:prstDash val="solid"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/>
                  <a:solidFill>
                    <a:srgbClr val="9BBB5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Counting</a:t>
              </a:r>
              <a:endParaRPr kumimoji="1" lang="ko-KR" altLang="en-US" sz="1400" b="1" i="0" u="none" strike="noStrike" kern="0" cap="none" spc="0" normalizeH="0" baseline="0" noProof="0" dirty="0">
                <a:ln/>
                <a:solidFill>
                  <a:srgbClr val="9BBB5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52" name="모서리가 둥근 직사각형 28">
              <a:extLst>
                <a:ext uri="{FF2B5EF4-FFF2-40B4-BE49-F238E27FC236}">
                  <a16:creationId xmlns:a16="http://schemas.microsoft.com/office/drawing/2014/main" xmlns="" id="{490AADE4-C324-4A67-BCAA-3C19F1E4A8C7}"/>
                </a:ext>
              </a:extLst>
            </p:cNvPr>
            <p:cNvSpPr/>
            <p:nvPr/>
          </p:nvSpPr>
          <p:spPr bwMode="auto">
            <a:xfrm>
              <a:off x="2627784" y="3673950"/>
              <a:ext cx="655965" cy="557755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9BBB59"/>
              </a:solidFill>
              <a:prstDash val="solid"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/>
                  <a:solidFill>
                    <a:srgbClr val="9BBB5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Ranking</a:t>
              </a:r>
              <a:endParaRPr kumimoji="1" lang="ko-KR" altLang="en-US" sz="1400" b="1" i="0" u="none" strike="noStrike" kern="0" cap="none" spc="0" normalizeH="0" baseline="0" noProof="0" dirty="0">
                <a:ln/>
                <a:solidFill>
                  <a:srgbClr val="9BBB5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53" name="모서리가 둥근 직사각형 29">
              <a:extLst>
                <a:ext uri="{FF2B5EF4-FFF2-40B4-BE49-F238E27FC236}">
                  <a16:creationId xmlns:a16="http://schemas.microsoft.com/office/drawing/2014/main" xmlns="" id="{F6117B9D-2403-45BA-818B-0B97C3608154}"/>
                </a:ext>
              </a:extLst>
            </p:cNvPr>
            <p:cNvSpPr/>
            <p:nvPr/>
          </p:nvSpPr>
          <p:spPr bwMode="auto">
            <a:xfrm>
              <a:off x="2627784" y="2312876"/>
              <a:ext cx="655965" cy="557755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9BBB59"/>
              </a:solidFill>
              <a:prstDash val="solid"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/>
                  <a:solidFill>
                    <a:srgbClr val="9BBB5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Yes / No</a:t>
              </a:r>
              <a:endParaRPr kumimoji="1" lang="ko-KR" altLang="en-US" sz="1400" b="1" i="0" u="none" strike="noStrike" kern="0" cap="none" spc="0" normalizeH="0" baseline="0" noProof="0" dirty="0">
                <a:ln/>
                <a:solidFill>
                  <a:srgbClr val="9BBB5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54" name="모서리가 둥근 직사각형 38">
              <a:extLst>
                <a:ext uri="{FF2B5EF4-FFF2-40B4-BE49-F238E27FC236}">
                  <a16:creationId xmlns:a16="http://schemas.microsoft.com/office/drawing/2014/main" xmlns="" id="{252C9CA2-31C8-44F0-9374-AA16790CEFC3}"/>
                </a:ext>
              </a:extLst>
            </p:cNvPr>
            <p:cNvSpPr/>
            <p:nvPr/>
          </p:nvSpPr>
          <p:spPr bwMode="auto">
            <a:xfrm>
              <a:off x="2627784" y="2993413"/>
              <a:ext cx="655965" cy="557755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9BBB59"/>
              </a:solidFill>
              <a:prstDash val="solid"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/>
                  <a:solidFill>
                    <a:srgbClr val="9BBB5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Comparing</a:t>
              </a:r>
              <a:endParaRPr kumimoji="1" lang="ko-KR" altLang="en-US" sz="1400" b="1" i="0" u="none" strike="noStrike" kern="0" cap="none" spc="0" normalizeH="0" baseline="0" noProof="0" dirty="0">
                <a:ln/>
                <a:solidFill>
                  <a:srgbClr val="9BBB5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56" name="모서리가 둥근 직사각형 48">
              <a:extLst>
                <a:ext uri="{FF2B5EF4-FFF2-40B4-BE49-F238E27FC236}">
                  <a16:creationId xmlns:a16="http://schemas.microsoft.com/office/drawing/2014/main" xmlns="" id="{A70690B0-8549-40B5-92FF-1AFEEF6D415F}"/>
                </a:ext>
              </a:extLst>
            </p:cNvPr>
            <p:cNvSpPr/>
            <p:nvPr/>
          </p:nvSpPr>
          <p:spPr bwMode="auto">
            <a:xfrm>
              <a:off x="2627784" y="5035024"/>
              <a:ext cx="655965" cy="557755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9BBB59"/>
              </a:solidFill>
              <a:prstDash val="solid"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1400" b="1" kern="0" dirty="0">
                  <a:ln/>
                  <a:solidFill>
                    <a:srgbClr val="9BBB59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Scoring</a:t>
              </a:r>
              <a:endParaRPr kumimoji="1" lang="ko-KR" altLang="en-US" sz="1400" b="1" i="0" u="none" strike="noStrike" kern="0" cap="none" spc="0" normalizeH="0" baseline="0" noProof="0" dirty="0">
                <a:ln/>
                <a:solidFill>
                  <a:srgbClr val="9BBB5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xmlns="" id="{CE8DF0DA-820E-477F-900B-90399517B17E}"/>
              </a:ext>
            </a:extLst>
          </p:cNvPr>
          <p:cNvGrpSpPr/>
          <p:nvPr/>
        </p:nvGrpSpPr>
        <p:grpSpPr>
          <a:xfrm>
            <a:off x="3414431" y="2855912"/>
            <a:ext cx="964176" cy="3633425"/>
            <a:chOff x="2627784" y="2312876"/>
            <a:chExt cx="655965" cy="3279903"/>
          </a:xfrm>
        </p:grpSpPr>
        <p:sp>
          <p:nvSpPr>
            <p:cNvPr id="58" name="모서리가 둥근 직사각형 26">
              <a:extLst>
                <a:ext uri="{FF2B5EF4-FFF2-40B4-BE49-F238E27FC236}">
                  <a16:creationId xmlns:a16="http://schemas.microsoft.com/office/drawing/2014/main" xmlns="" id="{1469BF2A-16CC-4CF3-A0A3-A418521D3CAC}"/>
                </a:ext>
              </a:extLst>
            </p:cNvPr>
            <p:cNvSpPr/>
            <p:nvPr/>
          </p:nvSpPr>
          <p:spPr bwMode="auto">
            <a:xfrm>
              <a:off x="2627784" y="4354487"/>
              <a:ext cx="655965" cy="557755"/>
            </a:xfrm>
            <a:prstGeom prst="round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4F81BD"/>
              </a:solidFill>
              <a:prstDash val="solid"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등간형</a:t>
              </a:r>
              <a:endPara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59" name="모서리가 둥근 직사각형 28">
              <a:extLst>
                <a:ext uri="{FF2B5EF4-FFF2-40B4-BE49-F238E27FC236}">
                  <a16:creationId xmlns:a16="http://schemas.microsoft.com/office/drawing/2014/main" xmlns="" id="{F854122F-6C8F-4971-B763-2CF8DCE4F75F}"/>
                </a:ext>
              </a:extLst>
            </p:cNvPr>
            <p:cNvSpPr/>
            <p:nvPr/>
          </p:nvSpPr>
          <p:spPr bwMode="auto">
            <a:xfrm>
              <a:off x="2627784" y="3673950"/>
              <a:ext cx="655965" cy="557755"/>
            </a:xfrm>
            <a:prstGeom prst="round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4F81BD"/>
              </a:solidFill>
              <a:prstDash val="solid"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서열형</a:t>
              </a:r>
            </a:p>
          </p:txBody>
        </p:sp>
        <p:sp>
          <p:nvSpPr>
            <p:cNvPr id="60" name="모서리가 둥근 직사각형 29">
              <a:extLst>
                <a:ext uri="{FF2B5EF4-FFF2-40B4-BE49-F238E27FC236}">
                  <a16:creationId xmlns:a16="http://schemas.microsoft.com/office/drawing/2014/main" xmlns="" id="{10F34672-9DD0-4C11-ACCD-8E0E70488497}"/>
                </a:ext>
              </a:extLst>
            </p:cNvPr>
            <p:cNvSpPr/>
            <p:nvPr/>
          </p:nvSpPr>
          <p:spPr bwMode="auto">
            <a:xfrm>
              <a:off x="2627784" y="2312876"/>
              <a:ext cx="655965" cy="557755"/>
            </a:xfrm>
            <a:prstGeom prst="round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4F81BD"/>
              </a:solidFill>
              <a:prstDash val="solid"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이항형</a:t>
              </a:r>
            </a:p>
          </p:txBody>
        </p:sp>
        <p:sp>
          <p:nvSpPr>
            <p:cNvPr id="61" name="모서리가 둥근 직사각형 38">
              <a:extLst>
                <a:ext uri="{FF2B5EF4-FFF2-40B4-BE49-F238E27FC236}">
                  <a16:creationId xmlns:a16="http://schemas.microsoft.com/office/drawing/2014/main" xmlns="" id="{015E2A26-2BCC-4570-B933-91E7DC0F728D}"/>
                </a:ext>
              </a:extLst>
            </p:cNvPr>
            <p:cNvSpPr/>
            <p:nvPr/>
          </p:nvSpPr>
          <p:spPr bwMode="auto">
            <a:xfrm>
              <a:off x="2627784" y="2993413"/>
              <a:ext cx="655965" cy="557755"/>
            </a:xfrm>
            <a:prstGeom prst="round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4F81BD"/>
              </a:solidFill>
              <a:prstDash val="solid"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다항형</a:t>
              </a:r>
            </a:p>
          </p:txBody>
        </p:sp>
        <p:sp>
          <p:nvSpPr>
            <p:cNvPr id="63" name="모서리가 둥근 직사각형 48">
              <a:extLst>
                <a:ext uri="{FF2B5EF4-FFF2-40B4-BE49-F238E27FC236}">
                  <a16:creationId xmlns:a16="http://schemas.microsoft.com/office/drawing/2014/main" xmlns="" id="{17F688ED-1FC3-4E90-A0AB-A1258CA5B2EF}"/>
                </a:ext>
              </a:extLst>
            </p:cNvPr>
            <p:cNvSpPr/>
            <p:nvPr/>
          </p:nvSpPr>
          <p:spPr bwMode="auto">
            <a:xfrm>
              <a:off x="2627784" y="5035024"/>
              <a:ext cx="655965" cy="557755"/>
            </a:xfrm>
            <a:prstGeom prst="round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4F81BD"/>
              </a:solidFill>
              <a:prstDash val="solid"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400" b="1" kern="0" dirty="0">
                  <a:solidFill>
                    <a:srgbClr val="2B3749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비율형</a:t>
              </a:r>
              <a:endPara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xmlns="" id="{C04D5040-767C-4170-B4BF-47A444CB0D4F}"/>
              </a:ext>
            </a:extLst>
          </p:cNvPr>
          <p:cNvGrpSpPr/>
          <p:nvPr/>
        </p:nvGrpSpPr>
        <p:grpSpPr>
          <a:xfrm>
            <a:off x="4541704" y="3567820"/>
            <a:ext cx="2461998" cy="2229120"/>
            <a:chOff x="3561628" y="3911112"/>
            <a:chExt cx="2264162" cy="1554983"/>
          </a:xfrm>
        </p:grpSpPr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xmlns="" id="{F7099CB5-AB5D-4EDF-A058-CEAA2956635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561628" y="3911112"/>
              <a:ext cx="2264162" cy="0"/>
            </a:xfrm>
            <a:prstGeom prst="line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xmlns="" id="{5DD9151E-6BE8-4285-ABFF-CEDD5CA4339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561628" y="4442163"/>
              <a:ext cx="2264162" cy="0"/>
            </a:xfrm>
            <a:prstGeom prst="line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xmlns="" id="{D5F5C872-2075-49AF-B044-61E22E7948C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561628" y="5466095"/>
              <a:ext cx="2264162" cy="0"/>
            </a:xfrm>
            <a:prstGeom prst="line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xmlns="" id="{68760B8E-9224-427F-B674-AA71981EC5A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561628" y="4969590"/>
              <a:ext cx="2264162" cy="0"/>
            </a:xfrm>
            <a:prstGeom prst="line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70" name="오른쪽 중괄호 69">
            <a:extLst>
              <a:ext uri="{FF2B5EF4-FFF2-40B4-BE49-F238E27FC236}">
                <a16:creationId xmlns:a16="http://schemas.microsoft.com/office/drawing/2014/main" xmlns="" id="{B4076DEF-79CE-4FC6-96C4-E6D83819C78C}"/>
              </a:ext>
            </a:extLst>
          </p:cNvPr>
          <p:cNvSpPr/>
          <p:nvPr/>
        </p:nvSpPr>
        <p:spPr bwMode="auto">
          <a:xfrm>
            <a:off x="8708749" y="5117574"/>
            <a:ext cx="261857" cy="1335751"/>
          </a:xfrm>
          <a:prstGeom prst="rightBrace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886CC942-C465-4652-94A5-F676D347B5DD}"/>
              </a:ext>
            </a:extLst>
          </p:cNvPr>
          <p:cNvGrpSpPr/>
          <p:nvPr/>
        </p:nvGrpSpPr>
        <p:grpSpPr>
          <a:xfrm>
            <a:off x="7086844" y="2895970"/>
            <a:ext cx="182833" cy="3557361"/>
            <a:chOff x="7086844" y="2895971"/>
            <a:chExt cx="182833" cy="2923898"/>
          </a:xfrm>
        </p:grpSpPr>
        <p:sp>
          <p:nvSpPr>
            <p:cNvPr id="71" name="AutoShape 8">
              <a:extLst>
                <a:ext uri="{FF2B5EF4-FFF2-40B4-BE49-F238E27FC236}">
                  <a16:creationId xmlns:a16="http://schemas.microsoft.com/office/drawing/2014/main" xmlns="" id="{E10CCA3B-E808-4471-BC5C-FCE14D1E3645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 rot="16200000">
              <a:off x="6946084" y="3036731"/>
              <a:ext cx="464353" cy="182833"/>
            </a:xfrm>
            <a:prstGeom prst="flowChartMerge">
              <a:avLst/>
            </a:prstGeom>
            <a:solidFill>
              <a:srgbClr val="CCCCFF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latinLnBrk="0">
                <a:lnSpc>
                  <a:spcPct val="90000"/>
                </a:lnSpc>
              </a:pPr>
              <a:endParaRPr lang="ko-KR" altLang="en-US" sz="1400" dirty="0">
                <a:solidFill>
                  <a:srgbClr val="7889F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pitchFamily="34" charset="0"/>
                <a:sym typeface="맑은 고딕"/>
              </a:endParaRPr>
            </a:p>
          </p:txBody>
        </p:sp>
        <p:sp>
          <p:nvSpPr>
            <p:cNvPr id="72" name="AutoShape 8">
              <a:extLst>
                <a:ext uri="{FF2B5EF4-FFF2-40B4-BE49-F238E27FC236}">
                  <a16:creationId xmlns:a16="http://schemas.microsoft.com/office/drawing/2014/main" xmlns="" id="{D36395DA-B9B4-40CC-BD0C-DB4CC3C8F06D}"/>
                </a:ext>
              </a:extLst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 rot="16200000">
              <a:off x="6946084" y="3651617"/>
              <a:ext cx="464353" cy="182833"/>
            </a:xfrm>
            <a:prstGeom prst="flowChartMerge">
              <a:avLst/>
            </a:prstGeom>
            <a:solidFill>
              <a:srgbClr val="CCCCFF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latinLnBrk="0">
                <a:lnSpc>
                  <a:spcPct val="90000"/>
                </a:lnSpc>
              </a:pPr>
              <a:endParaRPr lang="ko-KR" altLang="en-US" sz="1400" dirty="0">
                <a:solidFill>
                  <a:srgbClr val="7889F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pitchFamily="34" charset="0"/>
                <a:sym typeface="맑은 고딕"/>
              </a:endParaRPr>
            </a:p>
          </p:txBody>
        </p:sp>
        <p:sp>
          <p:nvSpPr>
            <p:cNvPr id="73" name="AutoShape 8">
              <a:extLst>
                <a:ext uri="{FF2B5EF4-FFF2-40B4-BE49-F238E27FC236}">
                  <a16:creationId xmlns:a16="http://schemas.microsoft.com/office/drawing/2014/main" xmlns="" id="{3F109D66-A8B2-4AA6-99E7-C805C1CBBB4C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 rot="16200000">
              <a:off x="6946084" y="4266504"/>
              <a:ext cx="464353" cy="182833"/>
            </a:xfrm>
            <a:prstGeom prst="flowChartMerge">
              <a:avLst/>
            </a:prstGeom>
            <a:solidFill>
              <a:srgbClr val="CCCCFF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latinLnBrk="0">
                <a:lnSpc>
                  <a:spcPct val="90000"/>
                </a:lnSpc>
              </a:pPr>
              <a:endParaRPr lang="ko-KR" altLang="en-US" sz="1400" dirty="0">
                <a:solidFill>
                  <a:srgbClr val="7889F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pitchFamily="34" charset="0"/>
                <a:sym typeface="맑은 고딕"/>
              </a:endParaRPr>
            </a:p>
          </p:txBody>
        </p:sp>
        <p:sp>
          <p:nvSpPr>
            <p:cNvPr id="74" name="AutoShape 8">
              <a:extLst>
                <a:ext uri="{FF2B5EF4-FFF2-40B4-BE49-F238E27FC236}">
                  <a16:creationId xmlns:a16="http://schemas.microsoft.com/office/drawing/2014/main" xmlns="" id="{3A795B53-F528-4C59-806A-6C4C6232D2CE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 rot="16200000">
              <a:off x="6946084" y="4881390"/>
              <a:ext cx="464353" cy="182833"/>
            </a:xfrm>
            <a:prstGeom prst="flowChartMerge">
              <a:avLst/>
            </a:prstGeom>
            <a:solidFill>
              <a:srgbClr val="CCCCFF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latinLnBrk="0">
                <a:lnSpc>
                  <a:spcPct val="90000"/>
                </a:lnSpc>
              </a:pPr>
              <a:endParaRPr lang="ko-KR" altLang="en-US" sz="1400" dirty="0">
                <a:solidFill>
                  <a:srgbClr val="7889F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pitchFamily="34" charset="0"/>
                <a:sym typeface="맑은 고딕"/>
              </a:endParaRPr>
            </a:p>
          </p:txBody>
        </p:sp>
        <p:sp>
          <p:nvSpPr>
            <p:cNvPr id="75" name="AutoShape 8">
              <a:extLst>
                <a:ext uri="{FF2B5EF4-FFF2-40B4-BE49-F238E27FC236}">
                  <a16:creationId xmlns:a16="http://schemas.microsoft.com/office/drawing/2014/main" xmlns="" id="{D301AC7E-92ED-44A0-BAAB-BD735395D76A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 rot="16200000">
              <a:off x="6946084" y="5496276"/>
              <a:ext cx="464353" cy="182833"/>
            </a:xfrm>
            <a:prstGeom prst="flowChartMerge">
              <a:avLst/>
            </a:prstGeom>
            <a:solidFill>
              <a:srgbClr val="CCCCFF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latinLnBrk="0">
                <a:lnSpc>
                  <a:spcPct val="90000"/>
                </a:lnSpc>
              </a:pPr>
              <a:endParaRPr lang="ko-KR" altLang="en-US" sz="1400" dirty="0">
                <a:solidFill>
                  <a:srgbClr val="7889F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pitchFamily="34" charset="0"/>
                <a:sym typeface="맑은 고딕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xmlns="" id="{9E774ECB-1E93-49FA-8E06-DA41517AD4A5}"/>
              </a:ext>
            </a:extLst>
          </p:cNvPr>
          <p:cNvGrpSpPr/>
          <p:nvPr/>
        </p:nvGrpSpPr>
        <p:grpSpPr>
          <a:xfrm>
            <a:off x="4522359" y="2463003"/>
            <a:ext cx="2481343" cy="266719"/>
            <a:chOff x="3419872" y="3110059"/>
            <a:chExt cx="655965" cy="222374"/>
          </a:xfrm>
        </p:grpSpPr>
        <p:sp>
          <p:nvSpPr>
            <p:cNvPr id="78" name="Text Box 124">
              <a:extLst>
                <a:ext uri="{FF2B5EF4-FFF2-40B4-BE49-F238E27FC236}">
                  <a16:creationId xmlns:a16="http://schemas.microsoft.com/office/drawing/2014/main" xmlns="" id="{F9BD4C2F-47FE-43A4-A5E2-27AA51B18A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3105" y="3110059"/>
              <a:ext cx="169507" cy="179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1400">
                  <a:solidFill>
                    <a:srgbClr val="2B3749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kumimoji="1" sz="1400">
                  <a:solidFill>
                    <a:srgbClr val="2B3749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 sz="1400">
                  <a:solidFill>
                    <a:srgbClr val="2B3749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 sz="1400">
                  <a:solidFill>
                    <a:srgbClr val="2B3749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 sz="1400">
                  <a:solidFill>
                    <a:srgbClr val="2B3749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rgbClr val="2B3749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rgbClr val="2B3749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rgbClr val="2B3749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rgbClr val="2B3749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측정척도</a:t>
              </a:r>
            </a:p>
          </p:txBody>
        </p:sp>
        <p:sp>
          <p:nvSpPr>
            <p:cNvPr id="79" name="Line 126">
              <a:extLst>
                <a:ext uri="{FF2B5EF4-FFF2-40B4-BE49-F238E27FC236}">
                  <a16:creationId xmlns:a16="http://schemas.microsoft.com/office/drawing/2014/main" xmlns="" id="{7315FBBF-41E5-4AD7-95E0-8037A0E37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9872" y="3332433"/>
              <a:ext cx="65596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1" i="0" u="none" strike="noStrike" kern="0" cap="none" spc="0" normalizeH="0" baseline="0" noProof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80" name="Text Box 124">
            <a:extLst>
              <a:ext uri="{FF2B5EF4-FFF2-40B4-BE49-F238E27FC236}">
                <a16:creationId xmlns:a16="http://schemas.microsoft.com/office/drawing/2014/main" xmlns="" id="{B4A161FD-C4AD-401F-9450-AD60A4489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1369" y="2456892"/>
            <a:ext cx="788714" cy="258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rgbClr val="2B3749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>
                <a:solidFill>
                  <a:srgbClr val="2B3749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>
                <a:solidFill>
                  <a:srgbClr val="2B3749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>
                <a:solidFill>
                  <a:srgbClr val="2B3749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>
                <a:solidFill>
                  <a:srgbClr val="2B3749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2B3749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2B3749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2B3749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2B3749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자료유형</a:t>
            </a:r>
          </a:p>
        </p:txBody>
      </p:sp>
      <p:sp>
        <p:nvSpPr>
          <p:cNvPr id="81" name="Line 126">
            <a:extLst>
              <a:ext uri="{FF2B5EF4-FFF2-40B4-BE49-F238E27FC236}">
                <a16:creationId xmlns:a16="http://schemas.microsoft.com/office/drawing/2014/main" xmlns="" id="{ED5ADAB2-86E6-44A9-8647-30213DA91BFA}"/>
              </a:ext>
            </a:extLst>
          </p:cNvPr>
          <p:cNvSpPr>
            <a:spLocks noChangeShapeType="1"/>
          </p:cNvSpPr>
          <p:nvPr/>
        </p:nvSpPr>
        <p:spPr bwMode="auto">
          <a:xfrm>
            <a:off x="9048217" y="2723611"/>
            <a:ext cx="1475012" cy="0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xmlns="" id="{3F31C09B-F727-46EC-BF6E-2B8016414B70}"/>
              </a:ext>
            </a:extLst>
          </p:cNvPr>
          <p:cNvGrpSpPr/>
          <p:nvPr/>
        </p:nvGrpSpPr>
        <p:grpSpPr>
          <a:xfrm>
            <a:off x="3427600" y="2463003"/>
            <a:ext cx="939736" cy="266719"/>
            <a:chOff x="2655895" y="3110059"/>
            <a:chExt cx="655965" cy="222374"/>
          </a:xfrm>
        </p:grpSpPr>
        <p:sp>
          <p:nvSpPr>
            <p:cNvPr id="83" name="Text Box 124">
              <a:extLst>
                <a:ext uri="{FF2B5EF4-FFF2-40B4-BE49-F238E27FC236}">
                  <a16:creationId xmlns:a16="http://schemas.microsoft.com/office/drawing/2014/main" xmlns="" id="{EE8A3EF3-CD59-42DA-9861-C7938F8D7F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0093" y="3110059"/>
              <a:ext cx="447578" cy="179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1400">
                  <a:solidFill>
                    <a:srgbClr val="2B3749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kumimoji="1" sz="1400">
                  <a:solidFill>
                    <a:srgbClr val="2B3749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 sz="1400">
                  <a:solidFill>
                    <a:srgbClr val="2B3749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 sz="1400">
                  <a:solidFill>
                    <a:srgbClr val="2B3749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 sz="1400">
                  <a:solidFill>
                    <a:srgbClr val="2B3749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rgbClr val="2B3749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rgbClr val="2B3749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rgbClr val="2B3749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rgbClr val="2B3749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b="1" kern="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척도유형</a:t>
              </a:r>
              <a:endParaRPr kumimoji="1" lang="ko-KR" altLang="en-US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84" name="Line 126">
              <a:extLst>
                <a:ext uri="{FF2B5EF4-FFF2-40B4-BE49-F238E27FC236}">
                  <a16:creationId xmlns:a16="http://schemas.microsoft.com/office/drawing/2014/main" xmlns="" id="{07F5945A-9D15-47A3-94E0-58F560EF0F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5895" y="3332433"/>
              <a:ext cx="65596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1" i="0" u="none" strike="noStrike" kern="0" cap="none" spc="0" normalizeH="0" baseline="0" noProof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xmlns="" id="{3B5DA564-EE23-4C23-B5EF-C2EBBFD58F5B}"/>
              </a:ext>
            </a:extLst>
          </p:cNvPr>
          <p:cNvGrpSpPr/>
          <p:nvPr/>
        </p:nvGrpSpPr>
        <p:grpSpPr>
          <a:xfrm>
            <a:off x="7369142" y="2456892"/>
            <a:ext cx="1161172" cy="266719"/>
            <a:chOff x="5605108" y="3104964"/>
            <a:chExt cx="1199140" cy="222374"/>
          </a:xfrm>
        </p:grpSpPr>
        <p:sp>
          <p:nvSpPr>
            <p:cNvPr id="86" name="Text Box 124">
              <a:extLst>
                <a:ext uri="{FF2B5EF4-FFF2-40B4-BE49-F238E27FC236}">
                  <a16:creationId xmlns:a16="http://schemas.microsoft.com/office/drawing/2014/main" xmlns="" id="{8D0B41EC-7404-44D9-818D-0DB7F2B814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7428" y="3104964"/>
              <a:ext cx="814504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1400">
                  <a:solidFill>
                    <a:srgbClr val="2B3749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kumimoji="1" sz="1400">
                  <a:solidFill>
                    <a:srgbClr val="2B3749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 sz="1400">
                  <a:solidFill>
                    <a:srgbClr val="2B3749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 sz="1400">
                  <a:solidFill>
                    <a:srgbClr val="2B3749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 sz="1400">
                  <a:solidFill>
                    <a:srgbClr val="2B3749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rgbClr val="2B3749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rgbClr val="2B3749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rgbClr val="2B3749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rgbClr val="2B3749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분석목적</a:t>
              </a:r>
            </a:p>
          </p:txBody>
        </p:sp>
        <p:sp>
          <p:nvSpPr>
            <p:cNvPr id="87" name="Line 126">
              <a:extLst>
                <a:ext uri="{FF2B5EF4-FFF2-40B4-BE49-F238E27FC236}">
                  <a16:creationId xmlns:a16="http://schemas.microsoft.com/office/drawing/2014/main" xmlns="" id="{4D706D05-116A-4B76-9B9C-2B530EE8AA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05108" y="3327338"/>
              <a:ext cx="1199140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xmlns="" id="{53D50B39-75A3-4C17-89C7-36112626BC95}"/>
              </a:ext>
            </a:extLst>
          </p:cNvPr>
          <p:cNvGrpSpPr/>
          <p:nvPr/>
        </p:nvGrpSpPr>
        <p:grpSpPr>
          <a:xfrm>
            <a:off x="529845" y="2349887"/>
            <a:ext cx="2469811" cy="764817"/>
            <a:chOff x="426501" y="2349887"/>
            <a:chExt cx="2481343" cy="764817"/>
          </a:xfrm>
        </p:grpSpPr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xmlns="" id="{AB48F5BB-1491-4F92-AE6F-434BF7684F47}"/>
                </a:ext>
              </a:extLst>
            </p:cNvPr>
            <p:cNvGrpSpPr/>
            <p:nvPr/>
          </p:nvGrpSpPr>
          <p:grpSpPr>
            <a:xfrm>
              <a:off x="426501" y="2349887"/>
              <a:ext cx="2481343" cy="764817"/>
              <a:chOff x="6673389" y="2491579"/>
              <a:chExt cx="4147837" cy="623886"/>
            </a:xfrm>
          </p:grpSpPr>
          <p:sp>
            <p:nvSpPr>
              <p:cNvPr id="92" name="오른쪽 대괄호 8">
                <a:extLst>
                  <a:ext uri="{FF2B5EF4-FFF2-40B4-BE49-F238E27FC236}">
                    <a16:creationId xmlns:a16="http://schemas.microsoft.com/office/drawing/2014/main" xmlns="" id="{6E4D506E-4B4D-456B-963D-FCA7132FA615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93" name="오른쪽 대괄호 8">
                <a:extLst>
                  <a:ext uri="{FF2B5EF4-FFF2-40B4-BE49-F238E27FC236}">
                    <a16:creationId xmlns:a16="http://schemas.microsoft.com/office/drawing/2014/main" xmlns="" id="{98C5BB08-B976-4B15-9428-D134DFE642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xmlns="" id="{50A2BAF4-DA3B-46B5-88ED-2524808FEE72}"/>
                </a:ext>
              </a:extLst>
            </p:cNvPr>
            <p:cNvSpPr txBox="1"/>
            <p:nvPr/>
          </p:nvSpPr>
          <p:spPr>
            <a:xfrm>
              <a:off x="707647" y="2486074"/>
              <a:ext cx="1919050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조작적 정의</a:t>
              </a:r>
              <a:r>
                <a:rPr lang="en-US" altLang="ko-KR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en-US" altLang="ko-KR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(operationalization) </a:t>
              </a:r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xmlns="" id="{22D60318-3F6D-49B9-9253-C02A7F7B8957}"/>
              </a:ext>
            </a:extLst>
          </p:cNvPr>
          <p:cNvSpPr txBox="1"/>
          <p:nvPr/>
        </p:nvSpPr>
        <p:spPr>
          <a:xfrm>
            <a:off x="515380" y="3255068"/>
            <a:ext cx="2481343" cy="29869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1200"/>
              </a:spcAft>
              <a:buSzPct val="80000"/>
              <a:buBlip>
                <a:blip r:embed="rId9"/>
              </a:buBlip>
            </a:pP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특정변수에 대해서 어떠한 척도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(scale: 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측정을 위한 </a:t>
            </a:r>
            <a:r>
              <a:rPr lang="ko-KR" altLang="en-US" sz="14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계량화된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방법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도구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이용해 </a:t>
            </a:r>
            <a:b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어떻게 측정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(measurement: 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변수에 구체적인 값인 숫자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문자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기호를 부여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하겠다는 것을 정의한 문장</a:t>
            </a:r>
            <a:endParaRPr lang="en-US" altLang="ko-KR" sz="14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 latinLnBrk="0">
              <a:lnSpc>
                <a:spcPct val="120000"/>
              </a:lnSpc>
              <a:spcAft>
                <a:spcPts val="1200"/>
              </a:spcAft>
              <a:buSzPct val="80000"/>
              <a:buBlip>
                <a:blip r:embed="rId9"/>
              </a:buBlip>
            </a:pP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각 변수에 대한 조작적 정의를 모아 놓은 설명테이블을 </a:t>
            </a:r>
            <a:r>
              <a:rPr lang="ko-KR" altLang="en-US" sz="14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코딩북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(coding book)</a:t>
            </a:r>
            <a:b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이라고 함 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xmlns="" id="{512A212A-4B3C-44C4-861F-53E701C4674C}"/>
              </a:ext>
            </a:extLst>
          </p:cNvPr>
          <p:cNvSpPr txBox="1"/>
          <p:nvPr/>
        </p:nvSpPr>
        <p:spPr>
          <a:xfrm>
            <a:off x="9038975" y="3861048"/>
            <a:ext cx="2481343" cy="7648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1200"/>
              </a:spcAft>
              <a:buSzPct val="80000"/>
              <a:buBlip>
                <a:blip r:embed="rId9"/>
              </a:buBlip>
            </a:pP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사칙연산 적용불가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빈도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·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비율 분석으로 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/>
            </a:r>
            <a:b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</a:b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     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데이터를 처리함</a:t>
            </a:r>
            <a:endParaRPr lang="ko-KR" altLang="en-US" sz="14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xmlns="" id="{D14DCA7E-918B-4731-93E4-EF92B532F214}"/>
              </a:ext>
            </a:extLst>
          </p:cNvPr>
          <p:cNvSpPr txBox="1"/>
          <p:nvPr/>
        </p:nvSpPr>
        <p:spPr>
          <a:xfrm>
            <a:off x="9089699" y="5841268"/>
            <a:ext cx="2481343" cy="7648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1200"/>
              </a:spcAft>
              <a:buSzPct val="80000"/>
              <a:buBlip>
                <a:blip r:embed="rId9"/>
              </a:buBlip>
            </a:pP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사칙연산 적용가능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평균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·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분산 등으로 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/>
            </a:r>
            <a:b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</a:b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     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데이터를 처리함</a:t>
            </a:r>
            <a:endParaRPr lang="ko-KR" altLang="en-US" sz="14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53842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탐색적 데이터분석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데이터셋을 </a:t>
            </a:r>
            <a:r>
              <a:rPr lang="ko-KR" altLang="en-US" dirty="0" err="1"/>
              <a:t>중심성</a:t>
            </a:r>
            <a:r>
              <a:rPr lang="en-US" altLang="ko-KR" dirty="0"/>
              <a:t>, </a:t>
            </a:r>
            <a:r>
              <a:rPr lang="ko-KR" altLang="en-US" dirty="0"/>
              <a:t>변동성</a:t>
            </a:r>
            <a:r>
              <a:rPr lang="en-US" altLang="ko-KR" dirty="0"/>
              <a:t>, </a:t>
            </a:r>
            <a:r>
              <a:rPr lang="ko-KR" altLang="en-US" dirty="0"/>
              <a:t>정규성 등의 대표적 특성치로 요약해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데이터셋의 전반적인 특성을 파악하는 것을 탐색적 데이터분석</a:t>
            </a:r>
            <a:r>
              <a:rPr lang="en-US" altLang="ko-KR" dirty="0"/>
              <a:t>·</a:t>
            </a:r>
            <a:r>
              <a:rPr lang="ko-KR" altLang="en-US" dirty="0"/>
              <a:t>기술통계학이라 함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xmlns="" id="{195E945E-15AF-44D9-B0F0-F01FC0040666}"/>
              </a:ext>
            </a:extLst>
          </p:cNvPr>
          <p:cNvGrpSpPr/>
          <p:nvPr/>
        </p:nvGrpSpPr>
        <p:grpSpPr>
          <a:xfrm>
            <a:off x="4237444" y="2339675"/>
            <a:ext cx="2900877" cy="513261"/>
            <a:chOff x="446098" y="35587"/>
            <a:chExt cx="5611998" cy="513261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xmlns="" id="{521B97D2-BB84-464D-84B5-D33068BA4F2A}"/>
                </a:ext>
              </a:extLst>
            </p:cNvPr>
            <p:cNvGrpSpPr/>
            <p:nvPr/>
          </p:nvGrpSpPr>
          <p:grpSpPr>
            <a:xfrm>
              <a:off x="446098" y="35587"/>
              <a:ext cx="5611998" cy="513261"/>
              <a:chOff x="6673389" y="2491579"/>
              <a:chExt cx="4147837" cy="623886"/>
            </a:xfrm>
          </p:grpSpPr>
          <p:sp>
            <p:nvSpPr>
              <p:cNvPr id="42" name="오른쪽 대괄호 8">
                <a:extLst>
                  <a:ext uri="{FF2B5EF4-FFF2-40B4-BE49-F238E27FC236}">
                    <a16:creationId xmlns:a16="http://schemas.microsoft.com/office/drawing/2014/main" xmlns="" id="{6032E87E-F30E-48A0-9DE7-9B04E91F3C08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3" name="오른쪽 대괄호 8">
                <a:extLst>
                  <a:ext uri="{FF2B5EF4-FFF2-40B4-BE49-F238E27FC236}">
                    <a16:creationId xmlns:a16="http://schemas.microsoft.com/office/drawing/2014/main" xmlns="" id="{EE063613-6DD1-414C-85FC-8CD623EE544C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933BC2A0-B8C7-4951-A29E-4824B527D139}"/>
                </a:ext>
              </a:extLst>
            </p:cNvPr>
            <p:cNvSpPr txBox="1"/>
            <p:nvPr/>
          </p:nvSpPr>
          <p:spPr>
            <a:xfrm>
              <a:off x="2829141" y="169107"/>
              <a:ext cx="1190843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변동성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xmlns="" id="{8D032D91-F297-44E0-B24B-0858F825E287}"/>
              </a:ext>
            </a:extLst>
          </p:cNvPr>
          <p:cNvGrpSpPr/>
          <p:nvPr/>
        </p:nvGrpSpPr>
        <p:grpSpPr>
          <a:xfrm>
            <a:off x="7747037" y="2339675"/>
            <a:ext cx="2900877" cy="513261"/>
            <a:chOff x="446098" y="35587"/>
            <a:chExt cx="5611998" cy="513261"/>
          </a:xfrm>
        </p:grpSpPr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xmlns="" id="{D50E6063-327E-41A7-99A4-7DF26F5382DA}"/>
                </a:ext>
              </a:extLst>
            </p:cNvPr>
            <p:cNvGrpSpPr/>
            <p:nvPr/>
          </p:nvGrpSpPr>
          <p:grpSpPr>
            <a:xfrm>
              <a:off x="446098" y="35587"/>
              <a:ext cx="5611998" cy="513261"/>
              <a:chOff x="6673389" y="2491579"/>
              <a:chExt cx="4147837" cy="623886"/>
            </a:xfrm>
          </p:grpSpPr>
          <p:sp>
            <p:nvSpPr>
              <p:cNvPr id="47" name="오른쪽 대괄호 8">
                <a:extLst>
                  <a:ext uri="{FF2B5EF4-FFF2-40B4-BE49-F238E27FC236}">
                    <a16:creationId xmlns:a16="http://schemas.microsoft.com/office/drawing/2014/main" xmlns="" id="{8F2D6BD4-67C2-48D0-9FAC-DFBC80D64373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8" name="오른쪽 대괄호 8">
                <a:extLst>
                  <a:ext uri="{FF2B5EF4-FFF2-40B4-BE49-F238E27FC236}">
                    <a16:creationId xmlns:a16="http://schemas.microsoft.com/office/drawing/2014/main" xmlns="" id="{9EDB2384-C3AB-40E7-8A0B-F3BB8DFCCF67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2A9E7566-A20C-4E21-B8FA-07BA650120BD}"/>
                </a:ext>
              </a:extLst>
            </p:cNvPr>
            <p:cNvSpPr txBox="1"/>
            <p:nvPr/>
          </p:nvSpPr>
          <p:spPr>
            <a:xfrm>
              <a:off x="2829137" y="169107"/>
              <a:ext cx="1190843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정규성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xmlns="" id="{4E80D5B0-E80D-4B03-8E9C-8FEA181D3BC2}"/>
              </a:ext>
            </a:extLst>
          </p:cNvPr>
          <p:cNvGrpSpPr/>
          <p:nvPr/>
        </p:nvGrpSpPr>
        <p:grpSpPr>
          <a:xfrm>
            <a:off x="895623" y="2339675"/>
            <a:ext cx="2900877" cy="513261"/>
            <a:chOff x="446098" y="35587"/>
            <a:chExt cx="5611998" cy="513261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xmlns="" id="{12C0A4A8-E106-4793-9AD3-BE9643DA49F3}"/>
                </a:ext>
              </a:extLst>
            </p:cNvPr>
            <p:cNvGrpSpPr/>
            <p:nvPr/>
          </p:nvGrpSpPr>
          <p:grpSpPr>
            <a:xfrm>
              <a:off x="446098" y="35587"/>
              <a:ext cx="5611998" cy="513261"/>
              <a:chOff x="6673389" y="2491579"/>
              <a:chExt cx="4147837" cy="623886"/>
            </a:xfrm>
          </p:grpSpPr>
          <p:sp>
            <p:nvSpPr>
              <p:cNvPr id="52" name="오른쪽 대괄호 8">
                <a:extLst>
                  <a:ext uri="{FF2B5EF4-FFF2-40B4-BE49-F238E27FC236}">
                    <a16:creationId xmlns:a16="http://schemas.microsoft.com/office/drawing/2014/main" xmlns="" id="{04948636-BF8F-47AC-A118-19EC19DBD21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53" name="오른쪽 대괄호 8">
                <a:extLst>
                  <a:ext uri="{FF2B5EF4-FFF2-40B4-BE49-F238E27FC236}">
                    <a16:creationId xmlns:a16="http://schemas.microsoft.com/office/drawing/2014/main" xmlns="" id="{9F3C4961-B48B-4467-98FE-0A2AF6B4ABCD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3CB49E46-92B8-4742-A178-F207D2F8AB23}"/>
                </a:ext>
              </a:extLst>
            </p:cNvPr>
            <p:cNvSpPr txBox="1"/>
            <p:nvPr/>
          </p:nvSpPr>
          <p:spPr>
            <a:xfrm>
              <a:off x="2829139" y="169107"/>
              <a:ext cx="1190843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b="1" dirty="0" err="1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중심성</a:t>
              </a:r>
              <a:endParaRPr lang="ko-KR" altLang="en-US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xmlns="" id="{31DE6633-3B12-4B23-AA73-45F10D9C3EA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92366" y="3055483"/>
            <a:ext cx="3107390" cy="3176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5"/>
              </a:buBlip>
              <a:defRPr/>
            </a:pP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데이터가 어느 부분에 집중되어 발생하고 있는가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</a:t>
            </a:r>
            <a:endParaRPr kumimoji="1" lang="en-US" altLang="ko-KR" sz="1200" dirty="0">
              <a:solidFill>
                <a:srgbClr val="3B4E67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Arial" panose="020B0604020202020204" pitchFamily="34" charset="0"/>
            </a:endParaRPr>
          </a:p>
          <a:p>
            <a:pPr marL="500063" lvl="1" indent="-285750" fontAlgn="base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004E8E"/>
              </a:buClr>
              <a:buSzPct val="130000"/>
              <a:buBlip>
                <a:blip r:embed="rId6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집중화경향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(central tendency)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이라고도 하며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특정변수에 들어 있는 데이터들이 전체적으로 어느 부분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집중되어 있는지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 중심위치를 파악할 수 있음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prstClr val="black">
                  <a:lumMod val="75000"/>
                  <a:lumOff val="25000"/>
                </a:prstClr>
              </a:solidFill>
              <a:effectLst>
                <a:glow>
                  <a:prstClr val="white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004E8E"/>
              </a:buClr>
              <a:buSzPct val="130000"/>
              <a:buBlip>
                <a:blip r:embed="rId6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보통 산술평균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(arithmetic mean)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 가장 대표적인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중심성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수치로 활용됨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prstClr val="black">
                  <a:lumMod val="75000"/>
                  <a:lumOff val="25000"/>
                </a:prstClr>
              </a:solidFill>
              <a:effectLst>
                <a:glow>
                  <a:prstClr val="white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004E8E"/>
              </a:buClr>
              <a:buSzPct val="130000"/>
              <a:buBlip>
                <a:blip r:embed="rId6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데이터를 작은 값에서 큰 값으로 순서대로 나열한 다음 가장 가운데 위치한 수치인 중앙값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(median)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이나 데이터 수치들 중에서 가장 빈도수가 많이 관찰되는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최빈치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(mode)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통해서도 파악함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prstClr val="black">
                  <a:lumMod val="75000"/>
                  <a:lumOff val="25000"/>
                </a:prstClr>
              </a:solidFill>
              <a:effectLst>
                <a:glow>
                  <a:prstClr val="white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xmlns="" id="{B0E55A9B-BC90-4CB2-ABF9-579CA014117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643780" y="3055483"/>
            <a:ext cx="3107390" cy="3397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5"/>
              </a:buBlip>
              <a:defRPr/>
            </a:pP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데이터가 정규분포모양에서 얼마나 벗어나 있는가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</a:t>
            </a:r>
            <a:endParaRPr kumimoji="1" lang="en-US" altLang="ko-KR" sz="1200" dirty="0">
              <a:solidFill>
                <a:srgbClr val="3B4E67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Arial" panose="020B0604020202020204" pitchFamily="34" charset="0"/>
            </a:endParaRPr>
          </a:p>
          <a:p>
            <a:pPr marL="500063" lvl="1" indent="-285750" fontAlgn="base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004E8E"/>
              </a:buClr>
              <a:buSzPct val="130000"/>
              <a:buBlip>
                <a:blip r:embed="rId6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데이터의 분포모양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(shape)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 관련된 것으로 보통 정규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(normal)·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가우스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(Gaussian)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분포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(distribution)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비슷한 지를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파악함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prstClr val="black">
                  <a:lumMod val="75000"/>
                  <a:lumOff val="25000"/>
                </a:prstClr>
              </a:solidFill>
              <a:effectLst>
                <a:glow>
                  <a:prstClr val="white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004E8E"/>
              </a:buClr>
              <a:buSzPct val="130000"/>
              <a:buBlip>
                <a:blip r:embed="rId6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정규분포는 상대적으로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중심성와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변동성을 파악하기 에 용이해 안정적인 예측분석결과를 얻을 수 있음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prstClr val="black">
                  <a:lumMod val="75000"/>
                  <a:lumOff val="25000"/>
                </a:prstClr>
              </a:solidFill>
              <a:effectLst>
                <a:glow>
                  <a:prstClr val="white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004E8E"/>
              </a:buClr>
              <a:buSzPct val="130000"/>
              <a:buBlip>
                <a:blip r:embed="rId6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가운데를 중심으로 데이터 분포가 대칭이 아닌 어느 한쪽으로 치우쳐 있는지를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왜도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(skewness)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파악하며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가운데 위치에 데이터가 정규분포보다 많이 몰려 있는지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완만하게 있는지를 첨도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(kurtosis)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통해 파악함 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prstClr val="black">
                  <a:lumMod val="75000"/>
                  <a:lumOff val="25000"/>
                </a:prstClr>
              </a:solidFill>
              <a:effectLst>
                <a:glow>
                  <a:prstClr val="white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xmlns="" id="{4249FF7C-2081-4A07-9AA1-E85D71D7AD0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34187" y="3055483"/>
            <a:ext cx="3107390" cy="2733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5"/>
              </a:buBlip>
              <a:defRPr/>
            </a:pP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데이터가 가운데를 중심으로 얼마나 흩어져 있는가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prstClr val="black">
                  <a:lumMod val="75000"/>
                  <a:lumOff val="25000"/>
                </a:prstClr>
              </a:solidFill>
              <a:effectLst>
                <a:glow>
                  <a:prstClr val="white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004E8E"/>
              </a:buClr>
              <a:buSzPct val="130000"/>
              <a:buBlip>
                <a:blip r:embed="rId6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분산정도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(dispersion)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이라고도 하며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특정변수에 들어 있는 데이터들이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중심성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위치에서 얼마나 퍼져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떨어져 있는지 변동가능성을 파악할 수 있도록 해 줌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prstClr val="black">
                  <a:lumMod val="75000"/>
                  <a:lumOff val="25000"/>
                </a:prstClr>
              </a:solidFill>
              <a:effectLst>
                <a:glow>
                  <a:prstClr val="white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004E8E"/>
              </a:buClr>
              <a:buSzPct val="130000"/>
              <a:buBlip>
                <a:blip r:embed="rId6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보통 분산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(variance)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이나 표준편차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(standard deviation)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많이 사용됨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prstClr val="black">
                  <a:lumMod val="75000"/>
                  <a:lumOff val="25000"/>
                </a:prstClr>
              </a:solidFill>
              <a:effectLst>
                <a:glow>
                  <a:prstClr val="white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004E8E"/>
              </a:buClr>
              <a:buSzPct val="130000"/>
              <a:buBlip>
                <a:blip r:embed="rId6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최대값의 차이를 통한 범위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(range),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일정한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간격으로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데이터값을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변화를 파악하는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분위수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(quantile)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도 활용됨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prstClr val="black">
                  <a:lumMod val="75000"/>
                  <a:lumOff val="25000"/>
                </a:prstClr>
              </a:solidFill>
              <a:effectLst>
                <a:glow>
                  <a:prstClr val="white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541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특성에 따른 기술통계분석 선택하기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분석대상 객체속성을 변수로 관찰</a:t>
            </a:r>
            <a:r>
              <a:rPr lang="en-US" altLang="ko-KR" dirty="0"/>
              <a:t>·</a:t>
            </a:r>
            <a:r>
              <a:rPr lang="ko-KR" altLang="en-US" dirty="0"/>
              <a:t>수집시에 어떠한 기준</a:t>
            </a:r>
            <a:r>
              <a:rPr lang="en-US" altLang="ko-KR" dirty="0"/>
              <a:t>·</a:t>
            </a:r>
            <a:r>
              <a:rPr lang="ko-KR" altLang="en-US" dirty="0"/>
              <a:t>방법으로 측정하는지에 따라 적절한 기술통계방법 사용필요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F8F1BA10-75A8-4438-8C25-60F6EC46892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233239" y="2600908"/>
            <a:ext cx="4608385" cy="309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SzPct val="80000"/>
              <a:buBlip>
                <a:blip r:embed="rId4"/>
              </a:buBlip>
              <a:defRPr/>
            </a:pP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분석대상이 가진 특정한 속성의 크기가 얼마인지를 파악하기 위한 측정방법으로 등간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간격척도와 비율척도가 있음 </a:t>
            </a:r>
            <a:endParaRPr lang="en-US" altLang="ko-KR" sz="14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 latinLnBrk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004E8E"/>
              </a:buClr>
              <a:buSzPct val="130000"/>
              <a:buBlip>
                <a:blip r:embed="rId5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등간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간격척도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(interval scale)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온도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등급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(A, B, C, D)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구체적인 수치나 크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온도의 경우 따뜻함과 차가움의 정도를 구체적인 수치로 측정해 크기를 표현하는데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측정된 수치 간에 간격이 일정하지만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절대영점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실제 크기가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 상태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이라는 것이 없어서 측정된 수치 간에 덧셈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뺄셈은 가능하지만 곱하기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나누기는 해당이 안됨 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</a:p>
          <a:p>
            <a:pPr marL="500063" lvl="1" indent="-285750" fontAlgn="base" latinLnBrk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004E8E"/>
              </a:buClr>
              <a:buSzPct val="130000"/>
              <a:buBlip>
                <a:blip r:embed="rId5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비율척도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(ratio scale)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특정성질의 크기를 수치로 측정한 것은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등간척도와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동일하지만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절대영점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실제 크기가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 경우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 있어서 측정된 수치 간에 사칙연산적용으로 상대적 크기비교가 가능함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prstClr val="black">
                  <a:lumMod val="75000"/>
                  <a:lumOff val="25000"/>
                </a:prstClr>
              </a:solidFill>
              <a:effectLst>
                <a:glow>
                  <a:prstClr val="white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 latinLnBrk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004E8E"/>
              </a:buClr>
              <a:buSzPct val="130000"/>
              <a:buBlip>
                <a:blip r:embed="rId5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연속형 데이터는 평균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표준편차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범위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첨도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왜도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등을 통해 데이터의 분포특성을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중심성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변동성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정규성 측면에서 파악함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63E92E66-940E-453E-A28C-2D480F69D19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06690" y="2600908"/>
            <a:ext cx="4608385" cy="309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SzPct val="80000"/>
              <a:buBlip>
                <a:blip r:embed="rId4"/>
              </a:buBlip>
              <a:defRPr/>
            </a:pP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정해진 몇 개 유형으로 분석대상을 구별하기 위한 측정방법으로 명목척도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이항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다항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 서열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순위척도가 있음</a:t>
            </a:r>
            <a:endParaRPr lang="en-US" altLang="ko-KR" sz="14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 latinLnBrk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004E8E"/>
              </a:buClr>
              <a:buSzPct val="130000"/>
              <a:buBlip>
                <a:blip r:embed="rId5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명목척도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(nominal scale)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성별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직업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상품 등 각각의 유형에 숫자를 임의대로 붙여서 측정하는 방식으로 성별의 경우 남자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=1,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=2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또는 남자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=2,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=1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처럼 순서는 상관이 없으며 각각의 유형을 구별해 주는게 초점임</a:t>
            </a:r>
          </a:p>
          <a:p>
            <a:pPr marL="500063" lvl="1" indent="-285750" fontAlgn="base" latinLnBrk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004E8E"/>
              </a:buClr>
              <a:buSzPct val="130000"/>
              <a:buBlip>
                <a:blip r:embed="rId5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서열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순위척도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(ordinal scale)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측정대상을 구별하면서 순서적으로 나열해 주는 특성을 가진 측정방식으로 학년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직급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계층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등이 있는데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직급의 경우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1: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2: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과장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3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부장 처럼 숫자가 커질수록 권한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책임 범위가 커지는데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보통 각 직급간 권한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책임범위 크기가 서로 일정하지 않다는 특징을 가짐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prstClr val="black">
                  <a:lumMod val="75000"/>
                  <a:lumOff val="25000"/>
                </a:prstClr>
              </a:solidFill>
              <a:effectLst>
                <a:glow>
                  <a:prstClr val="white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 latinLnBrk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004E8E"/>
              </a:buClr>
              <a:buSzPct val="130000"/>
              <a:buBlip>
                <a:blip r:embed="rId5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범주형 데이터는 빈도수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최빈치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비율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백분율 등을 통해  데이터의 분포특성을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중심성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변동성 측면에서 파악함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xmlns="" id="{AEA5E1A7-30B2-43FD-AED0-0FFB77C61449}"/>
              </a:ext>
            </a:extLst>
          </p:cNvPr>
          <p:cNvCxnSpPr>
            <a:cxnSpLocks/>
          </p:cNvCxnSpPr>
          <p:nvPr/>
        </p:nvCxnSpPr>
        <p:spPr>
          <a:xfrm>
            <a:off x="5771964" y="2024063"/>
            <a:ext cx="0" cy="4099504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</a:ln>
          <a:effectLst/>
        </p:spPr>
      </p:cxnSp>
      <p:sp>
        <p:nvSpPr>
          <p:cNvPr id="33" name="모서리가 둥근 직사각형 154">
            <a:extLst>
              <a:ext uri="{FF2B5EF4-FFF2-40B4-BE49-F238E27FC236}">
                <a16:creationId xmlns:a16="http://schemas.microsoft.com/office/drawing/2014/main" xmlns="" id="{D5F22493-3D2D-45BA-8AEC-2DD3CB202083}"/>
              </a:ext>
            </a:extLst>
          </p:cNvPr>
          <p:cNvSpPr/>
          <p:nvPr/>
        </p:nvSpPr>
        <p:spPr>
          <a:xfrm>
            <a:off x="6120475" y="5708542"/>
            <a:ext cx="4799931" cy="415026"/>
          </a:xfrm>
          <a:prstGeom prst="roundRect">
            <a:avLst>
              <a:gd name="adj" fmla="val 10468"/>
            </a:avLst>
          </a:prstGeom>
          <a:solidFill>
            <a:srgbClr val="B2CDE4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연속형 변수 간에 한쪽 변수의 수치 변화에 따라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다른 쪽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변수의 수치변화가 나타난다면 서로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상관성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(correlation)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 있다고 판단함</a:t>
            </a:r>
          </a:p>
        </p:txBody>
      </p:sp>
      <p:sp>
        <p:nvSpPr>
          <p:cNvPr id="34" name="모서리가 둥근 직사각형 154">
            <a:extLst>
              <a:ext uri="{FF2B5EF4-FFF2-40B4-BE49-F238E27FC236}">
                <a16:creationId xmlns:a16="http://schemas.microsoft.com/office/drawing/2014/main" xmlns="" id="{FAA6DE37-1DBF-40B9-BA1E-675A175591AE}"/>
              </a:ext>
            </a:extLst>
          </p:cNvPr>
          <p:cNvSpPr/>
          <p:nvPr/>
        </p:nvSpPr>
        <p:spPr>
          <a:xfrm>
            <a:off x="659397" y="5708542"/>
            <a:ext cx="4764047" cy="415026"/>
          </a:xfrm>
          <a:prstGeom prst="roundRect">
            <a:avLst>
              <a:gd name="adj" fmla="val 10468"/>
            </a:avLst>
          </a:prstGeom>
          <a:solidFill>
            <a:srgbClr val="B2CDE4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eaLnBrk="0" latinLnBrk="0" hangingPunct="0">
              <a:defRPr/>
            </a:pP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범주형 변수 간에 한쪽 변수의 </a:t>
            </a:r>
            <a:r>
              <a:rPr lang="ko-KR" altLang="en-US" sz="1200" b="1" kern="0" dirty="0" smtClean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항목 빈도수 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변화에 따라 </a:t>
            </a:r>
            <a:r>
              <a:rPr lang="ko-KR" altLang="en-US" sz="1200" b="1" kern="0" dirty="0" smtClean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다른 쪽 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변수의 </a:t>
            </a:r>
            <a:r>
              <a:rPr lang="ko-KR" altLang="en-US" sz="1200" b="1" kern="0" dirty="0" smtClean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항목 빈도수 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변화가 나타난다면 서로 </a:t>
            </a:r>
            <a:r>
              <a:rPr lang="ko-KR" altLang="en-US" sz="1200" b="1" kern="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연관성</a:t>
            </a:r>
            <a:r>
              <a:rPr lang="en-US" altLang="ko-KR" sz="1200" b="1" kern="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(association)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 있다고 판단함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xmlns="" id="{A251E776-5122-4BFC-90AB-7829952DED5A}"/>
              </a:ext>
            </a:extLst>
          </p:cNvPr>
          <p:cNvGrpSpPr/>
          <p:nvPr/>
        </p:nvGrpSpPr>
        <p:grpSpPr>
          <a:xfrm>
            <a:off x="659398" y="2027896"/>
            <a:ext cx="4769580" cy="513261"/>
            <a:chOff x="446098" y="35587"/>
            <a:chExt cx="5611998" cy="513261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xmlns="" id="{A80CFB0D-9B7F-48C1-B49D-2DA21E383303}"/>
                </a:ext>
              </a:extLst>
            </p:cNvPr>
            <p:cNvGrpSpPr/>
            <p:nvPr/>
          </p:nvGrpSpPr>
          <p:grpSpPr>
            <a:xfrm>
              <a:off x="446098" y="35587"/>
              <a:ext cx="5611998" cy="513261"/>
              <a:chOff x="6673389" y="2491579"/>
              <a:chExt cx="4147837" cy="623886"/>
            </a:xfrm>
          </p:grpSpPr>
          <p:sp>
            <p:nvSpPr>
              <p:cNvPr id="40" name="오른쪽 대괄호 8">
                <a:extLst>
                  <a:ext uri="{FF2B5EF4-FFF2-40B4-BE49-F238E27FC236}">
                    <a16:creationId xmlns:a16="http://schemas.microsoft.com/office/drawing/2014/main" xmlns="" id="{3F7CBD00-EEB1-472A-A304-B921974467F7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1" name="오른쪽 대괄호 8">
                <a:extLst>
                  <a:ext uri="{FF2B5EF4-FFF2-40B4-BE49-F238E27FC236}">
                    <a16:creationId xmlns:a16="http://schemas.microsoft.com/office/drawing/2014/main" xmlns="" id="{34417AD5-A160-48DF-893D-0009E9B9A351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327E8865-6B60-4E48-869F-51411099A59E}"/>
                </a:ext>
              </a:extLst>
            </p:cNvPr>
            <p:cNvSpPr txBox="1"/>
            <p:nvPr/>
          </p:nvSpPr>
          <p:spPr>
            <a:xfrm>
              <a:off x="724550" y="169107"/>
              <a:ext cx="509330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범주형</a:t>
              </a:r>
              <a:r>
                <a:rPr lang="en-US" altLang="ko-KR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(categorical) ·</a:t>
              </a:r>
              <a:r>
                <a:rPr lang="ko-KR" altLang="en-US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질적</a:t>
              </a:r>
              <a:r>
                <a:rPr lang="en-US" altLang="ko-KR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(qualitative) </a:t>
              </a:r>
              <a:r>
                <a:rPr lang="ko-KR" altLang="en-US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xmlns="" id="{6EC88890-FC30-4287-B14A-9323601FE5FA}"/>
              </a:ext>
            </a:extLst>
          </p:cNvPr>
          <p:cNvGrpSpPr/>
          <p:nvPr/>
        </p:nvGrpSpPr>
        <p:grpSpPr>
          <a:xfrm>
            <a:off x="6120476" y="2027896"/>
            <a:ext cx="4769580" cy="513261"/>
            <a:chOff x="446098" y="35587"/>
            <a:chExt cx="5611998" cy="513261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xmlns="" id="{EDB84FF7-B2DE-46BE-971E-9656D054B1F4}"/>
                </a:ext>
              </a:extLst>
            </p:cNvPr>
            <p:cNvGrpSpPr/>
            <p:nvPr/>
          </p:nvGrpSpPr>
          <p:grpSpPr>
            <a:xfrm>
              <a:off x="446098" y="35587"/>
              <a:ext cx="5611998" cy="513261"/>
              <a:chOff x="6673389" y="2491579"/>
              <a:chExt cx="4147837" cy="623886"/>
            </a:xfrm>
          </p:grpSpPr>
          <p:sp>
            <p:nvSpPr>
              <p:cNvPr id="45" name="오른쪽 대괄호 8">
                <a:extLst>
                  <a:ext uri="{FF2B5EF4-FFF2-40B4-BE49-F238E27FC236}">
                    <a16:creationId xmlns:a16="http://schemas.microsoft.com/office/drawing/2014/main" xmlns="" id="{BD71A7A0-4469-4340-8331-5C187294788A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6" name="오른쪽 대괄호 8">
                <a:extLst>
                  <a:ext uri="{FF2B5EF4-FFF2-40B4-BE49-F238E27FC236}">
                    <a16:creationId xmlns:a16="http://schemas.microsoft.com/office/drawing/2014/main" xmlns="" id="{03453238-AF72-4AD3-B270-5903EF7F42D6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xmlns="" id="{62916974-7993-4501-9336-15AC0A31E3B4}"/>
                </a:ext>
              </a:extLst>
            </p:cNvPr>
            <p:cNvSpPr txBox="1"/>
            <p:nvPr/>
          </p:nvSpPr>
          <p:spPr>
            <a:xfrm>
              <a:off x="636088" y="169107"/>
              <a:ext cx="527022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연속형</a:t>
              </a:r>
              <a:r>
                <a:rPr lang="en-US" altLang="ko-KR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(continuous) ·</a:t>
              </a:r>
              <a:r>
                <a:rPr lang="ko-KR" altLang="en-US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양적</a:t>
              </a:r>
              <a:r>
                <a:rPr lang="en-US" altLang="ko-KR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(quantitative) </a:t>
              </a:r>
              <a:r>
                <a:rPr lang="ko-KR" altLang="en-US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</a:t>
              </a:r>
            </a:p>
          </p:txBody>
        </p:sp>
      </p:grpSp>
      <p:sp>
        <p:nvSpPr>
          <p:cNvPr id="22" name="모서리가 둥근 직사각형 154">
            <a:extLst>
              <a:ext uri="{FF2B5EF4-FFF2-40B4-BE49-F238E27FC236}">
                <a16:creationId xmlns:a16="http://schemas.microsoft.com/office/drawing/2014/main" xmlns="" id="{594C9416-BE2E-43BF-AD7B-68FE5D139913}"/>
              </a:ext>
            </a:extLst>
          </p:cNvPr>
          <p:cNvSpPr/>
          <p:nvPr/>
        </p:nvSpPr>
        <p:spPr>
          <a:xfrm>
            <a:off x="2021911" y="6290574"/>
            <a:ext cx="7530473" cy="415026"/>
          </a:xfrm>
          <a:prstGeom prst="roundRect">
            <a:avLst>
              <a:gd name="adj" fmla="val 10468"/>
            </a:avLst>
          </a:prstGeom>
          <a:solidFill>
            <a:srgbClr val="B2CDE4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eaLnBrk="0" latinLnBrk="0" hangingPunct="0">
              <a:defRPr/>
            </a:pPr>
            <a:r>
              <a:rPr lang="ko-KR" altLang="en-US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범주형이든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연속형이든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변수 간에 한쪽</a:t>
            </a:r>
            <a: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변수가 시간적</a:t>
            </a:r>
            <a: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논리적으로 먼저</a:t>
            </a:r>
            <a: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적어도</a:t>
            </a:r>
            <a: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동시에</a:t>
            </a:r>
            <a: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앞서서 변화하고</a:t>
            </a:r>
            <a: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b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다른 쪽 변수가 그 영향을 받아 변화되는 결과변수로 논리적추론으로 판단된다면 서로 </a:t>
            </a:r>
            <a:r>
              <a:rPr lang="ko-KR" altLang="en-US" sz="1200" b="1" kern="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인과성</a:t>
            </a:r>
            <a:r>
              <a:rPr lang="en-US" altLang="ko-KR" sz="1200" b="1" kern="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(causation)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 있다고 판단함</a:t>
            </a:r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xmlns="" id="{B2FD9491-EE3E-4069-971B-3BFDFBA05061}"/>
              </a:ext>
            </a:extLst>
          </p:cNvPr>
          <p:cNvCxnSpPr>
            <a:cxnSpLocks/>
            <a:endCxn id="22" idx="1"/>
          </p:cNvCxnSpPr>
          <p:nvPr/>
        </p:nvCxnSpPr>
        <p:spPr>
          <a:xfrm rot="16200000" flipH="1">
            <a:off x="1747460" y="6223635"/>
            <a:ext cx="374519" cy="17438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xmlns="" id="{015E5890-2348-42D1-80D5-ABED956CEF23}"/>
              </a:ext>
            </a:extLst>
          </p:cNvPr>
          <p:cNvCxnSpPr>
            <a:cxnSpLocks/>
            <a:endCxn id="22" idx="3"/>
          </p:cNvCxnSpPr>
          <p:nvPr/>
        </p:nvCxnSpPr>
        <p:spPr>
          <a:xfrm rot="5400000">
            <a:off x="9437132" y="6238819"/>
            <a:ext cx="374520" cy="1440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5346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분석대상자료 주제선정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기술통계분석 중심의 다양한 데이터 탐색기법을 익히기 위하여 데이터셋 수집과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각 </a:t>
            </a:r>
            <a:r>
              <a:rPr lang="ko-KR" altLang="en-US" dirty="0" err="1"/>
              <a:t>변수별</a:t>
            </a:r>
            <a:r>
              <a:rPr lang="ko-KR" altLang="en-US" dirty="0"/>
              <a:t> 조작적 정의에 대한 이해가  상대적으로 쉽고</a:t>
            </a:r>
            <a:r>
              <a:rPr lang="en-US" altLang="ko-KR" dirty="0"/>
              <a:t>, </a:t>
            </a:r>
            <a:r>
              <a:rPr lang="ko-KR" altLang="en-US" dirty="0"/>
              <a:t>분석결과 해석이 용이한 관광데이터를 주제로 선정함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89877BC6-0464-4FBA-A876-51BEAEBBDA5B}"/>
              </a:ext>
            </a:extLst>
          </p:cNvPr>
          <p:cNvSpPr>
            <a:spLocks/>
          </p:cNvSpPr>
          <p:nvPr/>
        </p:nvSpPr>
        <p:spPr>
          <a:xfrm>
            <a:off x="607907" y="2786114"/>
            <a:ext cx="2126659" cy="136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Picture 2" descr="ê´ê´ì§ìì ë³´ìì¤í">
            <a:extLst>
              <a:ext uri="{FF2B5EF4-FFF2-40B4-BE49-F238E27FC236}">
                <a16:creationId xmlns:a16="http://schemas.microsoft.com/office/drawing/2014/main" xmlns="" id="{366B28A1-177C-4BB5-BEDE-3B8627399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680" y="3458610"/>
            <a:ext cx="11144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íêµ­ë¬¸íê´ê´ì°êµ¬ì">
            <a:extLst>
              <a:ext uri="{FF2B5EF4-FFF2-40B4-BE49-F238E27FC236}">
                <a16:creationId xmlns:a16="http://schemas.microsoft.com/office/drawing/2014/main" xmlns="" id="{0D56D0F2-986B-400D-951A-D3453AC15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63" y="2882973"/>
            <a:ext cx="1828800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04D9BFDC-1242-4BB2-856F-E57ACD2CBD62}"/>
              </a:ext>
            </a:extLst>
          </p:cNvPr>
          <p:cNvSpPr>
            <a:spLocks/>
          </p:cNvSpPr>
          <p:nvPr/>
        </p:nvSpPr>
        <p:spPr>
          <a:xfrm>
            <a:off x="8433837" y="2781590"/>
            <a:ext cx="2126659" cy="136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718834D2-A495-4807-B826-AD72D3EC9F3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12731" y="4209897"/>
            <a:ext cx="2126659" cy="236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8"/>
              </a:buBlip>
              <a:defRPr/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know.tour.go.kr/</a:t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stat/tourStatSearchDis.do</a:t>
            </a:r>
          </a:p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8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제공 사이트 주소는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변경가능성이 있으므로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일반포털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검색을 통해서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해당기관 및 자료제공 시스템 최신 접속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URL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찾으면 됨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8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해당 자료제공 사이트에서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통계자료 검색메뉴로 찾을 수 있음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BB741060-6D04-4168-8F95-DC3F8AC8B3F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433836" y="4209897"/>
            <a:ext cx="2126659" cy="2582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8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한국여행실태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방한 횟수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목적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결정과정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선택고려요인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여행정보 입수경로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동반자현황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체재기간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숙박시설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방문지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좋았던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방문지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여행유형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여행중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활동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8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한국여행소비실태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지출경비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쇼핑품목 및 장소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8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한국여행평가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전반적 만족도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항목별 만족도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재방문의향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추천의향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여행 전후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이미지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prstClr val="black">
                  <a:lumMod val="75000"/>
                  <a:lumOff val="25000"/>
                </a:prstClr>
              </a:solidFill>
              <a:effectLst>
                <a:glow>
                  <a:prstClr val="white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D2B16282-3527-4515-AB2C-C47153B54082}"/>
              </a:ext>
            </a:extLst>
          </p:cNvPr>
          <p:cNvSpPr>
            <a:spLocks/>
          </p:cNvSpPr>
          <p:nvPr/>
        </p:nvSpPr>
        <p:spPr>
          <a:xfrm>
            <a:off x="3223919" y="2781590"/>
            <a:ext cx="2126659" cy="136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xmlns="" id="{0700B7B1-1150-4ACE-A2C0-0F1F0788AE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4747" y="2976135"/>
            <a:ext cx="1905000" cy="904875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6325578F-3683-4D4F-94A1-7AEC65D1488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223918" y="4209897"/>
            <a:ext cx="2126659" cy="236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8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우리나라를 방문한 외래관광객의 한국 여행실태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한국내 소비실태 및 한국 여행 평가를 조사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8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외래관광객의 한국 여행성향을 파악하고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연도별 변화추이를 비교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분석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8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외래관광객 유치 증대 및 향후 관광수용태세 개선을 위한 관광정책 수립 기초 자료제공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prstClr val="black">
                  <a:lumMod val="75000"/>
                  <a:lumOff val="25000"/>
                </a:prstClr>
              </a:solidFill>
              <a:effectLst>
                <a:glow>
                  <a:prstClr val="white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2D8C5823-2BBB-4FA1-BCF8-91EAE2213575}"/>
              </a:ext>
            </a:extLst>
          </p:cNvPr>
          <p:cNvSpPr>
            <a:spLocks/>
          </p:cNvSpPr>
          <p:nvPr/>
        </p:nvSpPr>
        <p:spPr>
          <a:xfrm>
            <a:off x="5844601" y="2781590"/>
            <a:ext cx="2126659" cy="136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A8B370D0-CA6E-4D70-8ECD-A782700F24F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844600" y="4209897"/>
            <a:ext cx="2126659" cy="236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8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모집단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한국을 방문한 외국인 및 교포로 만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15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세 이상으로 체류기간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 이상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1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 이하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8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표본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관광공사 해외지사가 소재한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16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개국을 기준으로 국가별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 </a:t>
            </a:r>
            <a:r>
              <a:rPr lang="ko-KR" altLang="en-US" sz="12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표본수를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확보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8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조사주기는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년이며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총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13,841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명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매달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1,153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명 조사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국내소재 국제공항과 국제여객터미널에서 수집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prstClr val="black">
                  <a:lumMod val="75000"/>
                  <a:lumOff val="25000"/>
                </a:prstClr>
              </a:solidFill>
              <a:effectLst>
                <a:glow>
                  <a:prstClr val="white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xmlns="" id="{27800057-F0A3-45BF-BA28-67B05AFCE83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8459" y="2886244"/>
            <a:ext cx="1487081" cy="1220911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xmlns="" id="{E24D123E-97B3-4F31-A467-F1731748806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56925" y="2836952"/>
            <a:ext cx="1687547" cy="124331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xmlns="" id="{4117DAB5-2859-4A3C-ADBF-49B8D732DA37}"/>
              </a:ext>
            </a:extLst>
          </p:cNvPr>
          <p:cNvGrpSpPr/>
          <p:nvPr/>
        </p:nvGrpSpPr>
        <p:grpSpPr>
          <a:xfrm>
            <a:off x="3227681" y="2204864"/>
            <a:ext cx="2129193" cy="513261"/>
            <a:chOff x="446098" y="35587"/>
            <a:chExt cx="5611998" cy="513261"/>
          </a:xfrm>
        </p:grpSpPr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xmlns="" id="{B30CD6F8-EF64-4B45-98AA-14AEE78E0F56}"/>
                </a:ext>
              </a:extLst>
            </p:cNvPr>
            <p:cNvGrpSpPr/>
            <p:nvPr/>
          </p:nvGrpSpPr>
          <p:grpSpPr>
            <a:xfrm>
              <a:off x="446098" y="35587"/>
              <a:ext cx="5611998" cy="513261"/>
              <a:chOff x="6673389" y="2491579"/>
              <a:chExt cx="4147837" cy="623886"/>
            </a:xfrm>
          </p:grpSpPr>
          <p:sp>
            <p:nvSpPr>
              <p:cNvPr id="58" name="오른쪽 대괄호 8">
                <a:extLst>
                  <a:ext uri="{FF2B5EF4-FFF2-40B4-BE49-F238E27FC236}">
                    <a16:creationId xmlns:a16="http://schemas.microsoft.com/office/drawing/2014/main" xmlns="" id="{28930209-1692-4965-9ECB-E40B87014096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59" name="오른쪽 대괄호 8">
                <a:extLst>
                  <a:ext uri="{FF2B5EF4-FFF2-40B4-BE49-F238E27FC236}">
                    <a16:creationId xmlns:a16="http://schemas.microsoft.com/office/drawing/2014/main" xmlns="" id="{C5C062E1-AEA1-4440-8C16-0FB56DBD89C7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xmlns="" id="{BC4B2D10-52AB-426E-B441-C1F8596831DA}"/>
                </a:ext>
              </a:extLst>
            </p:cNvPr>
            <p:cNvSpPr txBox="1"/>
            <p:nvPr/>
          </p:nvSpPr>
          <p:spPr>
            <a:xfrm>
              <a:off x="2004932" y="169107"/>
              <a:ext cx="2839269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 주제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xmlns="" id="{A885F61E-022D-4106-8E46-7913EEB04C21}"/>
              </a:ext>
            </a:extLst>
          </p:cNvPr>
          <p:cNvGrpSpPr/>
          <p:nvPr/>
        </p:nvGrpSpPr>
        <p:grpSpPr>
          <a:xfrm>
            <a:off x="5831970" y="2204864"/>
            <a:ext cx="2129193" cy="513261"/>
            <a:chOff x="446098" y="35587"/>
            <a:chExt cx="5611998" cy="513261"/>
          </a:xfrm>
        </p:grpSpPr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xmlns="" id="{FCEEFF49-4DCB-4EAA-86D2-61611027EB01}"/>
                </a:ext>
              </a:extLst>
            </p:cNvPr>
            <p:cNvGrpSpPr/>
            <p:nvPr/>
          </p:nvGrpSpPr>
          <p:grpSpPr>
            <a:xfrm>
              <a:off x="446098" y="35587"/>
              <a:ext cx="5611998" cy="513261"/>
              <a:chOff x="6673389" y="2491579"/>
              <a:chExt cx="4147837" cy="623886"/>
            </a:xfrm>
          </p:grpSpPr>
          <p:sp>
            <p:nvSpPr>
              <p:cNvPr id="63" name="오른쪽 대괄호 8">
                <a:extLst>
                  <a:ext uri="{FF2B5EF4-FFF2-40B4-BE49-F238E27FC236}">
                    <a16:creationId xmlns:a16="http://schemas.microsoft.com/office/drawing/2014/main" xmlns="" id="{D3275462-7C82-41EA-AD11-305EACDA1335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64" name="오른쪽 대괄호 8">
                <a:extLst>
                  <a:ext uri="{FF2B5EF4-FFF2-40B4-BE49-F238E27FC236}">
                    <a16:creationId xmlns:a16="http://schemas.microsoft.com/office/drawing/2014/main" xmlns="" id="{B505680B-C640-4374-A263-1076539E987D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xmlns="" id="{1A3F1F81-B622-430C-BE90-FD7DE11EA57F}"/>
                </a:ext>
              </a:extLst>
            </p:cNvPr>
            <p:cNvSpPr txBox="1"/>
            <p:nvPr/>
          </p:nvSpPr>
          <p:spPr>
            <a:xfrm>
              <a:off x="2342937" y="169107"/>
              <a:ext cx="2163252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조사설계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xmlns="" id="{5D8F5C75-CA22-467A-97B1-3B39D59CD725}"/>
              </a:ext>
            </a:extLst>
          </p:cNvPr>
          <p:cNvGrpSpPr/>
          <p:nvPr/>
        </p:nvGrpSpPr>
        <p:grpSpPr>
          <a:xfrm>
            <a:off x="8436260" y="2204864"/>
            <a:ext cx="2129193" cy="513261"/>
            <a:chOff x="446098" y="35587"/>
            <a:chExt cx="5611998" cy="513261"/>
          </a:xfrm>
        </p:grpSpPr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xmlns="" id="{A2BC6DA0-1070-43DA-8518-E1299F038993}"/>
                </a:ext>
              </a:extLst>
            </p:cNvPr>
            <p:cNvGrpSpPr/>
            <p:nvPr/>
          </p:nvGrpSpPr>
          <p:grpSpPr>
            <a:xfrm>
              <a:off x="446098" y="35587"/>
              <a:ext cx="5611998" cy="513261"/>
              <a:chOff x="6673389" y="2491579"/>
              <a:chExt cx="4147837" cy="623886"/>
            </a:xfrm>
          </p:grpSpPr>
          <p:sp>
            <p:nvSpPr>
              <p:cNvPr id="68" name="오른쪽 대괄호 8">
                <a:extLst>
                  <a:ext uri="{FF2B5EF4-FFF2-40B4-BE49-F238E27FC236}">
                    <a16:creationId xmlns:a16="http://schemas.microsoft.com/office/drawing/2014/main" xmlns="" id="{5402D3CA-3981-479F-8DA7-0EC42100BC53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69" name="오른쪽 대괄호 8">
                <a:extLst>
                  <a:ext uri="{FF2B5EF4-FFF2-40B4-BE49-F238E27FC236}">
                    <a16:creationId xmlns:a16="http://schemas.microsoft.com/office/drawing/2014/main" xmlns="" id="{5CB486CF-C29E-43AA-B941-4DDEB5D0862D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xmlns="" id="{5CD21641-3D99-4A8A-B30A-D66BD9A8A526}"/>
                </a:ext>
              </a:extLst>
            </p:cNvPr>
            <p:cNvSpPr txBox="1"/>
            <p:nvPr/>
          </p:nvSpPr>
          <p:spPr>
            <a:xfrm>
              <a:off x="2342937" y="169107"/>
              <a:ext cx="2163252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조사항목</a:t>
              </a: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xmlns="" id="{041E4FBB-A97A-449A-A4B6-AA1FE7F53474}"/>
              </a:ext>
            </a:extLst>
          </p:cNvPr>
          <p:cNvGrpSpPr/>
          <p:nvPr/>
        </p:nvGrpSpPr>
        <p:grpSpPr>
          <a:xfrm>
            <a:off x="623392" y="2204864"/>
            <a:ext cx="2129193" cy="513261"/>
            <a:chOff x="446098" y="35587"/>
            <a:chExt cx="5611998" cy="513261"/>
          </a:xfrm>
        </p:grpSpPr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xmlns="" id="{6425862B-605B-429A-8139-2BBD97180F5E}"/>
                </a:ext>
              </a:extLst>
            </p:cNvPr>
            <p:cNvGrpSpPr/>
            <p:nvPr/>
          </p:nvGrpSpPr>
          <p:grpSpPr>
            <a:xfrm>
              <a:off x="446098" y="35587"/>
              <a:ext cx="5611998" cy="513261"/>
              <a:chOff x="6673389" y="2491579"/>
              <a:chExt cx="4147837" cy="623886"/>
            </a:xfrm>
          </p:grpSpPr>
          <p:sp>
            <p:nvSpPr>
              <p:cNvPr id="73" name="오른쪽 대괄호 8">
                <a:extLst>
                  <a:ext uri="{FF2B5EF4-FFF2-40B4-BE49-F238E27FC236}">
                    <a16:creationId xmlns:a16="http://schemas.microsoft.com/office/drawing/2014/main" xmlns="" id="{88A65005-CA19-4878-BFD0-53056908C1B0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74" name="오른쪽 대괄호 8">
                <a:extLst>
                  <a:ext uri="{FF2B5EF4-FFF2-40B4-BE49-F238E27FC236}">
                    <a16:creationId xmlns:a16="http://schemas.microsoft.com/office/drawing/2014/main" xmlns="" id="{E5F0AE12-BB89-4EF9-A1CF-4CF7268AC43E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xmlns="" id="{248E61D7-98BE-462C-A8BE-66E4B7BDB8FB}"/>
                </a:ext>
              </a:extLst>
            </p:cNvPr>
            <p:cNvSpPr txBox="1"/>
            <p:nvPr/>
          </p:nvSpPr>
          <p:spPr>
            <a:xfrm>
              <a:off x="2004930" y="169107"/>
              <a:ext cx="2839269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 출처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13982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데이터셋 준비와 분석방향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준비된 데이터셋에 대해 </a:t>
            </a:r>
            <a:r>
              <a:rPr lang="en-US" altLang="ko-KR" dirty="0"/>
              <a:t>(1) </a:t>
            </a:r>
            <a:r>
              <a:rPr lang="ko-KR" altLang="en-US" dirty="0"/>
              <a:t>모델링</a:t>
            </a:r>
            <a:r>
              <a:rPr lang="en-US" altLang="ko-KR" dirty="0"/>
              <a:t>, (2) </a:t>
            </a:r>
            <a:r>
              <a:rPr lang="ko-KR" altLang="en-US" dirty="0"/>
              <a:t>데이터탐색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(3) </a:t>
            </a:r>
            <a:r>
              <a:rPr lang="ko-KR" altLang="en-US" dirty="0"/>
              <a:t>데이터처리</a:t>
            </a:r>
            <a:r>
              <a:rPr lang="en-US" altLang="ko-KR" dirty="0"/>
              <a:t>, (4) </a:t>
            </a:r>
            <a:r>
              <a:rPr lang="ko-KR" altLang="en-US" dirty="0"/>
              <a:t>데이터분석으로 구성된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4</a:t>
            </a:r>
            <a:r>
              <a:rPr lang="ko-KR" altLang="en-US" dirty="0"/>
              <a:t>단계 접근을 통해서 분석을 수행함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34F5D503-D9A0-4824-BC1D-43AE6AC01D15}"/>
              </a:ext>
            </a:extLst>
          </p:cNvPr>
          <p:cNvGrpSpPr/>
          <p:nvPr/>
        </p:nvGrpSpPr>
        <p:grpSpPr>
          <a:xfrm>
            <a:off x="520855" y="2960948"/>
            <a:ext cx="10399558" cy="404776"/>
            <a:chOff x="520855" y="2276475"/>
            <a:chExt cx="10212968" cy="404776"/>
          </a:xfrm>
        </p:grpSpPr>
        <p:sp>
          <p:nvSpPr>
            <p:cNvPr id="11" name="모서리가 둥근 직사각형 29">
              <a:extLst>
                <a:ext uri="{FF2B5EF4-FFF2-40B4-BE49-F238E27FC236}">
                  <a16:creationId xmlns:a16="http://schemas.microsoft.com/office/drawing/2014/main" xmlns="" id="{E131C061-CBCF-4A16-94E7-23794C32E3BE}"/>
                </a:ext>
              </a:extLst>
            </p:cNvPr>
            <p:cNvSpPr/>
            <p:nvPr/>
          </p:nvSpPr>
          <p:spPr bwMode="auto">
            <a:xfrm>
              <a:off x="520855" y="2276475"/>
              <a:ext cx="1648024" cy="404776"/>
            </a:xfrm>
            <a:prstGeom prst="round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4F81BD"/>
              </a:solidFill>
              <a:prstDash val="solid"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kern="0" dirty="0">
                  <a:solidFill>
                    <a:srgbClr val="2B3749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분석모델링</a:t>
              </a:r>
              <a:endPara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2" name="모서리가 둥근 직사각형 29">
              <a:extLst>
                <a:ext uri="{FF2B5EF4-FFF2-40B4-BE49-F238E27FC236}">
                  <a16:creationId xmlns:a16="http://schemas.microsoft.com/office/drawing/2014/main" xmlns="" id="{4995CE1F-E242-4977-BDBF-90D180424142}"/>
                </a:ext>
              </a:extLst>
            </p:cNvPr>
            <p:cNvSpPr/>
            <p:nvPr/>
          </p:nvSpPr>
          <p:spPr bwMode="auto">
            <a:xfrm>
              <a:off x="5659822" y="2276475"/>
              <a:ext cx="1648024" cy="404776"/>
            </a:xfrm>
            <a:prstGeom prst="round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4F81BD"/>
              </a:solidFill>
              <a:prstDash val="solid"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 가공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·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정제</a:t>
              </a:r>
            </a:p>
          </p:txBody>
        </p:sp>
        <p:sp>
          <p:nvSpPr>
            <p:cNvPr id="13" name="모서리가 둥근 직사각형 29">
              <a:extLst>
                <a:ext uri="{FF2B5EF4-FFF2-40B4-BE49-F238E27FC236}">
                  <a16:creationId xmlns:a16="http://schemas.microsoft.com/office/drawing/2014/main" xmlns="" id="{2498578D-751E-49B9-B579-488071C5C9A7}"/>
                </a:ext>
              </a:extLst>
            </p:cNvPr>
            <p:cNvSpPr/>
            <p:nvPr/>
          </p:nvSpPr>
          <p:spPr bwMode="auto">
            <a:xfrm>
              <a:off x="2233844" y="2276475"/>
              <a:ext cx="1648024" cy="404776"/>
            </a:xfrm>
            <a:prstGeom prst="round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4F81BD"/>
              </a:solidFill>
              <a:prstDash val="solid"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 기본탐색</a:t>
              </a:r>
            </a:p>
          </p:txBody>
        </p:sp>
        <p:sp>
          <p:nvSpPr>
            <p:cNvPr id="14" name="모서리가 둥근 직사각형 29">
              <a:extLst>
                <a:ext uri="{FF2B5EF4-FFF2-40B4-BE49-F238E27FC236}">
                  <a16:creationId xmlns:a16="http://schemas.microsoft.com/office/drawing/2014/main" xmlns="" id="{B85D97F0-0CA8-42C8-9183-062E7D07B314}"/>
                </a:ext>
              </a:extLst>
            </p:cNvPr>
            <p:cNvSpPr/>
            <p:nvPr/>
          </p:nvSpPr>
          <p:spPr bwMode="auto">
            <a:xfrm>
              <a:off x="3946833" y="2276475"/>
              <a:ext cx="1648024" cy="404776"/>
            </a:xfrm>
            <a:prstGeom prst="round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4F81BD"/>
              </a:solidFill>
              <a:prstDash val="solid"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 요약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·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집계</a:t>
              </a:r>
            </a:p>
          </p:txBody>
        </p:sp>
        <p:sp>
          <p:nvSpPr>
            <p:cNvPr id="15" name="모서리가 둥근 직사각형 29">
              <a:extLst>
                <a:ext uri="{FF2B5EF4-FFF2-40B4-BE49-F238E27FC236}">
                  <a16:creationId xmlns:a16="http://schemas.microsoft.com/office/drawing/2014/main" xmlns="" id="{01E6B3E1-D4EC-43BD-9ABD-B69B1854A20D}"/>
                </a:ext>
              </a:extLst>
            </p:cNvPr>
            <p:cNvSpPr/>
            <p:nvPr/>
          </p:nvSpPr>
          <p:spPr bwMode="auto">
            <a:xfrm>
              <a:off x="7372811" y="2276475"/>
              <a:ext cx="1648024" cy="404776"/>
            </a:xfrm>
            <a:prstGeom prst="round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4F81BD"/>
              </a:solidFill>
              <a:prstDash val="solid"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 변형</a:t>
              </a:r>
            </a:p>
          </p:txBody>
        </p:sp>
        <p:sp>
          <p:nvSpPr>
            <p:cNvPr id="23" name="모서리가 둥근 직사각형 29">
              <a:extLst>
                <a:ext uri="{FF2B5EF4-FFF2-40B4-BE49-F238E27FC236}">
                  <a16:creationId xmlns:a16="http://schemas.microsoft.com/office/drawing/2014/main" xmlns="" id="{8AE536F0-B3DF-4A98-B87A-32616B108EA0}"/>
                </a:ext>
              </a:extLst>
            </p:cNvPr>
            <p:cNvSpPr/>
            <p:nvPr/>
          </p:nvSpPr>
          <p:spPr bwMode="auto">
            <a:xfrm>
              <a:off x="9085799" y="2276475"/>
              <a:ext cx="1648024" cy="404776"/>
            </a:xfrm>
            <a:prstGeom prst="round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4F81BD"/>
              </a:solidFill>
              <a:prstDash val="solid"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모델분석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B6CD1681-FFF4-4B58-92FE-C5A5280A26D9}"/>
              </a:ext>
            </a:extLst>
          </p:cNvPr>
          <p:cNvGrpSpPr/>
          <p:nvPr/>
        </p:nvGrpSpPr>
        <p:grpSpPr>
          <a:xfrm>
            <a:off x="568622" y="3537012"/>
            <a:ext cx="10368268" cy="2880789"/>
            <a:chOff x="568621" y="3194973"/>
            <a:chExt cx="11436419" cy="2880789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xmlns="" id="{62971333-4737-447F-B3BA-76B75EDEA4C8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568621" y="3194973"/>
              <a:ext cx="1818967" cy="16958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265113" indent="-250825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 err="1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분석주제파악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및 조사설계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조사내용 분석</a:t>
              </a:r>
              <a:endPara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65113" indent="-250825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분석모델 구성 및 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주요 변수도출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변수간 관계설정</a:t>
              </a:r>
              <a:endPara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65113" indent="-250825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주요 분석 가설 수립</a:t>
              </a:r>
              <a:endPara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6DC75182-D75C-4BA7-BF17-AF5F6EA82375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2487199" y="3194973"/>
              <a:ext cx="1818967" cy="21390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265113" indent="-250825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데이터셋 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로딩과 간단탐색</a:t>
              </a:r>
              <a:endPara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65113" indent="-250825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전체내용 조회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기본구조 파악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내부구조 파악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</a:p>
            <a:p>
              <a:pPr marL="265113" indent="-250825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기본요약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전체 기술통계분석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기술통계분석 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패키지 이용</a:t>
              </a:r>
              <a:endPara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xmlns="" id="{DA25623D-0C40-4E93-8C13-725A0F8CB9B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436884" y="3194973"/>
              <a:ext cx="1818967" cy="28807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265113" indent="-250825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전체변수간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범주형 변수간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</a:t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연속형 변수간 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1200" dirty="0" err="1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산점도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매트릭스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상관관계 매트릭스</a:t>
              </a:r>
              <a:endPara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65113" indent="-250825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범주형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연속형 변수간 </a:t>
              </a:r>
              <a:r>
                <a:rPr lang="ko-KR" altLang="en-US" sz="1200" dirty="0" err="1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산점도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관련성 매트릭스</a:t>
              </a:r>
              <a:endPara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65113" indent="-250825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 err="1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산점도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매트릭스 패키지 이용</a:t>
              </a:r>
              <a:endPara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65113" indent="-250825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개별변수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·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다차원변수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요약과 집계</a:t>
              </a:r>
              <a:endPara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xmlns="" id="{93C625FC-5916-41EB-907C-AC9AFCEA39C9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355569" y="3194973"/>
              <a:ext cx="1818967" cy="2225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265113" indent="-250825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원천데이터 가공처리</a:t>
              </a:r>
              <a:endPara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65113" indent="-250825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변수리코딩</a:t>
              </a:r>
              <a:endPara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65113" indent="-250825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요약변수 만들기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파생변수 만들기</a:t>
              </a:r>
              <a:endPara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65113" indent="-250825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원천데이터 정체처리</a:t>
              </a:r>
              <a:endPara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65113" indent="-250825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 err="1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결측치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처리하기</a:t>
              </a:r>
              <a:endPara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65113" indent="-250825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이상치 처리하기</a:t>
              </a:r>
              <a:endPara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65113" indent="-250825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 변환</a:t>
              </a:r>
              <a:endPara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xmlns="" id="{F9218B69-1DB5-4F65-83DD-461FA1E4B7E4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8285693" y="3194973"/>
              <a:ext cx="1818967" cy="2292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265113" indent="-250825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데이터구조변형을 통한 </a:t>
              </a:r>
              <a:r>
                <a:rPr lang="ko-KR" altLang="en-US" sz="1200" dirty="0" err="1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와이드포맷과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1200" dirty="0" err="1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롱포맷간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변형하기</a:t>
              </a:r>
              <a:endPara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65113" indent="-250825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 err="1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와이드포맷과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1200" dirty="0" err="1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롱포맷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특성요약</a:t>
              </a:r>
              <a:endPara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65113" indent="-250825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데이터셋 바인딩</a:t>
              </a:r>
              <a:endPara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65113" indent="-250825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데이터셋 조인</a:t>
              </a:r>
              <a:endPara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65113" indent="-250825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데이터셋 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분할과 샘플링</a:t>
              </a:r>
              <a:endPara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xmlns="" id="{60F5D39A-5FFD-45CA-B22E-3168BC52623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0186073" y="3194973"/>
              <a:ext cx="1818967" cy="19943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265113" indent="-250825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범주형 데이터간 연관관계분석</a:t>
              </a:r>
              <a:endPara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65113" indent="-250825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연속형 데이터간 상관관계 분석</a:t>
              </a:r>
              <a:endPara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65113" indent="-250825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범주형과 연속형간 요약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·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집계분석</a:t>
              </a:r>
              <a:endPara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65113" indent="-250825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SzPct val="80000"/>
                <a:buBlip>
                  <a:blip r:embed="rId8"/>
                </a:buBlip>
                <a:defRPr/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변수영역과 소속변수간 관계분석</a:t>
              </a:r>
              <a:endPara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42ED1418-5AF7-4F7C-9466-8712F251FFB9}"/>
              </a:ext>
            </a:extLst>
          </p:cNvPr>
          <p:cNvGrpSpPr/>
          <p:nvPr/>
        </p:nvGrpSpPr>
        <p:grpSpPr>
          <a:xfrm>
            <a:off x="5753709" y="2339675"/>
            <a:ext cx="3422419" cy="513261"/>
            <a:chOff x="446098" y="35587"/>
            <a:chExt cx="5611998" cy="513261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xmlns="" id="{B13213BD-4E7C-4A46-813D-E261F68BE32A}"/>
                </a:ext>
              </a:extLst>
            </p:cNvPr>
            <p:cNvGrpSpPr/>
            <p:nvPr/>
          </p:nvGrpSpPr>
          <p:grpSpPr>
            <a:xfrm>
              <a:off x="446098" y="35587"/>
              <a:ext cx="5611998" cy="513261"/>
              <a:chOff x="6673389" y="2491579"/>
              <a:chExt cx="4147837" cy="623886"/>
            </a:xfrm>
          </p:grpSpPr>
          <p:sp>
            <p:nvSpPr>
              <p:cNvPr id="29" name="오른쪽 대괄호 8">
                <a:extLst>
                  <a:ext uri="{FF2B5EF4-FFF2-40B4-BE49-F238E27FC236}">
                    <a16:creationId xmlns:a16="http://schemas.microsoft.com/office/drawing/2014/main" xmlns="" id="{F5CBBA0F-D67B-4954-BBFF-C74289F47E34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0" name="오른쪽 대괄호 8">
                <a:extLst>
                  <a:ext uri="{FF2B5EF4-FFF2-40B4-BE49-F238E27FC236}">
                    <a16:creationId xmlns:a16="http://schemas.microsoft.com/office/drawing/2014/main" xmlns="" id="{37627461-E8D4-461C-B4DA-28B7670C53F1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9D01E7DD-CF12-4ED7-B582-0A6C6788D84D}"/>
                </a:ext>
              </a:extLst>
            </p:cNvPr>
            <p:cNvSpPr txBox="1"/>
            <p:nvPr/>
          </p:nvSpPr>
          <p:spPr>
            <a:xfrm>
              <a:off x="2382577" y="169107"/>
              <a:ext cx="2083974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 처리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xmlns="" id="{20D8C7B8-43E5-48E6-9D8D-778A8CD305B7}"/>
              </a:ext>
            </a:extLst>
          </p:cNvPr>
          <p:cNvGrpSpPr/>
          <p:nvPr/>
        </p:nvGrpSpPr>
        <p:grpSpPr>
          <a:xfrm>
            <a:off x="9242279" y="2339675"/>
            <a:ext cx="1678133" cy="513261"/>
            <a:chOff x="446098" y="35587"/>
            <a:chExt cx="5611998" cy="513261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xmlns="" id="{C68D0401-E594-43B8-812F-F951AF691D5A}"/>
                </a:ext>
              </a:extLst>
            </p:cNvPr>
            <p:cNvGrpSpPr/>
            <p:nvPr/>
          </p:nvGrpSpPr>
          <p:grpSpPr>
            <a:xfrm>
              <a:off x="446098" y="35587"/>
              <a:ext cx="5611998" cy="513261"/>
              <a:chOff x="6673389" y="2491579"/>
              <a:chExt cx="4147837" cy="623886"/>
            </a:xfrm>
          </p:grpSpPr>
          <p:sp>
            <p:nvSpPr>
              <p:cNvPr id="34" name="오른쪽 대괄호 8">
                <a:extLst>
                  <a:ext uri="{FF2B5EF4-FFF2-40B4-BE49-F238E27FC236}">
                    <a16:creationId xmlns:a16="http://schemas.microsoft.com/office/drawing/2014/main" xmlns="" id="{333BA6C9-90EB-46F6-AE5A-FAC75C122B7B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5" name="오른쪽 대괄호 8">
                <a:extLst>
                  <a:ext uri="{FF2B5EF4-FFF2-40B4-BE49-F238E27FC236}">
                    <a16:creationId xmlns:a16="http://schemas.microsoft.com/office/drawing/2014/main" xmlns="" id="{E6F6588B-E42E-4CD2-8D29-0D6A96A2AC7B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302A619B-F372-4847-91D7-1D2221F7E1F7}"/>
                </a:ext>
              </a:extLst>
            </p:cNvPr>
            <p:cNvSpPr txBox="1"/>
            <p:nvPr/>
          </p:nvSpPr>
          <p:spPr>
            <a:xfrm>
              <a:off x="2382573" y="169107"/>
              <a:ext cx="2083974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 분석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xmlns="" id="{EB34C06D-21DA-4D0A-B859-C56AB5AB4CF5}"/>
              </a:ext>
            </a:extLst>
          </p:cNvPr>
          <p:cNvGrpSpPr/>
          <p:nvPr/>
        </p:nvGrpSpPr>
        <p:grpSpPr>
          <a:xfrm>
            <a:off x="2265136" y="2339675"/>
            <a:ext cx="3422421" cy="513261"/>
            <a:chOff x="446098" y="35587"/>
            <a:chExt cx="5611998" cy="513261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xmlns="" id="{198BBD56-4F9C-4E7C-9C90-D6D8D655785D}"/>
                </a:ext>
              </a:extLst>
            </p:cNvPr>
            <p:cNvGrpSpPr/>
            <p:nvPr/>
          </p:nvGrpSpPr>
          <p:grpSpPr>
            <a:xfrm>
              <a:off x="446098" y="35587"/>
              <a:ext cx="5611998" cy="513261"/>
              <a:chOff x="6673389" y="2491579"/>
              <a:chExt cx="4147837" cy="623886"/>
            </a:xfrm>
          </p:grpSpPr>
          <p:sp>
            <p:nvSpPr>
              <p:cNvPr id="39" name="오른쪽 대괄호 8">
                <a:extLst>
                  <a:ext uri="{FF2B5EF4-FFF2-40B4-BE49-F238E27FC236}">
                    <a16:creationId xmlns:a16="http://schemas.microsoft.com/office/drawing/2014/main" xmlns="" id="{5BAC07DF-CBA8-46C2-AF68-B4DCCB825E54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0" name="오른쪽 대괄호 8">
                <a:extLst>
                  <a:ext uri="{FF2B5EF4-FFF2-40B4-BE49-F238E27FC236}">
                    <a16:creationId xmlns:a16="http://schemas.microsoft.com/office/drawing/2014/main" xmlns="" id="{4FBFC7D7-398F-4B7A-AD1A-1F92F0017AA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xmlns="" id="{0708241B-F64C-43A1-840B-89A1F5046B1C}"/>
                </a:ext>
              </a:extLst>
            </p:cNvPr>
            <p:cNvSpPr txBox="1"/>
            <p:nvPr/>
          </p:nvSpPr>
          <p:spPr>
            <a:xfrm>
              <a:off x="2382575" y="169107"/>
              <a:ext cx="2083974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 탐색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xmlns="" id="{CC1575FB-9C21-42F7-871A-5B8E22B5BA89}"/>
              </a:ext>
            </a:extLst>
          </p:cNvPr>
          <p:cNvGrpSpPr/>
          <p:nvPr/>
        </p:nvGrpSpPr>
        <p:grpSpPr>
          <a:xfrm>
            <a:off x="548430" y="2339675"/>
            <a:ext cx="1650555" cy="513261"/>
            <a:chOff x="446098" y="35587"/>
            <a:chExt cx="5611998" cy="513261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xmlns="" id="{C1F9EA9A-2EDC-4FD3-875E-44B45F9A485F}"/>
                </a:ext>
              </a:extLst>
            </p:cNvPr>
            <p:cNvGrpSpPr/>
            <p:nvPr/>
          </p:nvGrpSpPr>
          <p:grpSpPr>
            <a:xfrm>
              <a:off x="446098" y="35587"/>
              <a:ext cx="5611998" cy="513261"/>
              <a:chOff x="6673389" y="2491579"/>
              <a:chExt cx="4147837" cy="623886"/>
            </a:xfrm>
          </p:grpSpPr>
          <p:sp>
            <p:nvSpPr>
              <p:cNvPr id="45" name="오른쪽 대괄호 8">
                <a:extLst>
                  <a:ext uri="{FF2B5EF4-FFF2-40B4-BE49-F238E27FC236}">
                    <a16:creationId xmlns:a16="http://schemas.microsoft.com/office/drawing/2014/main" xmlns="" id="{80532EC6-FA70-4914-87E2-572093F0B0BD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6" name="오른쪽 대괄호 8">
                <a:extLst>
                  <a:ext uri="{FF2B5EF4-FFF2-40B4-BE49-F238E27FC236}">
                    <a16:creationId xmlns:a16="http://schemas.microsoft.com/office/drawing/2014/main" xmlns="" id="{37C2AC93-1AC8-4A90-85F1-9CAC6958339D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xmlns="" id="{92AEFFAE-AD44-4FA1-89CF-1FCE16D4D185}"/>
                </a:ext>
              </a:extLst>
            </p:cNvPr>
            <p:cNvSpPr txBox="1"/>
            <p:nvPr/>
          </p:nvSpPr>
          <p:spPr>
            <a:xfrm>
              <a:off x="2378098" y="169107"/>
              <a:ext cx="209292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모델링</a:t>
              </a:r>
            </a:p>
          </p:txBody>
        </p:sp>
      </p:grp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xmlns="" id="{B200CFB5-7399-4912-8BA1-A3A4287E15FA}"/>
              </a:ext>
            </a:extLst>
          </p:cNvPr>
          <p:cNvCxnSpPr>
            <a:cxnSpLocks/>
          </p:cNvCxnSpPr>
          <p:nvPr/>
        </p:nvCxnSpPr>
        <p:spPr>
          <a:xfrm>
            <a:off x="9211872" y="3423831"/>
            <a:ext cx="0" cy="2902166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</a:ln>
          <a:effectLst/>
        </p:spPr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xmlns="" id="{E97BCEC6-2C6B-4BCF-98D3-90F84417156C}"/>
              </a:ext>
            </a:extLst>
          </p:cNvPr>
          <p:cNvCxnSpPr>
            <a:cxnSpLocks/>
          </p:cNvCxnSpPr>
          <p:nvPr/>
        </p:nvCxnSpPr>
        <p:spPr>
          <a:xfrm>
            <a:off x="7464152" y="3423831"/>
            <a:ext cx="0" cy="2902166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</a:ln>
          <a:effectLst/>
        </p:spPr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xmlns="" id="{118BA3B3-D611-4D5C-AEA2-4C718AD6DCB3}"/>
              </a:ext>
            </a:extLst>
          </p:cNvPr>
          <p:cNvCxnSpPr>
            <a:cxnSpLocks/>
          </p:cNvCxnSpPr>
          <p:nvPr/>
        </p:nvCxnSpPr>
        <p:spPr>
          <a:xfrm>
            <a:off x="2227096" y="3423831"/>
            <a:ext cx="0" cy="2902166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</a:ln>
          <a:effectLst/>
        </p:spPr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xmlns="" id="{6947C486-FF2C-4E0C-B3E7-F521EEB5ADF8}"/>
              </a:ext>
            </a:extLst>
          </p:cNvPr>
          <p:cNvCxnSpPr>
            <a:cxnSpLocks/>
          </p:cNvCxnSpPr>
          <p:nvPr/>
        </p:nvCxnSpPr>
        <p:spPr>
          <a:xfrm>
            <a:off x="3971764" y="3423831"/>
            <a:ext cx="0" cy="2902166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</a:ln>
          <a:effectLst/>
        </p:spPr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xmlns="" id="{270F80E0-757F-4ECA-97F3-04F0C6A76A6F}"/>
              </a:ext>
            </a:extLst>
          </p:cNvPr>
          <p:cNvCxnSpPr>
            <a:cxnSpLocks/>
          </p:cNvCxnSpPr>
          <p:nvPr/>
        </p:nvCxnSpPr>
        <p:spPr>
          <a:xfrm>
            <a:off x="5713380" y="3423831"/>
            <a:ext cx="0" cy="2902166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</a:ln>
          <a:effectLst/>
        </p:spPr>
      </p:cxnSp>
    </p:spTree>
    <p:extLst>
      <p:ext uri="{BB962C8B-B14F-4D97-AF65-F5344CB8AC3E}">
        <p14:creationId xmlns:p14="http://schemas.microsoft.com/office/powerpoint/2010/main" val="24315187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AFFFF4A6-F799-4BF1-814F-B04032CE4AF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811524" y="2276475"/>
            <a:ext cx="8604956" cy="4429125"/>
          </a:xfrm>
          <a:prstGeom prst="rect">
            <a:avLst/>
          </a:prstGeom>
          <a:noFill/>
          <a:ln w="12700" algn="ctr">
            <a:solidFill>
              <a:sysClr val="window" lastClr="FFFFFF">
                <a:lumMod val="75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3" marR="0" lvl="0" indent="-182563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Rectangle 7">
            <a:extLst>
              <a:ext uri="{FF2B5EF4-FFF2-40B4-BE49-F238E27FC236}">
                <a16:creationId xmlns:a16="http://schemas.microsoft.com/office/drawing/2014/main" xmlns="" id="{FF3904D0-8E35-46EA-81BC-0D6FB8DE83C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35560" y="2508257"/>
            <a:ext cx="7956884" cy="2252891"/>
          </a:xfrm>
          <a:prstGeom prst="rect">
            <a:avLst/>
          </a:prstGeom>
          <a:solidFill>
            <a:srgbClr val="EEECE1"/>
          </a:solidFill>
          <a:ln w="12700" algn="ctr">
            <a:solidFill>
              <a:sysClr val="window" lastClr="FFFFFF">
                <a:lumMod val="50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1" marR="0" lvl="0" indent="-182561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외래관광객 실태조사 분석모델 설정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외래관광객 실태조사를 위한 분석모델 설정은 다음과 같이 관광특성 독립변수들이 </a:t>
            </a:r>
            <a:r>
              <a:rPr lang="en-US" altLang="ko-KR" dirty="0"/>
              <a:t>1</a:t>
            </a:r>
            <a:r>
              <a:rPr lang="ko-KR" altLang="en-US" dirty="0"/>
              <a:t>차성과인 매개변수와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2</a:t>
            </a:r>
            <a:r>
              <a:rPr lang="ko-KR" altLang="en-US" dirty="0"/>
              <a:t>차성과인 종속변수에 미치는 영향을 파악하며</a:t>
            </a:r>
            <a:r>
              <a:rPr lang="en-US" altLang="ko-KR" dirty="0"/>
              <a:t>, </a:t>
            </a:r>
            <a:r>
              <a:rPr lang="ko-KR" altLang="en-US" dirty="0"/>
              <a:t>이들 관계가 관광객  특성변수에 따라 조절되는 상황요인을 같이 고려함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xmlns="" id="{119CAFBE-D635-4DD0-B8A6-8AD85E8621B1}"/>
              </a:ext>
            </a:extLst>
          </p:cNvPr>
          <p:cNvCxnSpPr>
            <a:cxnSpLocks/>
            <a:stCxn id="39" idx="0"/>
            <a:endCxn id="47" idx="2"/>
          </p:cNvCxnSpPr>
          <p:nvPr/>
        </p:nvCxnSpPr>
        <p:spPr bwMode="auto">
          <a:xfrm flipV="1">
            <a:off x="6114002" y="4761148"/>
            <a:ext cx="0" cy="479342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모서리가 둥근 직사각형 35">
            <a:extLst>
              <a:ext uri="{FF2B5EF4-FFF2-40B4-BE49-F238E27FC236}">
                <a16:creationId xmlns:a16="http://schemas.microsoft.com/office/drawing/2014/main" xmlns="" id="{793A9CF7-DF58-44F8-806D-8C97FC8F11D9}"/>
              </a:ext>
            </a:extLst>
          </p:cNvPr>
          <p:cNvSpPr/>
          <p:nvPr/>
        </p:nvSpPr>
        <p:spPr bwMode="auto">
          <a:xfrm>
            <a:off x="2454050" y="3072622"/>
            <a:ext cx="2087672" cy="1543532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1" kern="0" dirty="0">
              <a:solidFill>
                <a:srgbClr val="36AAD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3" name="Rectangle 26">
            <a:extLst>
              <a:ext uri="{FF2B5EF4-FFF2-40B4-BE49-F238E27FC236}">
                <a16:creationId xmlns:a16="http://schemas.microsoft.com/office/drawing/2014/main" xmlns="" id="{711CA8C6-91D2-4673-94DF-7160382DB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4050" y="2630202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관광계획결정요인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영향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투입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예측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설명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독립변수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xmlns="" id="{D104F691-6C6A-4DDB-BACF-FFAE852788FC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 bwMode="auto">
          <a:xfrm flipV="1">
            <a:off x="7157838" y="3844388"/>
            <a:ext cx="521960" cy="847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xmlns="" id="{93FCE6C3-DB5F-4AFA-A960-571A1DEF6957}"/>
              </a:ext>
            </a:extLst>
          </p:cNvPr>
          <p:cNvCxnSpPr>
            <a:cxnSpLocks/>
            <a:stCxn id="37" idx="3"/>
            <a:endCxn id="32" idx="1"/>
          </p:cNvCxnSpPr>
          <p:nvPr/>
        </p:nvCxnSpPr>
        <p:spPr bwMode="auto">
          <a:xfrm>
            <a:off x="4541722" y="3844388"/>
            <a:ext cx="528444" cy="847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모서리가 둥근 직사각형 35">
            <a:extLst>
              <a:ext uri="{FF2B5EF4-FFF2-40B4-BE49-F238E27FC236}">
                <a16:creationId xmlns:a16="http://schemas.microsoft.com/office/drawing/2014/main" xmlns="" id="{09F20EA1-97F8-41D4-90C0-F58B6C9AF9F6}"/>
              </a:ext>
            </a:extLst>
          </p:cNvPr>
          <p:cNvSpPr/>
          <p:nvPr/>
        </p:nvSpPr>
        <p:spPr bwMode="auto">
          <a:xfrm>
            <a:off x="5070166" y="3073469"/>
            <a:ext cx="2087672" cy="1543532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kumimoji="1" lang="en-US" altLang="ko-KR" sz="1200" b="1" kern="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Rectangle 26">
            <a:extLst>
              <a:ext uri="{FF2B5EF4-FFF2-40B4-BE49-F238E27FC236}">
                <a16:creationId xmlns:a16="http://schemas.microsoft.com/office/drawing/2014/main" xmlns="" id="{260CD455-4DFF-4D8C-800C-934D57729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166" y="2630202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관광이용도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1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직접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정량성과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매개변수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34" name="모서리가 둥근 직사각형 35">
            <a:extLst>
              <a:ext uri="{FF2B5EF4-FFF2-40B4-BE49-F238E27FC236}">
                <a16:creationId xmlns:a16="http://schemas.microsoft.com/office/drawing/2014/main" xmlns="" id="{8C752F5F-5FCE-4F20-83DC-989D66A1B9D0}"/>
              </a:ext>
            </a:extLst>
          </p:cNvPr>
          <p:cNvSpPr/>
          <p:nvPr/>
        </p:nvSpPr>
        <p:spPr bwMode="auto">
          <a:xfrm>
            <a:off x="7679798" y="3072622"/>
            <a:ext cx="2087672" cy="1543532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200" b="1" kern="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Rectangle 26">
            <a:extLst>
              <a:ext uri="{FF2B5EF4-FFF2-40B4-BE49-F238E27FC236}">
                <a16:creationId xmlns:a16="http://schemas.microsoft.com/office/drawing/2014/main" xmlns="" id="{7F0D565E-885A-4D6F-A45C-6739DF539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9798" y="2630202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관광만족도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2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간접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정성성과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반응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종속변수</a:t>
            </a:r>
            <a:endParaRPr kumimoji="1" lang="en-US" altLang="ko-KR" sz="1200" b="1" kern="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모서리가 둥근 직사각형 35">
            <a:extLst>
              <a:ext uri="{FF2B5EF4-FFF2-40B4-BE49-F238E27FC236}">
                <a16:creationId xmlns:a16="http://schemas.microsoft.com/office/drawing/2014/main" xmlns="" id="{752212A5-0A85-45CD-B048-3B020E0081E2}"/>
              </a:ext>
            </a:extLst>
          </p:cNvPr>
          <p:cNvSpPr/>
          <p:nvPr/>
        </p:nvSpPr>
        <p:spPr bwMode="auto">
          <a:xfrm>
            <a:off x="5070166" y="5240490"/>
            <a:ext cx="2087672" cy="771738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200" b="1" kern="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Rectangle 26">
            <a:extLst>
              <a:ext uri="{FF2B5EF4-FFF2-40B4-BE49-F238E27FC236}">
                <a16:creationId xmlns:a16="http://schemas.microsoft.com/office/drawing/2014/main" xmlns="" id="{4DBF1080-33E5-465F-8CFB-5AE5EB382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166" y="6084221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관광객특성요인</a:t>
            </a:r>
            <a:b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조절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상황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교란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혼동변수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xmlns="" id="{948D9109-D6B1-4564-9997-10F770D00256}"/>
              </a:ext>
            </a:extLst>
          </p:cNvPr>
          <p:cNvSpPr/>
          <p:nvPr/>
        </p:nvSpPr>
        <p:spPr>
          <a:xfrm>
            <a:off x="2658249" y="3413501"/>
            <a:ext cx="681277" cy="86177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정보채널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결정시점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방한목적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여행동기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xmlns="" id="{D58A3ECE-51C4-400E-B38C-E8B4319A101A}"/>
              </a:ext>
            </a:extLst>
          </p:cNvPr>
          <p:cNvSpPr/>
          <p:nvPr/>
        </p:nvSpPr>
        <p:spPr>
          <a:xfrm>
            <a:off x="3719178" y="3413501"/>
            <a:ext cx="641201" cy="86177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동반형태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동반자수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여행형태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체류기간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xmlns="" id="{8A0C2876-EB00-4D7D-8ED2-050880B7DC61}"/>
              </a:ext>
            </a:extLst>
          </p:cNvPr>
          <p:cNvSpPr/>
          <p:nvPr/>
        </p:nvSpPr>
        <p:spPr>
          <a:xfrm>
            <a:off x="5355872" y="3223677"/>
            <a:ext cx="681277" cy="129266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방문장소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활동내역 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만족활동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숙박장소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쇼핑장소</a:t>
            </a:r>
            <a:b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쇼핑품목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xmlns="" id="{220E9540-948E-4332-AACF-507BB400E09B}"/>
              </a:ext>
            </a:extLst>
          </p:cNvPr>
          <p:cNvSpPr/>
          <p:nvPr/>
        </p:nvSpPr>
        <p:spPr>
          <a:xfrm>
            <a:off x="6318804" y="3521222"/>
            <a:ext cx="641201" cy="64633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지출경비</a:t>
            </a:r>
            <a:b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카드경비</a:t>
            </a:r>
            <a:b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현금경비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xmlns="" id="{0B6D6B24-82C6-476F-9BC7-8D2A82F6C877}"/>
              </a:ext>
            </a:extLst>
          </p:cNvPr>
          <p:cNvSpPr/>
          <p:nvPr/>
        </p:nvSpPr>
        <p:spPr>
          <a:xfrm>
            <a:off x="8042358" y="3285790"/>
            <a:ext cx="1362552" cy="107721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전반적 만족도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세부만족도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전이미지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400" b="1" kern="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후이미지</a:t>
            </a:r>
            <a:endParaRPr kumimoji="1" lang="ko-KR" altLang="en-US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재방문의지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타인추천의사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xmlns="" id="{4000668C-291F-41D7-9670-BB0E2FAAA24C}"/>
              </a:ext>
            </a:extLst>
          </p:cNvPr>
          <p:cNvSpPr/>
          <p:nvPr/>
        </p:nvSpPr>
        <p:spPr>
          <a:xfrm>
            <a:off x="5272239" y="5306284"/>
            <a:ext cx="1721625" cy="64633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성별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연령대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학력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직업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거주국가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검토국가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방문횟수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조사시점</a:t>
            </a:r>
          </a:p>
        </p:txBody>
      </p:sp>
    </p:spTree>
    <p:extLst>
      <p:ext uri="{BB962C8B-B14F-4D97-AF65-F5344CB8AC3E}">
        <p14:creationId xmlns:p14="http://schemas.microsoft.com/office/powerpoint/2010/main" val="41506624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외래관광객 실태조사 </a:t>
            </a:r>
            <a:r>
              <a:rPr lang="ko-KR" altLang="en-US" dirty="0" err="1"/>
              <a:t>코딩북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외래관광객 실태조사 데이터셋을 구성하고 있는 변수들의 조작적정의 내용을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 err="1"/>
              <a:t>변수명</a:t>
            </a:r>
            <a:r>
              <a:rPr lang="en-US" altLang="ko-KR" dirty="0"/>
              <a:t>, </a:t>
            </a:r>
            <a:r>
              <a:rPr lang="ko-KR" altLang="en-US" dirty="0"/>
              <a:t>변수개요</a:t>
            </a:r>
            <a:r>
              <a:rPr lang="en-US" altLang="ko-KR" dirty="0"/>
              <a:t>, </a:t>
            </a:r>
            <a:r>
              <a:rPr lang="ko-KR" altLang="en-US" dirty="0"/>
              <a:t>측정척도</a:t>
            </a:r>
            <a:r>
              <a:rPr lang="en-US" altLang="ko-KR" dirty="0"/>
              <a:t>, </a:t>
            </a:r>
            <a:r>
              <a:rPr lang="ko-KR" altLang="en-US" dirty="0"/>
              <a:t>측정방법을 </a:t>
            </a:r>
            <a:r>
              <a:rPr lang="ko-KR" altLang="en-US" dirty="0" err="1"/>
              <a:t>코딩북을</a:t>
            </a:r>
            <a:r>
              <a:rPr lang="ko-KR" altLang="en-US" dirty="0"/>
              <a:t> 통해 파악할 수 있음 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xmlns="" id="{F3A7E945-B551-4E58-A64A-82539A3245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290508"/>
              </p:ext>
            </p:extLst>
          </p:nvPr>
        </p:nvGraphicFramePr>
        <p:xfrm>
          <a:off x="517340" y="2174789"/>
          <a:ext cx="10403196" cy="46278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116">
                  <a:extLst>
                    <a:ext uri="{9D8B030D-6E8A-4147-A177-3AD203B41FA5}">
                      <a16:colId xmlns:a16="http://schemas.microsoft.com/office/drawing/2014/main" xmlns="" val="213646871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xmlns="" val="2540668776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xmlns="" val="2833904997"/>
                    </a:ext>
                  </a:extLst>
                </a:gridCol>
                <a:gridCol w="8388932">
                  <a:extLst>
                    <a:ext uri="{9D8B030D-6E8A-4147-A177-3AD203B41FA5}">
                      <a16:colId xmlns:a16="http://schemas.microsoft.com/office/drawing/2014/main" xmlns="" val="3511474481"/>
                    </a:ext>
                  </a:extLst>
                </a:gridCol>
              </a:tblGrid>
              <a:tr h="2592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변수명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개요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pc="-1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측정척도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측정방법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2413644152"/>
                  </a:ext>
                </a:extLst>
              </a:tr>
              <a:tr h="1708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id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응답자</a:t>
                      </a: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ID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일련번호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3835432703"/>
                  </a:ext>
                </a:extLst>
              </a:tr>
              <a:tr h="1708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month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조사시점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1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 ~ 12: 12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월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982464859"/>
                  </a:ext>
                </a:extLst>
              </a:tr>
              <a:tr h="1708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gender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성별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남성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여성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3436757167"/>
                  </a:ext>
                </a:extLst>
              </a:tr>
              <a:tr h="1708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edu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학력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서열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고졸이하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대졸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대학원이상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2128793303"/>
                  </a:ext>
                </a:extLst>
              </a:tr>
              <a:tr h="3456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job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직업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공무원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군인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기업인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경영직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사무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기술직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 판매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서비스직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전문직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</a:b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생산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기능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노무직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7: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자영업자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8: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학생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9: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주부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10: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은퇴자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무직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 </a:t>
                      </a:r>
                      <a:endParaRPr kumimoji="0" lang="ko-KR" altLang="en-US" sz="105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4235438249"/>
                  </a:ext>
                </a:extLst>
              </a:tr>
              <a:tr h="17084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age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연령대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서열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0: 15~20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세 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1: 21~30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세 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31~40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41~50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4: 51~60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5: 61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세 이상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2685273866"/>
                  </a:ext>
                </a:extLst>
              </a:tr>
              <a:tr h="17084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nat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거주국가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중국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홍콩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싱가포르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 5: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대만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태국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7: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말레이시아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8: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호주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9: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미국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10: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캐나다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</a:b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영국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독일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프랑스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러시아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15: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중동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인도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17: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필리핀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18: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인도네시아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19: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베트남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738710528"/>
                  </a:ext>
                </a:extLst>
              </a:tr>
              <a:tr h="17481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other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검토국가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4235249783"/>
                  </a:ext>
                </a:extLst>
              </a:tr>
              <a:tr h="17084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decision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결정시점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비율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  )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개월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449042596"/>
                  </a:ext>
                </a:extLst>
              </a:tr>
              <a:tr h="1708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object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방한목적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여가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위락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개별휴가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뷰티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건강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치료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3.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종교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순례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쇼핑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친구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친지 방문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사업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전문 활동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7: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교육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8: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981767362"/>
                  </a:ext>
                </a:extLst>
              </a:tr>
              <a:tr h="1708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count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방문횟수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비율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  )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회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918586879"/>
                  </a:ext>
                </a:extLst>
              </a:tr>
              <a:tr h="1708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member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동반형태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혼자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가족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친지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친구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연인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직장동료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4241024092"/>
                  </a:ext>
                </a:extLst>
              </a:tr>
              <a:tr h="1708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number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동반자수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비율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  )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명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3731323848"/>
                  </a:ext>
                </a:extLst>
              </a:tr>
              <a:tr h="1708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period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체류기간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비율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  )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76900735"/>
                  </a:ext>
                </a:extLst>
              </a:tr>
              <a:tr h="1708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accom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숙박장소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호텔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유스호스텔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게스트하우스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여관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콘도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펜션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레지던스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친척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친구집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학교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회사   기숙사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연수원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사찰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7: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홈스테이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8: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746943581"/>
                  </a:ext>
                </a:extLst>
              </a:tr>
              <a:tr h="17084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expense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지출경비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비율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  )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달러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551623520"/>
                  </a:ext>
                </a:extLst>
              </a:tr>
              <a:tr h="52046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activity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만족활동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쇼핑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식도락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온천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스파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휴양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휴식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뷰티관광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의료관광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7: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유흥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오락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8: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카지노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9: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테마파크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10: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스포츠활동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레포츠활동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</a:b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직업적스포츠활동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시찰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산업시설등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), 14: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연수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교육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연구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15: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미팅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회의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학술대회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박람회참가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업무수행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17: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고궁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역사유적지방문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</a:b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18: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자연경관감상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19: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공연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민속행사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축제참가관람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20: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박물관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전시관방문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시티투어버스이용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전통문화체험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347067213"/>
                  </a:ext>
                </a:extLst>
              </a:tr>
              <a:tr h="17084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overall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전반만족도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등간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매우불만족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불만족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보통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만족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매우만족</a:t>
                      </a:r>
                      <a:endParaRPr kumimoji="0" lang="ko-KR" altLang="en-US" sz="105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2489692811"/>
                  </a:ext>
                </a:extLst>
              </a:tr>
              <a:tr h="17084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bf_img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전이미지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등간</a:t>
                      </a: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매우나쁨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나쁨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보통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좋음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매우좋음</a:t>
                      </a:r>
                      <a:endParaRPr kumimoji="0" lang="ko-KR" altLang="en-US" sz="105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2293313557"/>
                  </a:ext>
                </a:extLst>
              </a:tr>
              <a:tr h="17084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af_img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후이미지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등간</a:t>
                      </a: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2258785434"/>
                  </a:ext>
                </a:extLst>
              </a:tr>
              <a:tr h="1589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revist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재방문의지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등간</a:t>
                      </a: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전혀안그럼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그렇지않음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보통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그러함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매우그럼</a:t>
                      </a:r>
                      <a:endParaRPr kumimoji="0" lang="ko-KR" altLang="en-US" sz="105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419701656"/>
                  </a:ext>
                </a:extLst>
              </a:tr>
              <a:tr h="1589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recom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추천의사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등간</a:t>
                      </a: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753322973"/>
                  </a:ext>
                </a:extLst>
              </a:tr>
            </a:tbl>
          </a:graphicData>
        </a:graphic>
      </p:graphicFrame>
      <p:sp>
        <p:nvSpPr>
          <p:cNvPr id="5" name="모서리가 둥근 직사각형 29">
            <a:extLst>
              <a:ext uri="{FF2B5EF4-FFF2-40B4-BE49-F238E27FC236}">
                <a16:creationId xmlns:a16="http://schemas.microsoft.com/office/drawing/2014/main" xmlns="" id="{C950B93D-6A10-46DC-BDB3-48E0A0A473D2}"/>
              </a:ext>
            </a:extLst>
          </p:cNvPr>
          <p:cNvSpPr/>
          <p:nvPr/>
        </p:nvSpPr>
        <p:spPr bwMode="auto">
          <a:xfrm>
            <a:off x="9539056" y="2259970"/>
            <a:ext cx="1978819" cy="404776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작업경로 파일보유상태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F7CB8549-4B8E-467D-98AC-E511086BF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057" y="2740607"/>
            <a:ext cx="1978819" cy="221021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사각형: 둥근 모서리 7">
            <a:extLst>
              <a:ext uri="{FF2B5EF4-FFF2-40B4-BE49-F238E27FC236}">
                <a16:creationId xmlns:a16="http://schemas.microsoft.com/office/drawing/2014/main" xmlns="" id="{04A37228-1F8D-4A21-9AEF-C890705DB454}"/>
              </a:ext>
            </a:extLst>
          </p:cNvPr>
          <p:cNvSpPr/>
          <p:nvPr/>
        </p:nvSpPr>
        <p:spPr>
          <a:xfrm>
            <a:off x="9469726" y="3599360"/>
            <a:ext cx="1188578" cy="177462"/>
          </a:xfrm>
          <a:prstGeom prst="roundRect">
            <a:avLst>
              <a:gd name="adj" fmla="val 10379"/>
            </a:avLst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7590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4672614" y="3229599"/>
            <a:ext cx="2730876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5" name="그룹 34"/>
          <p:cNvGrpSpPr/>
          <p:nvPr/>
        </p:nvGrpSpPr>
        <p:grpSpPr>
          <a:xfrm>
            <a:off x="4020030" y="2148345"/>
            <a:ext cx="3383460" cy="830997"/>
            <a:chOff x="1996611" y="2003068"/>
            <a:chExt cx="3383460" cy="830997"/>
          </a:xfrm>
        </p:grpSpPr>
        <p:sp>
          <p:nvSpPr>
            <p:cNvPr id="22" name="TextBox 21"/>
            <p:cNvSpPr txBox="1"/>
            <p:nvPr/>
          </p:nvSpPr>
          <p:spPr>
            <a:xfrm>
              <a:off x="2649195" y="2003068"/>
              <a:ext cx="273087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분석과제 모델링</a:t>
              </a: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96611" y="2198928"/>
              <a:ext cx="404758" cy="458789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13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14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39137"/>
                <a:ext cx="4063626" cy="50223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b="1" spc="-300" dirty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36" name="그룹 35"/>
          <p:cNvGrpSpPr/>
          <p:nvPr/>
        </p:nvGrpSpPr>
        <p:grpSpPr>
          <a:xfrm>
            <a:off x="4020030" y="3246480"/>
            <a:ext cx="3389872" cy="830997"/>
            <a:chOff x="1996611" y="3028564"/>
            <a:chExt cx="3389872" cy="830997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96611" y="3224424"/>
              <a:ext cx="404758" cy="458789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26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7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39137"/>
                <a:ext cx="4063626" cy="50223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b="1" spc="-300" dirty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8" name="TextBox 27"/>
            <p:cNvSpPr txBox="1"/>
            <p:nvPr/>
          </p:nvSpPr>
          <p:spPr>
            <a:xfrm>
              <a:off x="2649195" y="3028564"/>
              <a:ext cx="273728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데이터</a:t>
              </a:r>
              <a:r>
                <a:rPr lang="en-US" altLang="ko-KR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기본탐색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4020030" y="454047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32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C02E41DF-A7D7-4963-A7C6-F4B8D3B8002F}"/>
              </a:ext>
            </a:extLst>
          </p:cNvPr>
          <p:cNvSpPr txBox="1"/>
          <p:nvPr/>
        </p:nvSpPr>
        <p:spPr>
          <a:xfrm>
            <a:off x="4672614" y="4344615"/>
            <a:ext cx="3340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 시각화탐색</a:t>
            </a:r>
          </a:p>
        </p:txBody>
      </p:sp>
    </p:spTree>
    <p:extLst>
      <p:ext uri="{BB962C8B-B14F-4D97-AF65-F5344CB8AC3E}">
        <p14:creationId xmlns:p14="http://schemas.microsoft.com/office/powerpoint/2010/main" val="8073009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데이터셋 로딩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/>
              <a:t>플레인텍스트파일을</a:t>
            </a:r>
            <a:r>
              <a:rPr lang="ko-KR" altLang="en-US" dirty="0"/>
              <a:t> 헤더가 있고 행과 열 구조를 갖는 데이터프레임 형태로 로딩하기 위하여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기본패키지와 기여패키지에 속한 로딩함수를 </a:t>
            </a:r>
            <a:r>
              <a:rPr lang="ko-KR" altLang="en-US" dirty="0" smtClean="0"/>
              <a:t>사용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 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E0B021D6-B2DC-43B9-A0A9-938DBFCC5196}"/>
              </a:ext>
            </a:extLst>
          </p:cNvPr>
          <p:cNvGrpSpPr/>
          <p:nvPr/>
        </p:nvGrpSpPr>
        <p:grpSpPr>
          <a:xfrm>
            <a:off x="515938" y="2176936"/>
            <a:ext cx="11088674" cy="2676004"/>
            <a:chOff x="515938" y="2176936"/>
            <a:chExt cx="10728746" cy="3852590"/>
          </a:xfrm>
        </p:grpSpPr>
        <p:sp>
          <p:nvSpPr>
            <p:cNvPr id="4" name="사각형: 둥근 모서리 76">
              <a:extLst>
                <a:ext uri="{FF2B5EF4-FFF2-40B4-BE49-F238E27FC236}">
                  <a16:creationId xmlns:a16="http://schemas.microsoft.com/office/drawing/2014/main" xmlns="" id="{9C5618EA-ACF3-476A-A727-07C821CB2D14}"/>
                </a:ext>
              </a:extLst>
            </p:cNvPr>
            <p:cNvSpPr/>
            <p:nvPr/>
          </p:nvSpPr>
          <p:spPr>
            <a:xfrm>
              <a:off x="515938" y="2176936"/>
              <a:ext cx="3492500" cy="3852590"/>
            </a:xfrm>
            <a:prstGeom prst="roundRect">
              <a:avLst>
                <a:gd name="adj" fmla="val 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lIns="72000" tIns="36000" rIns="72000" bIns="36000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ko-KR" sz="1200" b="1" dirty="0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</a:t>
              </a:r>
              <a:r>
                <a:rPr kumimoji="1" lang="en-US" altLang="ko-KR" sz="1200" b="1" dirty="0" err="1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utils</a:t>
              </a:r>
              <a:r>
                <a:rPr kumimoji="1" lang="en-US" altLang="ko-KR" sz="1200" b="1" dirty="0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::read.csv()</a:t>
              </a:r>
              <a:r>
                <a:rPr kumimoji="1" lang="ko-KR" altLang="en-US" sz="1200" b="1" dirty="0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함수로 로딩</a:t>
              </a:r>
            </a:p>
            <a:p>
              <a:pPr>
                <a:lnSpc>
                  <a:spcPct val="110000"/>
                </a:lnSpc>
              </a:pPr>
              <a:endPara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pPr>
                <a:lnSpc>
                  <a:spcPct val="110000"/>
                </a:lnSpc>
              </a:pPr>
              <a:endPara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pPr>
                <a:lnSpc>
                  <a:spcPct val="110000"/>
                </a:lnSpc>
              </a:pPr>
              <a:endPara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pPr>
                <a:lnSpc>
                  <a:spcPct val="110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my &lt;- read.csv(file = 'tour.csv', </a:t>
              </a:r>
            </a:p>
            <a:p>
              <a:pPr>
                <a:lnSpc>
                  <a:spcPct val="110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header = TRUE, </a:t>
              </a: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sep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 ',',</a:t>
              </a:r>
            </a:p>
            <a:p>
              <a:pPr>
                <a:lnSpc>
                  <a:spcPct val="110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</a:t>
              </a: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stringsAsFactors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 FALSE, </a:t>
              </a:r>
            </a:p>
            <a:p>
              <a:pPr>
                <a:lnSpc>
                  <a:spcPct val="110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</a:t>
              </a: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strip.white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 TRUE,</a:t>
              </a:r>
            </a:p>
            <a:p>
              <a:pPr>
                <a:lnSpc>
                  <a:spcPct val="110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</a:t>
              </a: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na.strings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 c('.', '?', 'NA'))</a:t>
              </a:r>
            </a:p>
            <a:p>
              <a:pPr>
                <a:lnSpc>
                  <a:spcPct val="110000"/>
                </a:lnSpc>
              </a:pPr>
              <a:endPara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pPr>
                <a:lnSpc>
                  <a:spcPct val="110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my</a:t>
              </a:r>
            </a:p>
            <a:p>
              <a:pPr>
                <a:lnSpc>
                  <a:spcPct val="110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class(my)</a:t>
              </a:r>
            </a:p>
            <a:p>
              <a:pPr>
                <a:lnSpc>
                  <a:spcPct val="110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str(my)</a:t>
              </a:r>
            </a:p>
          </p:txBody>
        </p:sp>
        <p:sp>
          <p:nvSpPr>
            <p:cNvPr id="5" name="사각형: 둥근 모서리 76">
              <a:extLst>
                <a:ext uri="{FF2B5EF4-FFF2-40B4-BE49-F238E27FC236}">
                  <a16:creationId xmlns:a16="http://schemas.microsoft.com/office/drawing/2014/main" xmlns="" id="{549A5DC6-C860-4200-974B-9DD60C00B7EA}"/>
                </a:ext>
              </a:extLst>
            </p:cNvPr>
            <p:cNvSpPr/>
            <p:nvPr/>
          </p:nvSpPr>
          <p:spPr>
            <a:xfrm>
              <a:off x="4134061" y="2176936"/>
              <a:ext cx="3492500" cy="3852590"/>
            </a:xfrm>
            <a:prstGeom prst="roundRect">
              <a:avLst>
                <a:gd name="adj" fmla="val 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lIns="72000" tIns="36000" rIns="72000" bIns="36000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ko-KR" sz="1200" b="1" dirty="0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</a:t>
              </a:r>
              <a:r>
                <a:rPr kumimoji="1" lang="en-US" altLang="ko-KR" sz="1200" b="1" dirty="0" err="1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readr</a:t>
              </a:r>
              <a:r>
                <a:rPr kumimoji="1" lang="en-US" altLang="ko-KR" sz="1200" b="1" dirty="0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::</a:t>
              </a:r>
              <a:r>
                <a:rPr kumimoji="1" lang="en-US" altLang="ko-KR" sz="1200" b="1" dirty="0" err="1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read_delim</a:t>
              </a:r>
              <a:r>
                <a:rPr kumimoji="1" lang="en-US" altLang="ko-KR" sz="1200" b="1" dirty="0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()</a:t>
              </a:r>
              <a:r>
                <a:rPr kumimoji="1" lang="ko-KR" altLang="en-US" sz="1200" b="1" dirty="0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함수로 로딩</a:t>
              </a:r>
            </a:p>
            <a:p>
              <a:pPr>
                <a:lnSpc>
                  <a:spcPct val="110000"/>
                </a:lnSpc>
              </a:pPr>
              <a:endPara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pPr>
                <a:lnSpc>
                  <a:spcPct val="110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library(</a:t>
              </a: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readr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</a:p>
            <a:p>
              <a:pPr>
                <a:lnSpc>
                  <a:spcPct val="110000"/>
                </a:lnSpc>
              </a:pPr>
              <a:endPara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pPr>
                <a:lnSpc>
                  <a:spcPct val="110000"/>
                </a:lnSpc>
              </a:pP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my_tb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&lt;- </a:t>
              </a: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read_delim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(file = 'tour.csv', </a:t>
              </a:r>
            </a:p>
            <a:p>
              <a:pPr>
                <a:lnSpc>
                  <a:spcPct val="110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    </a:t>
              </a: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col_names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 TRUE, </a:t>
              </a:r>
            </a:p>
            <a:p>
              <a:pPr>
                <a:lnSpc>
                  <a:spcPct val="110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    </a:t>
              </a: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delim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 ',', </a:t>
              </a:r>
            </a:p>
            <a:p>
              <a:pPr>
                <a:lnSpc>
                  <a:spcPct val="110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    </a:t>
              </a: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trim_ws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 TRUE, </a:t>
              </a:r>
            </a:p>
            <a:p>
              <a:pPr>
                <a:lnSpc>
                  <a:spcPct val="110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    </a:t>
              </a: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na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 c('.', '?', 'NA')) </a:t>
              </a:r>
            </a:p>
            <a:p>
              <a:pPr>
                <a:lnSpc>
                  <a:spcPct val="110000"/>
                </a:lnSpc>
              </a:pPr>
              <a:endPara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pPr>
                <a:lnSpc>
                  <a:spcPct val="110000"/>
                </a:lnSpc>
              </a:pP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my_tb</a:t>
              </a:r>
              <a:endPara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pPr>
                <a:lnSpc>
                  <a:spcPct val="110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class(</a:t>
              </a: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my_tb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</a:p>
            <a:p>
              <a:pPr>
                <a:lnSpc>
                  <a:spcPct val="110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str(</a:t>
              </a: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my_tb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</a:p>
          </p:txBody>
        </p:sp>
        <p:sp>
          <p:nvSpPr>
            <p:cNvPr id="6" name="사각형: 둥근 모서리 76">
              <a:extLst>
                <a:ext uri="{FF2B5EF4-FFF2-40B4-BE49-F238E27FC236}">
                  <a16:creationId xmlns:a16="http://schemas.microsoft.com/office/drawing/2014/main" xmlns="" id="{1679DD55-376D-4758-844C-B87F3B533224}"/>
                </a:ext>
              </a:extLst>
            </p:cNvPr>
            <p:cNvSpPr/>
            <p:nvPr/>
          </p:nvSpPr>
          <p:spPr>
            <a:xfrm>
              <a:off x="7752184" y="2176936"/>
              <a:ext cx="3492500" cy="3852590"/>
            </a:xfrm>
            <a:prstGeom prst="roundRect">
              <a:avLst>
                <a:gd name="adj" fmla="val 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lIns="72000" tIns="36000" rIns="72000" bIns="36000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ko-KR" sz="1200" b="1" dirty="0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</a:t>
              </a:r>
              <a:r>
                <a:rPr kumimoji="1" lang="en-US" altLang="ko-KR" sz="1200" b="1" dirty="0" err="1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data.table</a:t>
              </a:r>
              <a:r>
                <a:rPr kumimoji="1" lang="en-US" altLang="ko-KR" sz="1200" b="1" dirty="0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::</a:t>
              </a:r>
              <a:r>
                <a:rPr kumimoji="1" lang="en-US" altLang="ko-KR" sz="1200" b="1" dirty="0" err="1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fread</a:t>
              </a:r>
              <a:r>
                <a:rPr kumimoji="1" lang="en-US" altLang="ko-KR" sz="1200" b="1" dirty="0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()</a:t>
              </a:r>
              <a:r>
                <a:rPr kumimoji="1" lang="ko-KR" altLang="en-US" sz="1200" b="1" dirty="0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함수로 로딩</a:t>
              </a:r>
            </a:p>
            <a:p>
              <a:pPr>
                <a:lnSpc>
                  <a:spcPct val="110000"/>
                </a:lnSpc>
              </a:pPr>
              <a:endPara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pPr>
                <a:lnSpc>
                  <a:spcPct val="110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library(</a:t>
              </a: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data.table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</a:p>
            <a:p>
              <a:pPr>
                <a:lnSpc>
                  <a:spcPct val="110000"/>
                </a:lnSpc>
              </a:pPr>
              <a:endPara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pPr>
                <a:lnSpc>
                  <a:spcPct val="110000"/>
                </a:lnSpc>
              </a:pP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my_dt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&lt;- </a:t>
              </a: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fread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(input = 'tour.csv', </a:t>
              </a:r>
            </a:p>
            <a:p>
              <a:pPr>
                <a:lnSpc>
                  <a:spcPct val="110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header = TRUE, </a:t>
              </a: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sep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 ',', </a:t>
              </a:r>
            </a:p>
            <a:p>
              <a:pPr>
                <a:lnSpc>
                  <a:spcPct val="110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</a:t>
              </a: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stringsAsFactors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 FALSE, </a:t>
              </a:r>
            </a:p>
            <a:p>
              <a:pPr>
                <a:lnSpc>
                  <a:spcPct val="110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</a:t>
              </a: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strip.white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 TRUE, </a:t>
              </a:r>
            </a:p>
            <a:p>
              <a:pPr>
                <a:lnSpc>
                  <a:spcPct val="110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</a:t>
              </a: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na.strings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 c('.', '?', 'NA'))</a:t>
              </a:r>
            </a:p>
            <a:p>
              <a:pPr>
                <a:lnSpc>
                  <a:spcPct val="110000"/>
                </a:lnSpc>
              </a:pPr>
              <a:endPara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pPr>
                <a:lnSpc>
                  <a:spcPct val="110000"/>
                </a:lnSpc>
              </a:pP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my_dt</a:t>
              </a:r>
              <a:endPara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pPr>
                <a:lnSpc>
                  <a:spcPct val="110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class(</a:t>
              </a: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my_dt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</a:p>
            <a:p>
              <a:pPr>
                <a:lnSpc>
                  <a:spcPct val="110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str(</a:t>
              </a: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my_dt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4D11D356-1A5B-47BD-9376-62AF96F45E3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5125"/>
          <a:stretch/>
        </p:blipFill>
        <p:spPr>
          <a:xfrm>
            <a:off x="2845457" y="4917708"/>
            <a:ext cx="4124325" cy="54642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530733CC-293A-4B75-9980-344BD55A34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5457" y="5507725"/>
            <a:ext cx="6238875" cy="58944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05A7ED7E-1D88-446C-B001-D74CE42B0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7340" y="6144224"/>
            <a:ext cx="4657725" cy="5613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모서리가 둥근 직사각형 29">
            <a:extLst>
              <a:ext uri="{FF2B5EF4-FFF2-40B4-BE49-F238E27FC236}">
                <a16:creationId xmlns:a16="http://schemas.microsoft.com/office/drawing/2014/main" xmlns="" id="{900D5CEF-20A6-4BFE-A766-0D02AF904DED}"/>
              </a:ext>
            </a:extLst>
          </p:cNvPr>
          <p:cNvSpPr/>
          <p:nvPr/>
        </p:nvSpPr>
        <p:spPr bwMode="auto">
          <a:xfrm>
            <a:off x="568620" y="5600059"/>
            <a:ext cx="1818967" cy="404776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readr</a:t>
            </a:r>
            <a:r>
              <a: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::</a:t>
            </a:r>
            <a:r>
              <a:rPr kumimoji="1" lang="en-US" altLang="ko-KR" sz="14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read_delim</a:t>
            </a:r>
            <a:r>
              <a: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()</a:t>
            </a:r>
            <a:endParaRPr kumimoji="1" lang="ko-KR" altLang="en-US" sz="14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모서리가 둥근 직사각형 29">
            <a:extLst>
              <a:ext uri="{FF2B5EF4-FFF2-40B4-BE49-F238E27FC236}">
                <a16:creationId xmlns:a16="http://schemas.microsoft.com/office/drawing/2014/main" xmlns="" id="{DFAC5ABB-3133-4E6A-BB8C-3799C60D0C48}"/>
              </a:ext>
            </a:extLst>
          </p:cNvPr>
          <p:cNvSpPr/>
          <p:nvPr/>
        </p:nvSpPr>
        <p:spPr bwMode="auto">
          <a:xfrm>
            <a:off x="568620" y="6222524"/>
            <a:ext cx="1818967" cy="404776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data.table</a:t>
            </a:r>
            <a:r>
              <a: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::</a:t>
            </a:r>
            <a:r>
              <a:rPr kumimoji="1" lang="en-US" altLang="ko-KR" sz="14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fread</a:t>
            </a:r>
            <a:r>
              <a: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()</a:t>
            </a:r>
            <a:endParaRPr kumimoji="1" lang="ko-KR" altLang="en-US" sz="14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모서리가 둥근 직사각형 29">
            <a:extLst>
              <a:ext uri="{FF2B5EF4-FFF2-40B4-BE49-F238E27FC236}">
                <a16:creationId xmlns:a16="http://schemas.microsoft.com/office/drawing/2014/main" xmlns="" id="{49B82BA5-A304-4EA1-A5C2-8246100C92CD}"/>
              </a:ext>
            </a:extLst>
          </p:cNvPr>
          <p:cNvSpPr/>
          <p:nvPr/>
        </p:nvSpPr>
        <p:spPr bwMode="auto">
          <a:xfrm>
            <a:off x="568620" y="4988533"/>
            <a:ext cx="1818967" cy="404776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utils</a:t>
            </a:r>
            <a:r>
              <a: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::read.csv()</a:t>
            </a:r>
            <a:endParaRPr kumimoji="1" lang="ko-KR" altLang="en-US" sz="14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E52980B9-A7CB-4317-8028-6B24AC694FD8}"/>
              </a:ext>
            </a:extLst>
          </p:cNvPr>
          <p:cNvSpPr txBox="1"/>
          <p:nvPr/>
        </p:nvSpPr>
        <p:spPr>
          <a:xfrm>
            <a:off x="7062922" y="5061076"/>
            <a:ext cx="1706490" cy="2123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600"/>
              </a:spcAft>
              <a:buSzPct val="80000"/>
              <a:buBlip>
                <a:blip r:embed="rId8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데이터프레임 객체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22BBAC1F-A3AC-4C3E-8375-C4C183AEF67E}"/>
              </a:ext>
            </a:extLst>
          </p:cNvPr>
          <p:cNvSpPr txBox="1"/>
          <p:nvPr/>
        </p:nvSpPr>
        <p:spPr>
          <a:xfrm>
            <a:off x="9183757" y="5597478"/>
            <a:ext cx="1706490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65113" indent="-250825" latinLnBrk="0">
              <a:buSzPct val="80000"/>
              <a:buBlip>
                <a:blip r:embed="rId8"/>
              </a:buBlip>
            </a:pP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티블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tibble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객체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 latinLnBrk="0">
              <a:buSzPct val="80000"/>
              <a:buBlip>
                <a:blip r:embed="rId8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데이터프레임 객체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757DD90B-DE88-4544-9352-B3928D12F95B}"/>
              </a:ext>
            </a:extLst>
          </p:cNvPr>
          <p:cNvSpPr txBox="1"/>
          <p:nvPr/>
        </p:nvSpPr>
        <p:spPr>
          <a:xfrm>
            <a:off x="7608004" y="6226022"/>
            <a:ext cx="2340424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65113" indent="-250825" latinLnBrk="0">
              <a:buSzPct val="80000"/>
              <a:buBlip>
                <a:blip r:embed="rId8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데이터테이블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data.table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객체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 latinLnBrk="0">
              <a:buSzPct val="80000"/>
              <a:buBlip>
                <a:blip r:embed="rId8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데이터프레임 객체</a:t>
            </a:r>
          </a:p>
        </p:txBody>
      </p:sp>
      <p:sp>
        <p:nvSpPr>
          <p:cNvPr id="20" name="AutoShape 8">
            <a:extLst>
              <a:ext uri="{FF2B5EF4-FFF2-40B4-BE49-F238E27FC236}">
                <a16:creationId xmlns:a16="http://schemas.microsoft.com/office/drawing/2014/main" xmlns="" id="{8C4D1399-3E66-4C6C-A25B-15D7A74FCAB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16200000">
            <a:off x="2433305" y="5728129"/>
            <a:ext cx="396000" cy="148638"/>
          </a:xfrm>
          <a:prstGeom prst="flowChartMerge">
            <a:avLst/>
          </a:prstGeom>
          <a:solidFill>
            <a:srgbClr val="CCCCFF"/>
          </a:solidFill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noAutofit/>
          </a:bodyPr>
          <a:lstStyle/>
          <a:p>
            <a:pPr algn="ctr" fontAlgn="base" latin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1" lang="ko-KR" altLang="en-US" sz="1100" dirty="0">
              <a:solidFill>
                <a:srgbClr val="7889F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Arial" pitchFamily="34" charset="0"/>
              <a:sym typeface="맑은 고딕"/>
            </a:endParaRPr>
          </a:p>
        </p:txBody>
      </p:sp>
      <p:sp>
        <p:nvSpPr>
          <p:cNvPr id="21" name="AutoShape 8">
            <a:extLst>
              <a:ext uri="{FF2B5EF4-FFF2-40B4-BE49-F238E27FC236}">
                <a16:creationId xmlns:a16="http://schemas.microsoft.com/office/drawing/2014/main" xmlns="" id="{339EC33D-501B-43F7-B59D-C7BCB6E22D5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6200000">
            <a:off x="2433305" y="6350593"/>
            <a:ext cx="396000" cy="148638"/>
          </a:xfrm>
          <a:prstGeom prst="flowChartMerge">
            <a:avLst/>
          </a:prstGeom>
          <a:solidFill>
            <a:srgbClr val="CCCCFF"/>
          </a:solidFill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noAutofit/>
          </a:bodyPr>
          <a:lstStyle/>
          <a:p>
            <a:pPr algn="ctr" fontAlgn="base" latin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1" lang="ko-KR" altLang="en-US" sz="1100" dirty="0">
              <a:solidFill>
                <a:srgbClr val="7889F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Arial" pitchFamily="34" charset="0"/>
              <a:sym typeface="맑은 고딕"/>
            </a:endParaRPr>
          </a:p>
        </p:txBody>
      </p:sp>
      <p:sp>
        <p:nvSpPr>
          <p:cNvPr id="22" name="AutoShape 8">
            <a:extLst>
              <a:ext uri="{FF2B5EF4-FFF2-40B4-BE49-F238E27FC236}">
                <a16:creationId xmlns:a16="http://schemas.microsoft.com/office/drawing/2014/main" xmlns="" id="{864E6C4A-F809-42A2-8CDB-375D00CAD675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6200000">
            <a:off x="2433305" y="5116602"/>
            <a:ext cx="396000" cy="148638"/>
          </a:xfrm>
          <a:prstGeom prst="flowChartMerge">
            <a:avLst/>
          </a:prstGeom>
          <a:solidFill>
            <a:srgbClr val="CCCCFF"/>
          </a:solidFill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noAutofit/>
          </a:bodyPr>
          <a:lstStyle/>
          <a:p>
            <a:pPr algn="ctr" fontAlgn="base" latin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1" lang="ko-KR" altLang="en-US" sz="1100" dirty="0">
              <a:solidFill>
                <a:srgbClr val="7889F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Arial" pitchFamily="34" charset="0"/>
              <a:sym typeface="맑은 고딕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F39BA56C-E179-4A22-98E2-DB505AD820F5}"/>
              </a:ext>
            </a:extLst>
          </p:cNvPr>
          <p:cNvSpPr txBox="1"/>
          <p:nvPr/>
        </p:nvSpPr>
        <p:spPr>
          <a:xfrm>
            <a:off x="5501377" y="2478748"/>
            <a:ext cx="2427268" cy="461665"/>
          </a:xfrm>
          <a:prstGeom prst="rect">
            <a:avLst/>
          </a:prstGeom>
          <a:solidFill>
            <a:srgbClr val="163E94"/>
          </a:solidFill>
          <a:ln w="25400" cap="flat" cmpd="sng" algn="ctr">
            <a:noFill/>
            <a:prstDash val="solid"/>
          </a:ln>
          <a:effectLst/>
        </p:spPr>
        <p:txBody>
          <a:bodyPr wrap="none" rtlCol="0">
            <a:spAutoFit/>
          </a:bodyPr>
          <a:lstStyle/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kern="0" spc="-150" dirty="0" smtClean="0">
                <a:solidFill>
                  <a:schemeClr val="bg1"/>
                </a:solidFill>
                <a:ea typeface="맑은 고딕"/>
              </a:rPr>
              <a:t> 패키지 </a:t>
            </a:r>
            <a:r>
              <a:rPr kumimoji="1" lang="ko-KR" altLang="en-US" sz="1200" b="1" kern="0" spc="-150" dirty="0" err="1" smtClean="0">
                <a:solidFill>
                  <a:schemeClr val="bg1"/>
                </a:solidFill>
                <a:ea typeface="맑은 고딕"/>
              </a:rPr>
              <a:t>미설치</a:t>
            </a:r>
            <a:r>
              <a:rPr kumimoji="1" lang="ko-KR" altLang="en-US" sz="1200" b="1" kern="0" spc="-150" dirty="0" smtClean="0">
                <a:solidFill>
                  <a:schemeClr val="bg1"/>
                </a:solidFill>
                <a:ea typeface="맑은 고딕"/>
              </a:rPr>
              <a:t> 시</a:t>
            </a:r>
            <a:endParaRPr kumimoji="1" lang="en-US" altLang="ko-KR" sz="1200" b="1" kern="0" spc="-150" dirty="0" smtClean="0">
              <a:solidFill>
                <a:schemeClr val="bg1"/>
              </a:solidFill>
              <a:ea typeface="맑은 고딕"/>
            </a:endParaRP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 err="1" smtClean="0">
                <a:solidFill>
                  <a:schemeClr val="bg1"/>
                </a:solidFill>
                <a:ea typeface="맑은 고딕"/>
              </a:rPr>
              <a:t>install.packages</a:t>
            </a:r>
            <a:r>
              <a:rPr kumimoji="1" lang="en-US" altLang="ko-KR" sz="1200" b="1" kern="0" spc="-150" dirty="0" smtClean="0">
                <a:solidFill>
                  <a:schemeClr val="bg1"/>
                </a:solidFill>
                <a:ea typeface="맑은 고딕"/>
              </a:rPr>
              <a:t>(‘</a:t>
            </a:r>
            <a:r>
              <a:rPr kumimoji="1" lang="ko-KR" altLang="en-US" sz="1200" b="1" kern="0" spc="-150" dirty="0" err="1" smtClean="0">
                <a:solidFill>
                  <a:schemeClr val="bg1"/>
                </a:solidFill>
                <a:ea typeface="맑은 고딕"/>
              </a:rPr>
              <a:t>패키지명</a:t>
            </a:r>
            <a:r>
              <a:rPr kumimoji="1" lang="en-US" altLang="ko-KR" sz="1200" b="1" kern="0" spc="-150" dirty="0" smtClean="0">
                <a:solidFill>
                  <a:schemeClr val="bg1"/>
                </a:solidFill>
                <a:ea typeface="맑은 고딕"/>
              </a:rPr>
              <a:t>’)</a:t>
            </a:r>
            <a:r>
              <a:rPr kumimoji="1" lang="ko-KR" altLang="en-US" sz="1200" b="1" kern="0" spc="-150" dirty="0" smtClean="0">
                <a:solidFill>
                  <a:schemeClr val="bg1"/>
                </a:solidFill>
                <a:ea typeface="맑은 고딕"/>
              </a:rPr>
              <a:t>로 설치</a:t>
            </a:r>
            <a:endParaRPr kumimoji="1" lang="ko-KR" altLang="en-US" sz="1200" b="1" kern="0" spc="-150" dirty="0">
              <a:solidFill>
                <a:schemeClr val="bg1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2066609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데이터셋 간단탐색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메모리에 로딩되어 있는 데이터셋의 앞부분</a:t>
            </a:r>
            <a:r>
              <a:rPr lang="en-US" altLang="ko-KR" dirty="0"/>
              <a:t>(head)</a:t>
            </a:r>
            <a:r>
              <a:rPr lang="ko-KR" altLang="en-US" dirty="0"/>
              <a:t>과 뒷부분</a:t>
            </a:r>
            <a:r>
              <a:rPr lang="en-US" altLang="ko-KR" dirty="0"/>
              <a:t>(tail)</a:t>
            </a:r>
            <a:r>
              <a:rPr lang="ko-KR" altLang="en-US" dirty="0"/>
              <a:t> 레코드를 조회하여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변수컬럼</a:t>
            </a:r>
            <a:r>
              <a:rPr lang="ko-KR" altLang="en-US" dirty="0"/>
              <a:t> 목록과 몇몇 관찰치를 보고 제대로 로딩이 되었는지</a:t>
            </a:r>
            <a:r>
              <a:rPr lang="en-US" altLang="ko-KR" dirty="0"/>
              <a:t>, </a:t>
            </a:r>
            <a:r>
              <a:rPr lang="ko-KR" altLang="en-US" dirty="0"/>
              <a:t>어떠한 </a:t>
            </a:r>
            <a:r>
              <a:rPr lang="ko-KR" altLang="en-US" dirty="0" err="1"/>
              <a:t>데이터셋인지를</a:t>
            </a:r>
            <a:r>
              <a:rPr lang="ko-KR" altLang="en-US" dirty="0"/>
              <a:t> 간단하게 파악할 수 있음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F60054B7-1043-4ED5-8106-C3283FBB723A}"/>
              </a:ext>
            </a:extLst>
          </p:cNvPr>
          <p:cNvSpPr/>
          <p:nvPr/>
        </p:nvSpPr>
        <p:spPr>
          <a:xfrm>
            <a:off x="515938" y="2176936"/>
            <a:ext cx="3609666" cy="157610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간단조회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tail(my)</a:t>
            </a: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head(my, 10)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tail(my, 15)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사각형: 둥근 모서리 76">
            <a:extLst>
              <a:ext uri="{FF2B5EF4-FFF2-40B4-BE49-F238E27FC236}">
                <a16:creationId xmlns:a16="http://schemas.microsoft.com/office/drawing/2014/main" xmlns="" id="{CC1ABB99-DCD8-4D06-9FC9-60A5CD7F5964}"/>
              </a:ext>
            </a:extLst>
          </p:cNvPr>
          <p:cNvSpPr/>
          <p:nvPr/>
        </p:nvSpPr>
        <p:spPr>
          <a:xfrm>
            <a:off x="515938" y="4581129"/>
            <a:ext cx="3609666" cy="2124472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psych::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headTail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('psych')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library(psych)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headTail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headTail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10, 5)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90C2AA81-32C7-403C-8122-E1E277B837FC}"/>
              </a:ext>
            </a:extLst>
          </p:cNvPr>
          <p:cNvGrpSpPr/>
          <p:nvPr/>
        </p:nvGrpSpPr>
        <p:grpSpPr>
          <a:xfrm>
            <a:off x="2135559" y="2348880"/>
            <a:ext cx="9830609" cy="4173613"/>
            <a:chOff x="935174" y="2108127"/>
            <a:chExt cx="10915650" cy="463427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xmlns="" id="{EE6E451D-A56F-4D77-ACF6-FFDACBB3A4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-1" b="70172"/>
            <a:stretch/>
          </p:blipFill>
          <p:spPr>
            <a:xfrm>
              <a:off x="935174" y="2108127"/>
              <a:ext cx="10915650" cy="1150689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xmlns="" id="{76A4B40C-DE71-4302-8CB1-DA3EDC985B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9665" b="40506"/>
            <a:stretch/>
          </p:blipFill>
          <p:spPr>
            <a:xfrm>
              <a:off x="935174" y="3327625"/>
              <a:ext cx="10915650" cy="115069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xmlns="" id="{B68530E0-9F96-465F-9655-2672AFAAEB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9132"/>
            <a:stretch/>
          </p:blipFill>
          <p:spPr>
            <a:xfrm>
              <a:off x="935174" y="5165858"/>
              <a:ext cx="10915650" cy="157654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8406010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데이터프레임 객체 전체내용 조회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/>
              <a:t>데이터프레임객체로</a:t>
            </a:r>
            <a:r>
              <a:rPr lang="ko-KR" altLang="en-US" dirty="0"/>
              <a:t> </a:t>
            </a:r>
            <a:r>
              <a:rPr lang="ko-KR" altLang="en-US" dirty="0" err="1"/>
              <a:t>로딩한</a:t>
            </a:r>
            <a:r>
              <a:rPr lang="ko-KR" altLang="en-US" dirty="0"/>
              <a:t> 전체내용을 다양한 방식으로 조회할 수 있는데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콘솔창에는 최대출력 옵션만큼의 데이터가 출력되며</a:t>
            </a:r>
            <a:r>
              <a:rPr lang="en-US" altLang="ko-KR" dirty="0"/>
              <a:t>, </a:t>
            </a:r>
            <a:r>
              <a:rPr lang="ko-KR" altLang="en-US" dirty="0"/>
              <a:t>별도의 </a:t>
            </a:r>
            <a:r>
              <a:rPr lang="ko-KR" altLang="en-US" dirty="0" err="1"/>
              <a:t>뷰어창에서는</a:t>
            </a:r>
            <a:r>
              <a:rPr lang="ko-KR" altLang="en-US" dirty="0"/>
              <a:t> </a:t>
            </a:r>
            <a:r>
              <a:rPr lang="ko-KR" altLang="en-US" dirty="0" err="1"/>
              <a:t>소팅</a:t>
            </a:r>
            <a:r>
              <a:rPr lang="en-US" altLang="ko-KR" dirty="0"/>
              <a:t>·</a:t>
            </a:r>
            <a:r>
              <a:rPr lang="ko-KR" altLang="en-US" dirty="0"/>
              <a:t>간단조건 조회를 할 수 있음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F60054B7-1043-4ED5-8106-C3283FBB723A}"/>
              </a:ext>
            </a:extLst>
          </p:cNvPr>
          <p:cNvSpPr/>
          <p:nvPr/>
        </p:nvSpPr>
        <p:spPr>
          <a:xfrm>
            <a:off x="515938" y="2176936"/>
            <a:ext cx="360966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전체내용조회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print(my)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뷰어창으로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데이터셋 전체내용조회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View(my)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562D8884-2807-4DF1-ADD8-D85B5CF480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0374"/>
          <a:stretch/>
        </p:blipFill>
        <p:spPr>
          <a:xfrm>
            <a:off x="695400" y="3030860"/>
            <a:ext cx="11249025" cy="60694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3891A0C9-E0A1-4D98-B855-1AD2AB04F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353" y="5229200"/>
            <a:ext cx="11249025" cy="136176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15397B8D-492D-4FAC-BBCB-6B194C198D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2611"/>
          <a:stretch/>
        </p:blipFill>
        <p:spPr>
          <a:xfrm>
            <a:off x="695400" y="3940220"/>
            <a:ext cx="11249025" cy="46589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D2F48959-C73C-4E2B-835A-14D2FA12E716}"/>
              </a:ext>
            </a:extLst>
          </p:cNvPr>
          <p:cNvSpPr/>
          <p:nvPr/>
        </p:nvSpPr>
        <p:spPr>
          <a:xfrm>
            <a:off x="803412" y="3673905"/>
            <a:ext cx="512961" cy="2769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·····</a:t>
            </a:r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사각형: 둥근 모서리 7">
            <a:extLst>
              <a:ext uri="{FF2B5EF4-FFF2-40B4-BE49-F238E27FC236}">
                <a16:creationId xmlns:a16="http://schemas.microsoft.com/office/drawing/2014/main" xmlns="" id="{32F0383C-0EBB-4062-9053-6B40BEFC6556}"/>
              </a:ext>
            </a:extLst>
          </p:cNvPr>
          <p:cNvSpPr/>
          <p:nvPr/>
        </p:nvSpPr>
        <p:spPr>
          <a:xfrm>
            <a:off x="1955540" y="4239543"/>
            <a:ext cx="1188578" cy="177462"/>
          </a:xfrm>
          <a:prstGeom prst="roundRect">
            <a:avLst>
              <a:gd name="adj" fmla="val 10379"/>
            </a:avLst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7">
            <a:extLst>
              <a:ext uri="{FF2B5EF4-FFF2-40B4-BE49-F238E27FC236}">
                <a16:creationId xmlns:a16="http://schemas.microsoft.com/office/drawing/2014/main" xmlns="" id="{F91E8320-481E-4CE1-91F0-44E71E61AADC}"/>
              </a:ext>
            </a:extLst>
          </p:cNvPr>
          <p:cNvSpPr/>
          <p:nvPr/>
        </p:nvSpPr>
        <p:spPr>
          <a:xfrm>
            <a:off x="1163453" y="5388783"/>
            <a:ext cx="684076" cy="177462"/>
          </a:xfrm>
          <a:prstGeom prst="roundRect">
            <a:avLst>
              <a:gd name="adj" fmla="val 10379"/>
            </a:avLst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50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티블과</a:t>
            </a:r>
            <a:r>
              <a:rPr lang="ko-KR" altLang="en-US" dirty="0"/>
              <a:t> 데이터테이블 객체 전체내용 조회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기여패키지 최신로딩함수로 </a:t>
            </a:r>
            <a:r>
              <a:rPr lang="ko-KR" altLang="en-US" dirty="0" err="1"/>
              <a:t>로딩한</a:t>
            </a:r>
            <a:r>
              <a:rPr lang="ko-KR" altLang="en-US" dirty="0"/>
              <a:t> </a:t>
            </a:r>
            <a:r>
              <a:rPr lang="ko-KR" altLang="en-US" dirty="0" err="1"/>
              <a:t>티블</a:t>
            </a:r>
            <a:r>
              <a:rPr lang="en-US" altLang="ko-KR" dirty="0"/>
              <a:t>(</a:t>
            </a:r>
            <a:r>
              <a:rPr lang="en-US" altLang="ko-KR" dirty="0" err="1"/>
              <a:t>tibble</a:t>
            </a:r>
            <a:r>
              <a:rPr lang="en-US" altLang="ko-KR" dirty="0"/>
              <a:t>)</a:t>
            </a:r>
            <a:r>
              <a:rPr lang="ko-KR" altLang="en-US" dirty="0"/>
              <a:t>과 데이터테이블</a:t>
            </a:r>
            <a:r>
              <a:rPr lang="en-US" altLang="ko-KR" dirty="0"/>
              <a:t>(</a:t>
            </a:r>
            <a:r>
              <a:rPr lang="en-US" altLang="ko-KR" dirty="0" err="1"/>
              <a:t>data.table</a:t>
            </a:r>
            <a:r>
              <a:rPr lang="en-US" altLang="ko-KR" dirty="0"/>
              <a:t>) </a:t>
            </a:r>
            <a:r>
              <a:rPr lang="ko-KR" altLang="en-US" dirty="0"/>
              <a:t>전체내용을 </a:t>
            </a:r>
            <a:r>
              <a:rPr lang="ko-KR" altLang="en-US" dirty="0" err="1"/>
              <a:t>로딩하면</a:t>
            </a:r>
            <a:r>
              <a:rPr lang="ko-KR" altLang="en-US" dirty="0"/>
              <a:t> 간략한 정보를 보여줌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D0379280-5BFB-478A-A163-094CFB6D9237}"/>
              </a:ext>
            </a:extLst>
          </p:cNvPr>
          <p:cNvSpPr/>
          <p:nvPr/>
        </p:nvSpPr>
        <p:spPr>
          <a:xfrm>
            <a:off x="515938" y="1916832"/>
            <a:ext cx="5184018" cy="4788768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티블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tibble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객체로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로딩한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전체내용조회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my_tb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데이트테이블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data.table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객체로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로딩한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전체내용조회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my_dt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2A0D1A6B-59DD-4E44-91CD-4673A2C7F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950" y="2170259"/>
            <a:ext cx="9248775" cy="21621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57D38432-C0E7-4998-B504-686C2755A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62" y="4778271"/>
            <a:ext cx="11106150" cy="18669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089183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데이터셋 기본구조 파악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메모리로 </a:t>
            </a:r>
            <a:r>
              <a:rPr lang="ko-KR" altLang="en-US" dirty="0" err="1"/>
              <a:t>로딩한</a:t>
            </a:r>
            <a:r>
              <a:rPr lang="ko-KR" altLang="en-US" dirty="0"/>
              <a:t> 데이터셋의 행과 열의 규모</a:t>
            </a:r>
            <a:r>
              <a:rPr lang="en-US" altLang="ko-KR" dirty="0"/>
              <a:t>(</a:t>
            </a:r>
            <a:r>
              <a:rPr lang="ko-KR" altLang="en-US" dirty="0"/>
              <a:t>요소항목 개수</a:t>
            </a:r>
            <a:r>
              <a:rPr lang="en-US" altLang="ko-KR" dirty="0"/>
              <a:t>·</a:t>
            </a:r>
            <a:r>
              <a:rPr lang="ko-KR" altLang="en-US" dirty="0"/>
              <a:t>길이</a:t>
            </a:r>
            <a:r>
              <a:rPr lang="en-US" altLang="ko-KR" dirty="0"/>
              <a:t>)</a:t>
            </a:r>
            <a:r>
              <a:rPr lang="ko-KR" altLang="en-US" dirty="0"/>
              <a:t>를 조회해 데이터의 양적인 크기를 파악함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43925266-D20E-45AC-BC87-E2947F5C9C64}"/>
              </a:ext>
            </a:extLst>
          </p:cNvPr>
          <p:cNvSpPr/>
          <p:nvPr/>
        </p:nvSpPr>
        <p:spPr>
          <a:xfrm>
            <a:off x="515938" y="2024062"/>
            <a:ext cx="6912210" cy="468153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차원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행과 열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규모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dim(my)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차원규모 변수에 저장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my_dim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dim(my)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my_dim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my_dim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[1]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my_dim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[2]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문자열과 변수결합 문자열데이터 출력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sprintf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데이터셋의 규모 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=&gt; 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레코드갯수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%d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변수컬럼갯수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%d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my_dim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[1],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my_dim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[2])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행이름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rownames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row.names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열이름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names(my)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F0410B54-13A8-46D1-8ED8-A677264DE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680" y="2121749"/>
            <a:ext cx="1076325" cy="2952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7036B7E9-A860-4DCC-9B36-B5C7FBC4D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680" y="2656330"/>
            <a:ext cx="1085850" cy="3048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270AC1D2-49DC-4047-8E15-68C6A2290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680" y="3018470"/>
            <a:ext cx="809625" cy="5905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AA8CB315-D123-4893-AD06-17136AD4D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5680" y="4293096"/>
            <a:ext cx="6067425" cy="3143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08564DB6-799A-4D4C-90C8-A8B4F209B4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6635" y="6057292"/>
            <a:ext cx="7534275" cy="5905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BDBCE49C-0B95-4793-9C0C-29AB90F4387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4809"/>
          <a:stretch/>
        </p:blipFill>
        <p:spPr>
          <a:xfrm>
            <a:off x="3212292" y="4792191"/>
            <a:ext cx="7888264" cy="5810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209255C7-88F8-402D-A4DF-41C3A74FCA4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4080" b="30446"/>
          <a:stretch/>
        </p:blipFill>
        <p:spPr>
          <a:xfrm>
            <a:off x="3215931" y="5495900"/>
            <a:ext cx="7884626" cy="4173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4935A472-309A-4A67-A024-392B3A7ACDA2}"/>
              </a:ext>
            </a:extLst>
          </p:cNvPr>
          <p:cNvSpPr/>
          <p:nvPr/>
        </p:nvSpPr>
        <p:spPr>
          <a:xfrm>
            <a:off x="3388725" y="5323201"/>
            <a:ext cx="512961" cy="2769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·····</a:t>
            </a:r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79126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데이터셋 내부구조 파악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데이터프레임 데이터셋의 변수객수와 관찰치 개수</a:t>
            </a:r>
            <a:r>
              <a:rPr lang="en-US" altLang="ko-KR" dirty="0"/>
              <a:t>, </a:t>
            </a:r>
            <a:r>
              <a:rPr lang="ko-KR" altLang="en-US" dirty="0" err="1"/>
              <a:t>변수컬럼</a:t>
            </a:r>
            <a:r>
              <a:rPr lang="ko-KR" altLang="en-US" dirty="0"/>
              <a:t> 목록과 데이터유형</a:t>
            </a:r>
            <a:r>
              <a:rPr lang="en-US" altLang="ko-KR" dirty="0"/>
              <a:t>, </a:t>
            </a:r>
            <a:r>
              <a:rPr lang="ko-KR" altLang="en-US" dirty="0"/>
              <a:t>세부 요소데이터 일부를 파악할 수 있음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09679F7D-421F-4BCD-BCFE-74F202CACCE7}"/>
              </a:ext>
            </a:extLst>
          </p:cNvPr>
          <p:cNvSpPr/>
          <p:nvPr/>
        </p:nvSpPr>
        <p:spPr>
          <a:xfrm>
            <a:off x="515938" y="2024062"/>
            <a:ext cx="3923878" cy="468153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내부구조파악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::str()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str(my)</a:t>
            </a:r>
          </a:p>
        </p:txBody>
      </p:sp>
      <p:sp>
        <p:nvSpPr>
          <p:cNvPr id="7" name="사각형: 둥근 모서리 76">
            <a:extLst>
              <a:ext uri="{FF2B5EF4-FFF2-40B4-BE49-F238E27FC236}">
                <a16:creationId xmlns:a16="http://schemas.microsoft.com/office/drawing/2014/main" xmlns="" id="{A2358C88-1996-4304-959D-8912ED1BC612}"/>
              </a:ext>
            </a:extLst>
          </p:cNvPr>
          <p:cNvSpPr/>
          <p:nvPr/>
        </p:nvSpPr>
        <p:spPr>
          <a:xfrm>
            <a:off x="5195900" y="2024062"/>
            <a:ext cx="5364150" cy="468153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내부구조파악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tibble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::glimpse()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intall.packages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glimpse(my)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FBFE633F-609E-4431-9CA8-2F0BB2473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584" y="2694198"/>
            <a:ext cx="4114800" cy="37147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42AF88A8-5C37-4A04-8C42-EDCFAC0F9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048" y="2694198"/>
            <a:ext cx="4981575" cy="38671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46EEB1A2-7706-4872-9E9D-8B82B14A6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117" y="4364830"/>
            <a:ext cx="2686050" cy="18097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130616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데이터셋 기본요약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데이터프레임 데이터셋에 대한 기본적인 </a:t>
            </a:r>
            <a:r>
              <a:rPr lang="ko-KR" altLang="en-US" dirty="0" err="1"/>
              <a:t>기술통계량을</a:t>
            </a:r>
            <a:r>
              <a:rPr lang="ko-KR" altLang="en-US" dirty="0"/>
              <a:t> </a:t>
            </a:r>
            <a:r>
              <a:rPr lang="ko-KR" altLang="en-US" dirty="0" err="1"/>
              <a:t>중심성</a:t>
            </a:r>
            <a:r>
              <a:rPr lang="en-US" altLang="ko-KR" dirty="0"/>
              <a:t>, </a:t>
            </a:r>
            <a:r>
              <a:rPr lang="ko-KR" altLang="en-US" dirty="0"/>
              <a:t>변동성</a:t>
            </a:r>
            <a:r>
              <a:rPr lang="en-US" altLang="ko-KR" dirty="0"/>
              <a:t>, </a:t>
            </a:r>
            <a:r>
              <a:rPr lang="ko-KR" altLang="en-US" dirty="0"/>
              <a:t>정규성 측면에서 각 </a:t>
            </a:r>
            <a:r>
              <a:rPr lang="ko-KR" altLang="en-US" dirty="0" err="1"/>
              <a:t>변수컬럼별로</a:t>
            </a:r>
            <a:r>
              <a:rPr lang="ko-KR" altLang="en-US" dirty="0"/>
              <a:t> 살펴볼 수 있음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7F15056D-1F59-4D64-8262-2CAB2563E569}"/>
              </a:ext>
            </a:extLst>
          </p:cNvPr>
          <p:cNvSpPr/>
          <p:nvPr/>
        </p:nvSpPr>
        <p:spPr>
          <a:xfrm>
            <a:off x="515938" y="2024062"/>
            <a:ext cx="3923878" cy="468153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 기술통계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summary(my)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EEE22DEF-4172-46D4-B0B4-3320679D8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763" y="2120068"/>
            <a:ext cx="9010650" cy="34385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xmlns="" id="{6AD783EC-6B66-49D2-8410-83C79BE5DFBB}"/>
              </a:ext>
            </a:extLst>
          </p:cNvPr>
          <p:cNvGrpSpPr/>
          <p:nvPr/>
        </p:nvGrpSpPr>
        <p:grpSpPr>
          <a:xfrm>
            <a:off x="1921260" y="5782121"/>
            <a:ext cx="2124236" cy="735217"/>
            <a:chOff x="4319859" y="4375383"/>
            <a:chExt cx="8462723" cy="521402"/>
          </a:xfrm>
        </p:grpSpPr>
        <p:sp>
          <p:nvSpPr>
            <p:cNvPr id="7" name="사각형: 둥근 모서리 83">
              <a:extLst>
                <a:ext uri="{FF2B5EF4-FFF2-40B4-BE49-F238E27FC236}">
                  <a16:creationId xmlns:a16="http://schemas.microsoft.com/office/drawing/2014/main" xmlns="" id="{33E25A26-252D-4178-A928-DB841F0ABB52}"/>
                </a:ext>
              </a:extLst>
            </p:cNvPr>
            <p:cNvSpPr/>
            <p:nvPr/>
          </p:nvSpPr>
          <p:spPr>
            <a:xfrm>
              <a:off x="4319859" y="4375383"/>
              <a:ext cx="8462723" cy="521402"/>
            </a:xfrm>
            <a:prstGeom prst="roundRect">
              <a:avLst>
                <a:gd name="adj" fmla="val 12484"/>
              </a:avLst>
            </a:prstGeom>
            <a:solidFill>
              <a:srgbClr val="95D5E1"/>
            </a:solidFill>
            <a:ln w="19050">
              <a:solidFill>
                <a:srgbClr val="00206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C6413799-824A-4311-AB57-2C461DD6DF8D}"/>
                </a:ext>
              </a:extLst>
            </p:cNvPr>
            <p:cNvSpPr txBox="1"/>
            <p:nvPr/>
          </p:nvSpPr>
          <p:spPr>
            <a:xfrm>
              <a:off x="4581688" y="4420367"/>
              <a:ext cx="7941754" cy="417734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216000" lvl="0" indent="-180000">
                <a:lnSpc>
                  <a:spcPct val="120000"/>
                </a:lnSpc>
                <a:buSzPct val="80000"/>
                <a:buBlip>
                  <a:blip r:embed="rId3"/>
                </a:buBlip>
              </a:pPr>
              <a:r>
                <a:rPr lang="ko-KR" altLang="en-US" sz="1200" dirty="0" err="1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중심성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Median,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Mean</a:t>
              </a:r>
            </a:p>
            <a:p>
              <a:pPr marL="216000" lvl="0" indent="-180000">
                <a:lnSpc>
                  <a:spcPct val="120000"/>
                </a:lnSpc>
                <a:buSzPct val="80000"/>
                <a:buBlip>
                  <a:blip r:embed="rId3"/>
                </a:buBlip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변동성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Min.,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Max.</a:t>
              </a:r>
            </a:p>
            <a:p>
              <a:pPr marL="216000" lvl="0" indent="-180000">
                <a:lnSpc>
                  <a:spcPct val="120000"/>
                </a:lnSpc>
                <a:buSzPct val="80000"/>
                <a:buBlip>
                  <a:blip r:embed="rId3"/>
                </a:buBlip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정규성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1</a:t>
              </a:r>
              <a:r>
                <a:rPr lang="en-US" altLang="ko-KR" sz="1200" baseline="300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st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Qu., 3</a:t>
              </a:r>
              <a:r>
                <a:rPr lang="en-US" altLang="ko-KR" sz="1200" baseline="300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rd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Qu.</a:t>
              </a:r>
              <a:endPara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62726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기술통계분석 패키지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en-US" altLang="ko-KR" dirty="0"/>
              <a:t>psych</a:t>
            </a:r>
            <a:r>
              <a:rPr lang="ko-KR" altLang="en-US" dirty="0"/>
              <a:t>패키지 </a:t>
            </a:r>
            <a:r>
              <a:rPr lang="en-US" altLang="ko-KR" dirty="0"/>
              <a:t>describe</a:t>
            </a:r>
            <a:r>
              <a:rPr lang="ko-KR" altLang="en-US" dirty="0"/>
              <a:t>함수에서는 각 </a:t>
            </a:r>
            <a:r>
              <a:rPr lang="ko-KR" altLang="en-US" dirty="0" smtClean="0"/>
              <a:t>변수 </a:t>
            </a:r>
            <a:r>
              <a:rPr lang="ko-KR" altLang="en-US" dirty="0" err="1" smtClean="0"/>
              <a:t>컬럼별</a:t>
            </a:r>
            <a:r>
              <a:rPr lang="ko-KR" altLang="en-US" dirty="0" smtClean="0"/>
              <a:t> </a:t>
            </a:r>
            <a:r>
              <a:rPr lang="ko-KR" altLang="en-US" dirty="0"/>
              <a:t>여러가지 기술통계량을 세부적으로 비교해 줌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8BDF7659-5204-44E1-8271-710F359420E7}"/>
              </a:ext>
            </a:extLst>
          </p:cNvPr>
          <p:cNvSpPr/>
          <p:nvPr/>
        </p:nvSpPr>
        <p:spPr>
          <a:xfrm>
            <a:off x="515938" y="2024062"/>
            <a:ext cx="4643958" cy="468153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기술통계분석 패키지 동시설치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(c('psych',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skimr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library(psych)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library(skim)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skimr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::skim(my)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메모리상에 로딩된 패키지 라이브러리 목록 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search()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로딩된 패키지들간 우선순위 파악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0DD35BED-C6E5-4279-B562-71D9A436C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103" y="2115554"/>
            <a:ext cx="6810857" cy="37338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F0BD9FE3-61D8-448F-854C-D5F88447F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261" y="5940846"/>
            <a:ext cx="8267700" cy="5810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43A0BBAE-5629-449C-809D-173CA1E54F49}"/>
              </a:ext>
            </a:extLst>
          </p:cNvPr>
          <p:cNvGrpSpPr/>
          <p:nvPr/>
        </p:nvGrpSpPr>
        <p:grpSpPr>
          <a:xfrm>
            <a:off x="2099556" y="2600908"/>
            <a:ext cx="2304256" cy="1980220"/>
            <a:chOff x="4319859" y="4375383"/>
            <a:chExt cx="8462723" cy="521402"/>
          </a:xfrm>
        </p:grpSpPr>
        <p:sp>
          <p:nvSpPr>
            <p:cNvPr id="8" name="사각형: 둥근 모서리 83">
              <a:extLst>
                <a:ext uri="{FF2B5EF4-FFF2-40B4-BE49-F238E27FC236}">
                  <a16:creationId xmlns:a16="http://schemas.microsoft.com/office/drawing/2014/main" xmlns="" id="{8CADF6BD-884B-49A1-AFAE-811F512E50A1}"/>
                </a:ext>
              </a:extLst>
            </p:cNvPr>
            <p:cNvSpPr/>
            <p:nvPr/>
          </p:nvSpPr>
          <p:spPr>
            <a:xfrm>
              <a:off x="4319859" y="4375383"/>
              <a:ext cx="8462723" cy="521402"/>
            </a:xfrm>
            <a:prstGeom prst="roundRect">
              <a:avLst>
                <a:gd name="adj" fmla="val 7908"/>
              </a:avLst>
            </a:prstGeom>
            <a:solidFill>
              <a:srgbClr val="95D5E1"/>
            </a:solidFill>
            <a:ln w="19050">
              <a:solidFill>
                <a:srgbClr val="00206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1A6D422F-B4C8-430B-A208-887EC311A005}"/>
                </a:ext>
              </a:extLst>
            </p:cNvPr>
            <p:cNvSpPr txBox="1"/>
            <p:nvPr/>
          </p:nvSpPr>
          <p:spPr>
            <a:xfrm>
              <a:off x="4581688" y="4420367"/>
              <a:ext cx="7941754" cy="417734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216000" lvl="0" indent="-180000">
                <a:lnSpc>
                  <a:spcPct val="120000"/>
                </a:lnSpc>
                <a:buSzPct val="80000"/>
                <a:buBlip>
                  <a:blip r:embed="rId4"/>
                </a:buBlip>
              </a:pP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psych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패키지와 </a:t>
              </a:r>
              <a:r>
                <a:rPr lang="en-US" altLang="ko-KR" sz="1200" dirty="0" err="1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Hmisc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패키지의 </a:t>
              </a:r>
              <a:r>
                <a:rPr lang="ko-KR" altLang="en-US" sz="1200" dirty="0" err="1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기술통계량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분석용 함수명이 모두 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describe()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임</a:t>
              </a:r>
              <a:endPara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16000" lvl="0" indent="-180000">
                <a:lnSpc>
                  <a:spcPct val="120000"/>
                </a:lnSpc>
                <a:buSzPct val="80000"/>
                <a:buBlip>
                  <a:blip r:embed="rId4"/>
                </a:buBlip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특정함수 사용시 어떠한 패키지에 속한 함수인지를 명시적으로 </a:t>
              </a:r>
              <a:r>
                <a:rPr lang="ko-KR" altLang="en-US" sz="1200" dirty="0" err="1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나타내주기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위해서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패키지명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::</a:t>
              </a:r>
              <a:r>
                <a:rPr lang="ko-KR" altLang="en-US" sz="1200" dirty="0" err="1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함수명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() 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형태로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작성해 주면 됨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F15DF723-2B46-4D4F-B0DB-7A9CA748249D}"/>
              </a:ext>
            </a:extLst>
          </p:cNvPr>
          <p:cNvGrpSpPr/>
          <p:nvPr/>
        </p:nvGrpSpPr>
        <p:grpSpPr>
          <a:xfrm>
            <a:off x="614972" y="5949836"/>
            <a:ext cx="2304256" cy="567680"/>
            <a:chOff x="4319859" y="4375383"/>
            <a:chExt cx="8462723" cy="521402"/>
          </a:xfrm>
        </p:grpSpPr>
        <p:sp>
          <p:nvSpPr>
            <p:cNvPr id="11" name="사각형: 둥근 모서리 83">
              <a:extLst>
                <a:ext uri="{FF2B5EF4-FFF2-40B4-BE49-F238E27FC236}">
                  <a16:creationId xmlns:a16="http://schemas.microsoft.com/office/drawing/2014/main" xmlns="" id="{16024F50-008F-466B-9F45-10B85A4E90BA}"/>
                </a:ext>
              </a:extLst>
            </p:cNvPr>
            <p:cNvSpPr/>
            <p:nvPr/>
          </p:nvSpPr>
          <p:spPr>
            <a:xfrm>
              <a:off x="4319859" y="4375383"/>
              <a:ext cx="8462723" cy="521402"/>
            </a:xfrm>
            <a:prstGeom prst="roundRect">
              <a:avLst>
                <a:gd name="adj" fmla="val 12484"/>
              </a:avLst>
            </a:prstGeom>
            <a:solidFill>
              <a:srgbClr val="95D5E1"/>
            </a:solidFill>
            <a:ln w="19050">
              <a:solidFill>
                <a:srgbClr val="00206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3D08B6D6-BD14-437D-B6B9-CAC88FFBCD60}"/>
                </a:ext>
              </a:extLst>
            </p:cNvPr>
            <p:cNvSpPr txBox="1"/>
            <p:nvPr/>
          </p:nvSpPr>
          <p:spPr>
            <a:xfrm>
              <a:off x="4581688" y="4420367"/>
              <a:ext cx="7941754" cy="417734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216000" lvl="0" indent="-180000">
                <a:lnSpc>
                  <a:spcPct val="120000"/>
                </a:lnSpc>
                <a:buSzPct val="80000"/>
                <a:buBlip>
                  <a:blip r:embed="rId4"/>
                </a:buBlip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메모리에 로딩된 패키지의 우선순위에 따라 소속함수가 실행됨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99913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기술통계분석 패키지</a:t>
            </a:r>
            <a:r>
              <a:rPr lang="en-US" altLang="ko-KR" dirty="0"/>
              <a:t>(2/3)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en-US" altLang="ko-KR" dirty="0" err="1"/>
              <a:t>Hmisc</a:t>
            </a:r>
            <a:r>
              <a:rPr lang="ko-KR" altLang="en-US" dirty="0"/>
              <a:t>패키지 </a:t>
            </a:r>
            <a:r>
              <a:rPr lang="en-US" altLang="ko-KR" dirty="0"/>
              <a:t>describe()</a:t>
            </a:r>
            <a:r>
              <a:rPr lang="ko-KR" altLang="en-US" dirty="0"/>
              <a:t>함수에서는 각 </a:t>
            </a:r>
            <a:r>
              <a:rPr lang="ko-KR" altLang="en-US" dirty="0" smtClean="0"/>
              <a:t>변수 </a:t>
            </a:r>
            <a:r>
              <a:rPr lang="ko-KR" altLang="en-US" dirty="0" err="1" smtClean="0"/>
              <a:t>컬럼별</a:t>
            </a:r>
            <a:r>
              <a:rPr lang="ko-KR" altLang="en-US" dirty="0" smtClean="0"/>
              <a:t> </a:t>
            </a:r>
            <a:r>
              <a:rPr lang="ko-KR" altLang="en-US" dirty="0"/>
              <a:t>단위로 기술통계량을 상세하게 제공함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7F95E157-6348-48EA-AF55-FCE64DF59222}"/>
              </a:ext>
            </a:extLst>
          </p:cNvPr>
          <p:cNvSpPr/>
          <p:nvPr/>
        </p:nvSpPr>
        <p:spPr>
          <a:xfrm>
            <a:off x="515937" y="2024062"/>
            <a:ext cx="5220023" cy="468153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기술통계분석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::describe(my)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7E864BBC-62AD-4EB8-BD10-CB13526FB6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7778"/>
          <a:stretch/>
        </p:blipFill>
        <p:spPr>
          <a:xfrm>
            <a:off x="3490004" y="2124471"/>
            <a:ext cx="3460376" cy="15240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xmlns="" id="{0F2885E4-84CE-460F-9565-AF1C80D1DF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5006"/>
          <a:stretch/>
        </p:blipFill>
        <p:spPr>
          <a:xfrm>
            <a:off x="3490004" y="3465371"/>
            <a:ext cx="3460376" cy="102829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xmlns="" id="{A52004FA-5D9B-4DFE-B6CF-83213F6BCC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273" b="46977"/>
          <a:stretch/>
        </p:blipFill>
        <p:spPr>
          <a:xfrm>
            <a:off x="3490004" y="2331061"/>
            <a:ext cx="3460376" cy="108012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68B2301E-FC41-4025-B5A3-05055B6373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5337"/>
          <a:stretch/>
        </p:blipFill>
        <p:spPr>
          <a:xfrm>
            <a:off x="3490004" y="5627744"/>
            <a:ext cx="7322520" cy="100561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xmlns="" id="{9EBB0D19-ADD9-4056-86EF-47D70DCB0E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5044"/>
          <a:stretch/>
        </p:blipFill>
        <p:spPr>
          <a:xfrm>
            <a:off x="3490004" y="4547850"/>
            <a:ext cx="7322520" cy="102570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EDF447FC-A470-4F37-A813-ED6FA4E742A5}"/>
              </a:ext>
            </a:extLst>
          </p:cNvPr>
          <p:cNvGrpSpPr/>
          <p:nvPr/>
        </p:nvGrpSpPr>
        <p:grpSpPr>
          <a:xfrm>
            <a:off x="2387588" y="3573016"/>
            <a:ext cx="1014632" cy="735217"/>
            <a:chOff x="4319859" y="4375383"/>
            <a:chExt cx="8462723" cy="521402"/>
          </a:xfrm>
        </p:grpSpPr>
        <p:sp>
          <p:nvSpPr>
            <p:cNvPr id="24" name="사각형: 둥근 모서리 83">
              <a:extLst>
                <a:ext uri="{FF2B5EF4-FFF2-40B4-BE49-F238E27FC236}">
                  <a16:creationId xmlns:a16="http://schemas.microsoft.com/office/drawing/2014/main" xmlns="" id="{E84FE209-9AF0-4391-BA57-85C4DD53CDED}"/>
                </a:ext>
              </a:extLst>
            </p:cNvPr>
            <p:cNvSpPr/>
            <p:nvPr/>
          </p:nvSpPr>
          <p:spPr>
            <a:xfrm>
              <a:off x="4319859" y="4375383"/>
              <a:ext cx="8462723" cy="521402"/>
            </a:xfrm>
            <a:prstGeom prst="roundRect">
              <a:avLst>
                <a:gd name="adj" fmla="val 12484"/>
              </a:avLst>
            </a:prstGeom>
            <a:solidFill>
              <a:srgbClr val="95D5E1"/>
            </a:solidFill>
            <a:ln w="19050">
              <a:solidFill>
                <a:srgbClr val="00206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4C5A7E54-E846-4696-BA08-DB64C5B650D5}"/>
                </a:ext>
              </a:extLst>
            </p:cNvPr>
            <p:cNvSpPr txBox="1"/>
            <p:nvPr/>
          </p:nvSpPr>
          <p:spPr>
            <a:xfrm>
              <a:off x="4581688" y="4420367"/>
              <a:ext cx="7941754" cy="417734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216000" lvl="0" indent="-180000">
                <a:lnSpc>
                  <a:spcPct val="120000"/>
                </a:lnSpc>
                <a:buSzPct val="80000"/>
                <a:buBlip>
                  <a:blip r:embed="rId4"/>
                </a:buBlip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서열척도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(ordinal </a:t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scale)</a:t>
              </a:r>
              <a:endPara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41DEDAD0-35B5-41D9-B692-217CD93108CE}"/>
              </a:ext>
            </a:extLst>
          </p:cNvPr>
          <p:cNvGrpSpPr/>
          <p:nvPr/>
        </p:nvGrpSpPr>
        <p:grpSpPr>
          <a:xfrm>
            <a:off x="2387588" y="4689140"/>
            <a:ext cx="1014632" cy="735217"/>
            <a:chOff x="4319859" y="4375383"/>
            <a:chExt cx="8462723" cy="521402"/>
          </a:xfrm>
        </p:grpSpPr>
        <p:sp>
          <p:nvSpPr>
            <p:cNvPr id="27" name="사각형: 둥근 모서리 83">
              <a:extLst>
                <a:ext uri="{FF2B5EF4-FFF2-40B4-BE49-F238E27FC236}">
                  <a16:creationId xmlns:a16="http://schemas.microsoft.com/office/drawing/2014/main" xmlns="" id="{657B1F99-562E-4D02-A3DA-94442362A99F}"/>
                </a:ext>
              </a:extLst>
            </p:cNvPr>
            <p:cNvSpPr/>
            <p:nvPr/>
          </p:nvSpPr>
          <p:spPr>
            <a:xfrm>
              <a:off x="4319859" y="4375383"/>
              <a:ext cx="8462723" cy="521402"/>
            </a:xfrm>
            <a:prstGeom prst="roundRect">
              <a:avLst>
                <a:gd name="adj" fmla="val 12484"/>
              </a:avLst>
            </a:prstGeom>
            <a:solidFill>
              <a:srgbClr val="95D5E1"/>
            </a:solidFill>
            <a:ln w="19050">
              <a:solidFill>
                <a:srgbClr val="00206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E7344F20-FC14-4BE7-AFDC-304EDAB2EEC4}"/>
                </a:ext>
              </a:extLst>
            </p:cNvPr>
            <p:cNvSpPr txBox="1"/>
            <p:nvPr/>
          </p:nvSpPr>
          <p:spPr>
            <a:xfrm>
              <a:off x="4581688" y="4420367"/>
              <a:ext cx="7941754" cy="417734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216000" lvl="0" indent="-180000">
                <a:lnSpc>
                  <a:spcPct val="120000"/>
                </a:lnSpc>
                <a:buSzPct val="80000"/>
                <a:buBlip>
                  <a:blip r:embed="rId4"/>
                </a:buBlip>
              </a:pPr>
              <a:r>
                <a:rPr lang="ko-KR" altLang="en-US" sz="1200" dirty="0" err="1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등간척도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(interval </a:t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scale)</a:t>
              </a:r>
              <a:endPara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B6CA709A-FB41-4765-B3AF-FD3ABD261A31}"/>
              </a:ext>
            </a:extLst>
          </p:cNvPr>
          <p:cNvGrpSpPr/>
          <p:nvPr/>
        </p:nvGrpSpPr>
        <p:grpSpPr>
          <a:xfrm>
            <a:off x="2387588" y="5770599"/>
            <a:ext cx="1014632" cy="735217"/>
            <a:chOff x="4319859" y="4375383"/>
            <a:chExt cx="8462723" cy="521402"/>
          </a:xfrm>
        </p:grpSpPr>
        <p:sp>
          <p:nvSpPr>
            <p:cNvPr id="30" name="사각형: 둥근 모서리 83">
              <a:extLst>
                <a:ext uri="{FF2B5EF4-FFF2-40B4-BE49-F238E27FC236}">
                  <a16:creationId xmlns:a16="http://schemas.microsoft.com/office/drawing/2014/main" xmlns="" id="{9334555E-A194-43CD-86AC-8D18243975A5}"/>
                </a:ext>
              </a:extLst>
            </p:cNvPr>
            <p:cNvSpPr/>
            <p:nvPr/>
          </p:nvSpPr>
          <p:spPr>
            <a:xfrm>
              <a:off x="4319859" y="4375383"/>
              <a:ext cx="8462723" cy="521402"/>
            </a:xfrm>
            <a:prstGeom prst="roundRect">
              <a:avLst>
                <a:gd name="adj" fmla="val 12484"/>
              </a:avLst>
            </a:prstGeom>
            <a:solidFill>
              <a:srgbClr val="95D5E1"/>
            </a:solidFill>
            <a:ln w="19050">
              <a:solidFill>
                <a:srgbClr val="00206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98BDC4A8-5004-47FB-8BCD-B7E909FDEB61}"/>
                </a:ext>
              </a:extLst>
            </p:cNvPr>
            <p:cNvSpPr txBox="1"/>
            <p:nvPr/>
          </p:nvSpPr>
          <p:spPr>
            <a:xfrm>
              <a:off x="4581688" y="4420367"/>
              <a:ext cx="7941754" cy="417734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216000" lvl="0" indent="-180000">
                <a:lnSpc>
                  <a:spcPct val="120000"/>
                </a:lnSpc>
                <a:buSzPct val="80000"/>
                <a:buBlip>
                  <a:blip r:embed="rId4"/>
                </a:buBlip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비율척도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(ratio </a:t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scale)</a:t>
              </a:r>
              <a:endPara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xmlns="" id="{7FC19456-2705-461A-8D00-912B685E8106}"/>
              </a:ext>
            </a:extLst>
          </p:cNvPr>
          <p:cNvGrpSpPr/>
          <p:nvPr/>
        </p:nvGrpSpPr>
        <p:grpSpPr>
          <a:xfrm>
            <a:off x="2387588" y="2441755"/>
            <a:ext cx="1014632" cy="735217"/>
            <a:chOff x="4319859" y="4375383"/>
            <a:chExt cx="8462723" cy="521402"/>
          </a:xfrm>
        </p:grpSpPr>
        <p:sp>
          <p:nvSpPr>
            <p:cNvPr id="33" name="사각형: 둥근 모서리 83">
              <a:extLst>
                <a:ext uri="{FF2B5EF4-FFF2-40B4-BE49-F238E27FC236}">
                  <a16:creationId xmlns:a16="http://schemas.microsoft.com/office/drawing/2014/main" xmlns="" id="{E04EC437-76B7-48E2-94BF-3FF5E103F077}"/>
                </a:ext>
              </a:extLst>
            </p:cNvPr>
            <p:cNvSpPr/>
            <p:nvPr/>
          </p:nvSpPr>
          <p:spPr>
            <a:xfrm>
              <a:off x="4319859" y="4375383"/>
              <a:ext cx="8462723" cy="521402"/>
            </a:xfrm>
            <a:prstGeom prst="roundRect">
              <a:avLst>
                <a:gd name="adj" fmla="val 12484"/>
              </a:avLst>
            </a:prstGeom>
            <a:solidFill>
              <a:srgbClr val="95D5E1"/>
            </a:solidFill>
            <a:ln w="19050">
              <a:solidFill>
                <a:srgbClr val="00206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ABC7D589-C531-4420-8082-86D929378EB0}"/>
                </a:ext>
              </a:extLst>
            </p:cNvPr>
            <p:cNvSpPr txBox="1"/>
            <p:nvPr/>
          </p:nvSpPr>
          <p:spPr>
            <a:xfrm>
              <a:off x="4581688" y="4420367"/>
              <a:ext cx="7941754" cy="417734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216000" lvl="0" indent="-180000">
                <a:lnSpc>
                  <a:spcPct val="120000"/>
                </a:lnSpc>
                <a:buSzPct val="80000"/>
                <a:buBlip>
                  <a:blip r:embed="rId4"/>
                </a:buBlip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명목척도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(nominal </a:t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scale)</a:t>
              </a:r>
              <a:endPara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00581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기술통계분석 패키지</a:t>
            </a:r>
            <a:r>
              <a:rPr lang="en-US" altLang="ko-KR" dirty="0"/>
              <a:t>(3/3)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en-US" altLang="ko-KR" dirty="0" err="1"/>
              <a:t>skimr</a:t>
            </a:r>
            <a:r>
              <a:rPr lang="ko-KR" altLang="en-US" dirty="0"/>
              <a:t>패키지 </a:t>
            </a:r>
            <a:r>
              <a:rPr lang="en-US" altLang="ko-KR" dirty="0"/>
              <a:t>skim</a:t>
            </a:r>
            <a:r>
              <a:rPr lang="ko-KR" altLang="en-US" dirty="0"/>
              <a:t>함수에서는 각 변수를 </a:t>
            </a:r>
            <a:r>
              <a:rPr lang="ko-KR" altLang="en-US" dirty="0" err="1"/>
              <a:t>측정척도별로</a:t>
            </a:r>
            <a:r>
              <a:rPr lang="ko-KR" altLang="en-US" dirty="0"/>
              <a:t> 분리해 </a:t>
            </a:r>
            <a:r>
              <a:rPr lang="ko-KR" altLang="en-US" dirty="0" err="1"/>
              <a:t>기술통계량과</a:t>
            </a:r>
            <a:r>
              <a:rPr lang="ko-KR" altLang="en-US" dirty="0"/>
              <a:t> 히스토그램을 </a:t>
            </a:r>
            <a:r>
              <a:rPr lang="ko-KR" altLang="en-US" dirty="0" err="1"/>
              <a:t>나타내줌</a:t>
            </a:r>
            <a:endParaRPr lang="ko-KR" altLang="en-US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274104-EF59-4C94-9CEE-1E845E16F53E}"/>
              </a:ext>
            </a:extLst>
          </p:cNvPr>
          <p:cNvSpPr/>
          <p:nvPr/>
        </p:nvSpPr>
        <p:spPr>
          <a:xfrm>
            <a:off x="515938" y="2024062"/>
            <a:ext cx="3923878" cy="468153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skimr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::skim()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 기술통계분석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skimr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skimr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::skim(my)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F9AFB964-76A6-4E17-B8C5-CD4613850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728" y="2136325"/>
            <a:ext cx="6265109" cy="450524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125029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4672614" y="4334433"/>
            <a:ext cx="3187582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5" name="그룹 34"/>
          <p:cNvGrpSpPr/>
          <p:nvPr/>
        </p:nvGrpSpPr>
        <p:grpSpPr>
          <a:xfrm>
            <a:off x="4020030" y="2148345"/>
            <a:ext cx="3383460" cy="830997"/>
            <a:chOff x="1996611" y="2003068"/>
            <a:chExt cx="3383460" cy="830997"/>
          </a:xfrm>
        </p:grpSpPr>
        <p:sp>
          <p:nvSpPr>
            <p:cNvPr id="22" name="TextBox 21"/>
            <p:cNvSpPr txBox="1"/>
            <p:nvPr/>
          </p:nvSpPr>
          <p:spPr>
            <a:xfrm>
              <a:off x="2649195" y="2003068"/>
              <a:ext cx="273087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분석과제 모델링</a:t>
              </a: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96611" y="2198928"/>
              <a:ext cx="404758" cy="458789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13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14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39137"/>
                <a:ext cx="4063626" cy="50223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b="1" spc="-300" dirty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36" name="그룹 35"/>
          <p:cNvGrpSpPr/>
          <p:nvPr/>
        </p:nvGrpSpPr>
        <p:grpSpPr>
          <a:xfrm>
            <a:off x="4020030" y="3246480"/>
            <a:ext cx="3389872" cy="830997"/>
            <a:chOff x="1996611" y="3028564"/>
            <a:chExt cx="3389872" cy="830997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96611" y="3224424"/>
              <a:ext cx="404758" cy="458789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26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7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39137"/>
                <a:ext cx="4063626" cy="50223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b="1" spc="-300" dirty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8" name="TextBox 27"/>
            <p:cNvSpPr txBox="1"/>
            <p:nvPr/>
          </p:nvSpPr>
          <p:spPr>
            <a:xfrm>
              <a:off x="2649195" y="3028564"/>
              <a:ext cx="273728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데이터</a:t>
              </a:r>
              <a:r>
                <a:rPr lang="en-US" altLang="ko-KR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기본탐색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4020030" y="454047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32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C02E41DF-A7D7-4963-A7C6-F4B8D3B8002F}"/>
              </a:ext>
            </a:extLst>
          </p:cNvPr>
          <p:cNvSpPr txBox="1"/>
          <p:nvPr/>
        </p:nvSpPr>
        <p:spPr>
          <a:xfrm>
            <a:off x="4672614" y="4344615"/>
            <a:ext cx="3340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 시각화탐색</a:t>
            </a:r>
          </a:p>
        </p:txBody>
      </p:sp>
    </p:spTree>
    <p:extLst>
      <p:ext uri="{BB962C8B-B14F-4D97-AF65-F5344CB8AC3E}">
        <p14:creationId xmlns:p14="http://schemas.microsoft.com/office/powerpoint/2010/main" val="6030686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전체변수간 </a:t>
            </a:r>
            <a:r>
              <a:rPr lang="ko-KR" altLang="en-US" dirty="0" err="1"/>
              <a:t>산점도</a:t>
            </a:r>
            <a:r>
              <a:rPr lang="ko-KR" altLang="en-US" dirty="0"/>
              <a:t> 매트릭스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데이터셋을 구성하고 있는 모든 </a:t>
            </a:r>
            <a:r>
              <a:rPr lang="ko-KR" altLang="en-US" dirty="0" err="1"/>
              <a:t>변수컬럼</a:t>
            </a:r>
            <a:r>
              <a:rPr lang="ko-KR" altLang="en-US" dirty="0"/>
              <a:t> 간의 상호관련성을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산점도</a:t>
            </a:r>
            <a:r>
              <a:rPr lang="en-US" altLang="ko-KR" dirty="0"/>
              <a:t>(scatter plot)</a:t>
            </a:r>
            <a:r>
              <a:rPr lang="ko-KR" altLang="en-US" dirty="0"/>
              <a:t> 매트릭스</a:t>
            </a:r>
            <a:r>
              <a:rPr lang="en-US" altLang="ko-KR" dirty="0"/>
              <a:t>(matrix)</a:t>
            </a:r>
            <a:r>
              <a:rPr lang="ko-KR" altLang="en-US" dirty="0"/>
              <a:t>를 통해서 살펴볼 수 있음</a:t>
            </a:r>
          </a:p>
        </p:txBody>
      </p:sp>
      <p:sp>
        <p:nvSpPr>
          <p:cNvPr id="5" name="사각형: 둥근 모서리 76">
            <a:extLst>
              <a:ext uri="{FF2B5EF4-FFF2-40B4-BE49-F238E27FC236}">
                <a16:creationId xmlns:a16="http://schemas.microsoft.com/office/drawing/2014/main" xmlns="" id="{57B1AADE-64F6-497E-A30E-E4D700258759}"/>
              </a:ext>
            </a:extLst>
          </p:cNvPr>
          <p:cNvSpPr/>
          <p:nvPr/>
        </p:nvSpPr>
        <p:spPr>
          <a:xfrm>
            <a:off x="515938" y="2176936"/>
            <a:ext cx="10044112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::read.csv()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함수로 로딩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&lt;- read.csv(file = 'tour.csv',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header = TRUE,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strip.white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na.strings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'?', 'NA'))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산점도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매트릭스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전체변수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8261B82C-319A-4D6B-A7FC-9E9CC1A46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844" y="2409441"/>
            <a:ext cx="3152775" cy="2952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75406C95-6086-4E9F-A358-EB2B15E1B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844" y="2968039"/>
            <a:ext cx="4613624" cy="366531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7BDCCEA1-97C5-4F00-81E3-624526AA4B48}"/>
              </a:ext>
            </a:extLst>
          </p:cNvPr>
          <p:cNvGrpSpPr/>
          <p:nvPr/>
        </p:nvGrpSpPr>
        <p:grpSpPr>
          <a:xfrm>
            <a:off x="7968208" y="2265728"/>
            <a:ext cx="3924436" cy="567680"/>
            <a:chOff x="4319859" y="4375383"/>
            <a:chExt cx="8462723" cy="521402"/>
          </a:xfrm>
        </p:grpSpPr>
        <p:sp>
          <p:nvSpPr>
            <p:cNvPr id="8" name="사각형: 둥근 모서리 83">
              <a:extLst>
                <a:ext uri="{FF2B5EF4-FFF2-40B4-BE49-F238E27FC236}">
                  <a16:creationId xmlns:a16="http://schemas.microsoft.com/office/drawing/2014/main" xmlns="" id="{DA253F0D-3883-4E07-B1F1-82BD9C132CC7}"/>
                </a:ext>
              </a:extLst>
            </p:cNvPr>
            <p:cNvSpPr/>
            <p:nvPr/>
          </p:nvSpPr>
          <p:spPr>
            <a:xfrm>
              <a:off x="4319859" y="4375383"/>
              <a:ext cx="8462723" cy="521402"/>
            </a:xfrm>
            <a:prstGeom prst="roundRect">
              <a:avLst>
                <a:gd name="adj" fmla="val 12484"/>
              </a:avLst>
            </a:prstGeom>
            <a:solidFill>
              <a:srgbClr val="95D5E1"/>
            </a:solidFill>
            <a:ln w="19050">
              <a:solidFill>
                <a:srgbClr val="00206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D28E5FA6-C305-4CF8-AB94-309346C8BA31}"/>
                </a:ext>
              </a:extLst>
            </p:cNvPr>
            <p:cNvSpPr txBox="1"/>
            <p:nvPr/>
          </p:nvSpPr>
          <p:spPr>
            <a:xfrm>
              <a:off x="4581688" y="4420367"/>
              <a:ext cx="7941754" cy="417734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216000" lvl="0" indent="-180000">
                <a:lnSpc>
                  <a:spcPct val="120000"/>
                </a:lnSpc>
                <a:buSzPct val="80000"/>
                <a:buBlip>
                  <a:blip r:embed="rId4"/>
                </a:buBlip>
              </a:pP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RStudio 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오른쪽하단 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plot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창의 영역이 작으면 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그래프가 출력되지 않고 에러메시지가 콘솔창에 나타남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97304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전체변수간 상관관계 매트릭스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데이터셋을 구성하고 있는 모든 </a:t>
            </a:r>
            <a:r>
              <a:rPr lang="ko-KR" altLang="en-US" dirty="0" err="1"/>
              <a:t>변수컬럼</a:t>
            </a:r>
            <a:r>
              <a:rPr lang="ko-KR" altLang="en-US" dirty="0"/>
              <a:t> 간의 상호관련성을 연관</a:t>
            </a:r>
            <a:r>
              <a:rPr lang="en-US" altLang="ko-KR" dirty="0"/>
              <a:t>·</a:t>
            </a:r>
            <a:r>
              <a:rPr lang="ko-KR" altLang="en-US" dirty="0"/>
              <a:t>상관관계 매트릭스를 통해서 살펴볼 수 있음</a:t>
            </a:r>
          </a:p>
        </p:txBody>
      </p:sp>
      <p:sp>
        <p:nvSpPr>
          <p:cNvPr id="5" name="사각형: 둥근 모서리 76">
            <a:extLst>
              <a:ext uri="{FF2B5EF4-FFF2-40B4-BE49-F238E27FC236}">
                <a16:creationId xmlns:a16="http://schemas.microsoft.com/office/drawing/2014/main" xmlns="" id="{57B1AADE-64F6-497E-A30E-E4D700258759}"/>
              </a:ext>
            </a:extLst>
          </p:cNvPr>
          <p:cNvSpPr/>
          <p:nvPr/>
        </p:nvSpPr>
        <p:spPr>
          <a:xfrm>
            <a:off x="515937" y="2176936"/>
            <a:ext cx="1040447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전체변수간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상관관계 매트릭스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(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일부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포함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변수는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출력안됨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(my), 3)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상관관계결과를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넘겨받아 소수자리 정리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temp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round(temp, 3)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데이터셋의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요소 제거 옵션설정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상관관계 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temp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use =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complete.obs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round(temp, 2)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63E99E60-B5C6-471F-A44E-706F88823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604" y="2312876"/>
            <a:ext cx="7657379" cy="25329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1CD3F5FB-D6EA-4523-A4C5-223737CB3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5084" y="3789040"/>
            <a:ext cx="8635532" cy="280168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045349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범주형 변수간 </a:t>
            </a:r>
            <a:r>
              <a:rPr lang="ko-KR" altLang="en-US" dirty="0" err="1"/>
              <a:t>산점도</a:t>
            </a:r>
            <a:r>
              <a:rPr lang="en-US" altLang="ko-KR" dirty="0"/>
              <a:t>·</a:t>
            </a:r>
            <a:r>
              <a:rPr lang="ko-KR" altLang="en-US" dirty="0"/>
              <a:t>연관관계 매트릭스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일부 범주형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ko-KR" altLang="en-US" dirty="0" err="1"/>
              <a:t>변수컬럼</a:t>
            </a:r>
            <a:r>
              <a:rPr lang="ko-KR" altLang="en-US" dirty="0"/>
              <a:t> 간의 상호관련성을 </a:t>
            </a:r>
            <a:r>
              <a:rPr lang="ko-KR" altLang="en-US" dirty="0" err="1"/>
              <a:t>산점도와</a:t>
            </a:r>
            <a:r>
              <a:rPr lang="ko-KR" altLang="en-US" dirty="0"/>
              <a:t> 연관관계</a:t>
            </a:r>
            <a:r>
              <a:rPr lang="en-US" altLang="ko-KR" dirty="0"/>
              <a:t>(association)</a:t>
            </a:r>
            <a:r>
              <a:rPr lang="ko-KR" altLang="en-US" dirty="0"/>
              <a:t> 매트릭스를 통해서 살펴볼 수 있음</a:t>
            </a:r>
          </a:p>
        </p:txBody>
      </p:sp>
      <p:sp>
        <p:nvSpPr>
          <p:cNvPr id="5" name="사각형: 둥근 모서리 76">
            <a:extLst>
              <a:ext uri="{FF2B5EF4-FFF2-40B4-BE49-F238E27FC236}">
                <a16:creationId xmlns:a16="http://schemas.microsoft.com/office/drawing/2014/main" xmlns="" id="{57B1AADE-64F6-497E-A30E-E4D700258759}"/>
              </a:ext>
            </a:extLst>
          </p:cNvPr>
          <p:cNvSpPr/>
          <p:nvPr/>
        </p:nvSpPr>
        <p:spPr>
          <a:xfrm>
            <a:off x="515937" y="2032474"/>
            <a:ext cx="5040437" cy="4673126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산점도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매트릭스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일부 범주형 변수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성별과 연령대 간 관련성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my$age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my$age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method = 'spearman')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my$age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method = 'spearman', use =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complete.obs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성별과 여행목적 간 관련성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my$object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my$object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method = 'spearman')</a:t>
            </a:r>
          </a:p>
        </p:txBody>
      </p:sp>
      <p:sp>
        <p:nvSpPr>
          <p:cNvPr id="15" name="사각형: 둥근 모서리 76">
            <a:extLst>
              <a:ext uri="{FF2B5EF4-FFF2-40B4-BE49-F238E27FC236}">
                <a16:creationId xmlns:a16="http://schemas.microsoft.com/office/drawing/2014/main" xmlns="" id="{575EC472-E3C2-4630-9A1D-97E781AD1E93}"/>
              </a:ext>
            </a:extLst>
          </p:cNvPr>
          <p:cNvSpPr/>
          <p:nvPr/>
        </p:nvSpPr>
        <p:spPr>
          <a:xfrm>
            <a:off x="5879975" y="2024063"/>
            <a:ext cx="5040437" cy="4673126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범주형 변수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여행목적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숙소유형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서브셋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추출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my[c('gender', 'age', 'object',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accom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여행목적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숙소유형 간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연관성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(association)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파악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method = 'spearman')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method = 'spearman',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use =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complete.obs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B3DB60B5-B963-497B-825F-1E5494A34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6" y="3933056"/>
            <a:ext cx="1660734" cy="166073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xmlns="" id="{A78D0523-558B-4A5B-BE61-7CADAE396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279" y="3933056"/>
            <a:ext cx="1643004" cy="166073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5DC452DE-82C2-477F-905C-ED34164CF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6" y="5686523"/>
            <a:ext cx="4533900" cy="5524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xmlns="" id="{79DCB5E4-45BF-4A8A-86D9-C3646CD9A3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6" y="6317592"/>
            <a:ext cx="3286125" cy="2952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48274338-6E81-4EED-BABB-F60B6E6700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4201" y="3453486"/>
            <a:ext cx="1518283" cy="152368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xmlns="" id="{BCD9E934-A4A7-4D01-8053-9D2D776E23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6080" y="2476684"/>
            <a:ext cx="2664296" cy="78877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0AC4C34B-959C-4F9C-8338-6BC9E7334C13}"/>
              </a:ext>
            </a:extLst>
          </p:cNvPr>
          <p:cNvGrpSpPr/>
          <p:nvPr/>
        </p:nvGrpSpPr>
        <p:grpSpPr>
          <a:xfrm>
            <a:off x="6816080" y="5068178"/>
            <a:ext cx="3278488" cy="1590237"/>
            <a:chOff x="6006271" y="4912010"/>
            <a:chExt cx="3600450" cy="1746405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xmlns="" id="{F659FDD8-E7D1-40FD-9BF1-4F56A4503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006271" y="5791640"/>
              <a:ext cx="2495550" cy="86677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xmlns="" id="{498813F8-0216-4774-B563-C69BC6213D9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006271" y="4912010"/>
              <a:ext cx="3600450" cy="85725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42402395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연속형 변수간 </a:t>
            </a:r>
            <a:r>
              <a:rPr lang="ko-KR" altLang="en-US" dirty="0" err="1"/>
              <a:t>산점도</a:t>
            </a:r>
            <a:r>
              <a:rPr lang="en-US" altLang="ko-KR" dirty="0"/>
              <a:t>·</a:t>
            </a:r>
            <a:r>
              <a:rPr lang="ko-KR" altLang="en-US" dirty="0"/>
              <a:t>상관관계 매트릭스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일부 연속형 </a:t>
            </a:r>
            <a:r>
              <a:rPr lang="ko-KR" altLang="en-US" dirty="0" err="1"/>
              <a:t>변수컬럼</a:t>
            </a:r>
            <a:r>
              <a:rPr lang="ko-KR" altLang="en-US" dirty="0"/>
              <a:t> 간의 상호관련성을 </a:t>
            </a:r>
            <a:r>
              <a:rPr lang="ko-KR" altLang="en-US" dirty="0" err="1"/>
              <a:t>산점도와</a:t>
            </a:r>
            <a:r>
              <a:rPr lang="ko-KR" altLang="en-US" dirty="0"/>
              <a:t> 상관관계</a:t>
            </a:r>
            <a:r>
              <a:rPr lang="en-US" altLang="ko-KR" dirty="0"/>
              <a:t>(correlation)</a:t>
            </a:r>
            <a:r>
              <a:rPr lang="ko-KR" altLang="en-US" dirty="0"/>
              <a:t> 매트릭스를 통해서 살펴볼 수 있음</a:t>
            </a:r>
          </a:p>
        </p:txBody>
      </p:sp>
      <p:sp>
        <p:nvSpPr>
          <p:cNvPr id="5" name="사각형: 둥근 모서리 76">
            <a:extLst>
              <a:ext uri="{FF2B5EF4-FFF2-40B4-BE49-F238E27FC236}">
                <a16:creationId xmlns:a16="http://schemas.microsoft.com/office/drawing/2014/main" xmlns="" id="{57B1AADE-64F6-497E-A30E-E4D700258759}"/>
              </a:ext>
            </a:extLst>
          </p:cNvPr>
          <p:cNvSpPr/>
          <p:nvPr/>
        </p:nvSpPr>
        <p:spPr>
          <a:xfrm>
            <a:off x="515937" y="2033254"/>
            <a:ext cx="5040437" cy="4672345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산점도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매트릭스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일부 연속형 변수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방문후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이미지와 재방문의지 간 관련성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my$af_img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my$revisit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my$af_img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my$revisit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method =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pearson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방문후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이미지와 추천의지 간 관련성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my$af_img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my$af_img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method =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pearson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20D4B751-4EDF-4CEF-A107-C3B94D3A4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04" y="4113076"/>
            <a:ext cx="2079293" cy="187950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0A70E3D1-F4FF-4E40-829E-10A62DE88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8925" y="4113076"/>
            <a:ext cx="2086692" cy="185730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CDA6DDF2-307D-441B-B19A-91AE6B298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04" y="6057594"/>
            <a:ext cx="3238500" cy="5905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5" name="사각형: 둥근 모서리 76">
            <a:extLst>
              <a:ext uri="{FF2B5EF4-FFF2-40B4-BE49-F238E27FC236}">
                <a16:creationId xmlns:a16="http://schemas.microsoft.com/office/drawing/2014/main" xmlns="" id="{575EC472-E3C2-4630-9A1D-97E781AD1E93}"/>
              </a:ext>
            </a:extLst>
          </p:cNvPr>
          <p:cNvSpPr/>
          <p:nvPr/>
        </p:nvSpPr>
        <p:spPr>
          <a:xfrm>
            <a:off x="5879975" y="2024843"/>
            <a:ext cx="5040437" cy="4672345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 변수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서브셋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추출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방문후이미지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재방문의지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추천의지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서브셋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추출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my[c('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af_img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'revisit',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방문후이미지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재방문의지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추천의지 간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상관성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(correlation)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method =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pearson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4EF44821-3CBC-40E0-A4F4-A8CD92F7EE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7092" y="3673729"/>
            <a:ext cx="2562225" cy="218365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E5AF8554-8EED-4818-8FEC-F5C640F0D9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4192" y="2670383"/>
            <a:ext cx="2905125" cy="7143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8118A17D-6BE1-4F37-9983-AC13E638DA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7092" y="5913356"/>
            <a:ext cx="2562225" cy="7143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148550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범주형</a:t>
            </a:r>
            <a:r>
              <a:rPr lang="en-US" altLang="ko-KR" dirty="0"/>
              <a:t>·</a:t>
            </a:r>
            <a:r>
              <a:rPr lang="ko-KR" altLang="en-US" dirty="0"/>
              <a:t>연속형 변수간 </a:t>
            </a:r>
            <a:r>
              <a:rPr lang="ko-KR" altLang="en-US" dirty="0" err="1"/>
              <a:t>산점도</a:t>
            </a:r>
            <a:r>
              <a:rPr lang="en-US" altLang="ko-KR" dirty="0"/>
              <a:t>·</a:t>
            </a:r>
            <a:r>
              <a:rPr lang="ko-KR" altLang="en-US" dirty="0"/>
              <a:t>관련성 매트릭스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일부 범주형과 연속형 </a:t>
            </a:r>
            <a:r>
              <a:rPr lang="ko-KR" altLang="en-US" dirty="0" err="1"/>
              <a:t>변수간의</a:t>
            </a:r>
            <a:r>
              <a:rPr lang="ko-KR" altLang="en-US" dirty="0"/>
              <a:t> 상호관련성을 </a:t>
            </a:r>
            <a:r>
              <a:rPr lang="ko-KR" altLang="en-US" dirty="0" err="1"/>
              <a:t>산점도와</a:t>
            </a:r>
            <a:r>
              <a:rPr lang="ko-KR" altLang="en-US" dirty="0"/>
              <a:t> 매트릭스를 통해서 살펴볼 수 있음</a:t>
            </a:r>
          </a:p>
        </p:txBody>
      </p:sp>
      <p:sp>
        <p:nvSpPr>
          <p:cNvPr id="5" name="사각형: 둥근 모서리 76">
            <a:extLst>
              <a:ext uri="{FF2B5EF4-FFF2-40B4-BE49-F238E27FC236}">
                <a16:creationId xmlns:a16="http://schemas.microsoft.com/office/drawing/2014/main" xmlns="" id="{57B1AADE-64F6-497E-A30E-E4D700258759}"/>
              </a:ext>
            </a:extLst>
          </p:cNvPr>
          <p:cNvSpPr/>
          <p:nvPr/>
        </p:nvSpPr>
        <p:spPr>
          <a:xfrm>
            <a:off x="515937" y="2033254"/>
            <a:ext cx="5040437" cy="4672345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동반자유형과 동반자수 간 관련성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my$member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my$number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my$member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my$number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method = 'spearman')</a:t>
            </a:r>
          </a:p>
        </p:txBody>
      </p:sp>
      <p:sp>
        <p:nvSpPr>
          <p:cNvPr id="15" name="사각형: 둥근 모서리 76">
            <a:extLst>
              <a:ext uri="{FF2B5EF4-FFF2-40B4-BE49-F238E27FC236}">
                <a16:creationId xmlns:a16="http://schemas.microsoft.com/office/drawing/2014/main" xmlns="" id="{575EC472-E3C2-4630-9A1D-97E781AD1E93}"/>
              </a:ext>
            </a:extLst>
          </p:cNvPr>
          <p:cNvSpPr/>
          <p:nvPr/>
        </p:nvSpPr>
        <p:spPr>
          <a:xfrm>
            <a:off x="5879975" y="2024843"/>
            <a:ext cx="5040437" cy="4672345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여행목적과 체류기간 간 관련성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my$object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my$period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my$object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my$period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method = 'spearman')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D76F6C0D-AE7E-4DFF-8ED8-AECB4B717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151" y="2816932"/>
            <a:ext cx="4338008" cy="22730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5B5BA76A-43B2-4D78-85D1-C383DB3D2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042" y="2816932"/>
            <a:ext cx="4338008" cy="22730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12B27B75-66DE-41A2-A3A9-6E0E90C6790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6561"/>
          <a:stretch/>
        </p:blipFill>
        <p:spPr>
          <a:xfrm>
            <a:off x="867151" y="5299403"/>
            <a:ext cx="3267075" cy="28983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2B4139A5-5668-408D-8C0D-9B0DDA6FC91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6817"/>
          <a:stretch/>
        </p:blipFill>
        <p:spPr>
          <a:xfrm>
            <a:off x="6222042" y="5299403"/>
            <a:ext cx="3267075" cy="28762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341060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산점도</a:t>
            </a:r>
            <a:r>
              <a:rPr lang="ko-KR" altLang="en-US" dirty="0"/>
              <a:t> 매트릭스 패키지이용</a:t>
            </a:r>
            <a:r>
              <a:rPr lang="en-US" altLang="ko-KR" dirty="0"/>
              <a:t>(1/4)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개별변수의 분포모양을 히스토그램</a:t>
            </a:r>
            <a:r>
              <a:rPr lang="en-US" altLang="ko-KR" dirty="0"/>
              <a:t>(histogram)</a:t>
            </a:r>
            <a:r>
              <a:rPr lang="ko-KR" altLang="en-US" dirty="0"/>
              <a:t>과 밀도곡선</a:t>
            </a:r>
            <a:r>
              <a:rPr lang="en-US" altLang="ko-KR" dirty="0"/>
              <a:t>(density plot)</a:t>
            </a:r>
            <a:r>
              <a:rPr lang="ko-KR" altLang="en-US" dirty="0"/>
              <a:t>으로 표시하며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각 변수간 관련성을 수치와 다원형 분포모양과 빨간색 추세선으로 나타냄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3216DDF-9FC0-420F-A33D-EDFE744C3698}"/>
              </a:ext>
            </a:extLst>
          </p:cNvPr>
          <p:cNvSpPr/>
          <p:nvPr/>
        </p:nvSpPr>
        <p:spPr>
          <a:xfrm>
            <a:off x="515937" y="2177035"/>
            <a:ext cx="5400043" cy="4528565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산점도매트릭스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패키지 동시설치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(c('psych',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PerformanceAnalytics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psych::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pairs.panels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library(psych)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pairs.panels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method = "spearman",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hist.col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"green",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density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ellipses = TRUE)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pairs.panels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method = 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pearson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hist.col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"green",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density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ellipses = TRUE)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3B5B80B8-9C6A-491F-850B-00F4BD0EF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261" y="3094248"/>
            <a:ext cx="4000500" cy="34671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6EB11CB4-46E6-4BF6-8B98-59B54073D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140" y="3105509"/>
            <a:ext cx="4010025" cy="34480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341912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산점도</a:t>
            </a:r>
            <a:r>
              <a:rPr lang="ko-KR" altLang="en-US" dirty="0"/>
              <a:t> 매트릭스 패키지이용</a:t>
            </a:r>
            <a:r>
              <a:rPr lang="en-US" altLang="ko-KR" dirty="0"/>
              <a:t>(2/4)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개별변수의 분포모양을 히스토그램</a:t>
            </a:r>
            <a:r>
              <a:rPr lang="en-US" altLang="ko-KR" dirty="0"/>
              <a:t>(histogram)</a:t>
            </a:r>
            <a:r>
              <a:rPr lang="ko-KR" altLang="en-US" dirty="0"/>
              <a:t>과 밀도곡선</a:t>
            </a:r>
            <a:r>
              <a:rPr lang="en-US" altLang="ko-KR" dirty="0"/>
              <a:t>(density plot)</a:t>
            </a:r>
            <a:r>
              <a:rPr lang="ko-KR" altLang="en-US" dirty="0"/>
              <a:t>으로 표시하며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각 변수간 관련성을 수치와 별표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산점도와</a:t>
            </a:r>
            <a:r>
              <a:rPr lang="ko-KR" altLang="en-US" dirty="0"/>
              <a:t> 빨간색 추세선으로 나타냄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3216DDF-9FC0-420F-A33D-EDFE744C3698}"/>
              </a:ext>
            </a:extLst>
          </p:cNvPr>
          <p:cNvSpPr/>
          <p:nvPr/>
        </p:nvSpPr>
        <p:spPr>
          <a:xfrm>
            <a:off x="515937" y="2177035"/>
            <a:ext cx="5400043" cy="4528565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PerformanceAnalytics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chart.Correlation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PerformanceAnalytics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chart.Correlation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histogram = T)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chart.Correlation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histogram = T)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922495A3-5017-4480-A125-92AE89FED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148" y="3269155"/>
            <a:ext cx="3930806" cy="338461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F9D87F07-2314-4152-8163-6DE099A8E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155" y="3269155"/>
            <a:ext cx="3868128" cy="338461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408254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산점도</a:t>
            </a:r>
            <a:r>
              <a:rPr lang="ko-KR" altLang="en-US" dirty="0"/>
              <a:t> 매트릭스 패키지이용</a:t>
            </a:r>
            <a:r>
              <a:rPr lang="en-US" altLang="ko-KR" dirty="0"/>
              <a:t>(3/4)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/>
              <a:t>결측치</a:t>
            </a:r>
            <a:r>
              <a:rPr lang="en-US" altLang="ko-KR" dirty="0"/>
              <a:t>(NA)</a:t>
            </a:r>
            <a:r>
              <a:rPr lang="ko-KR" altLang="en-US" dirty="0"/>
              <a:t> 포함유무에 따라 물음표</a:t>
            </a:r>
            <a:r>
              <a:rPr lang="en-US" altLang="ko-KR" dirty="0"/>
              <a:t>(?) </a:t>
            </a:r>
            <a:r>
              <a:rPr lang="ko-KR" altLang="en-US" dirty="0"/>
              <a:t>기호가 나타나고 관계정도를 </a:t>
            </a:r>
            <a:r>
              <a:rPr lang="ko-KR" altLang="en-US" dirty="0" err="1"/>
              <a:t>색상스펙트럼과</a:t>
            </a:r>
            <a:r>
              <a:rPr lang="ko-KR" altLang="en-US" dirty="0"/>
              <a:t> 수치로 나타내며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파이차트와 부채꼴 모양</a:t>
            </a:r>
            <a:r>
              <a:rPr lang="en-US" altLang="ko-KR" dirty="0"/>
              <a:t>, </a:t>
            </a:r>
            <a:r>
              <a:rPr lang="ko-KR" altLang="en-US" dirty="0"/>
              <a:t>수치형 혼합 등 다양한 형태의 </a:t>
            </a:r>
            <a:r>
              <a:rPr lang="ko-KR" altLang="en-US" dirty="0" err="1"/>
              <a:t>산점도</a:t>
            </a:r>
            <a:r>
              <a:rPr lang="ko-KR" altLang="en-US" dirty="0"/>
              <a:t> 매트릭스를 구현해줌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3216DDF-9FC0-420F-A33D-EDFE744C3698}"/>
              </a:ext>
            </a:extLst>
          </p:cNvPr>
          <p:cNvSpPr/>
          <p:nvPr/>
        </p:nvSpPr>
        <p:spPr>
          <a:xfrm>
            <a:off x="515937" y="2177035"/>
            <a:ext cx="5400043" cy="4528565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corrplot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corrplot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포함 데이터관찰치 제외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ctg_pure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na.omit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cnt_pure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na.omit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my_pure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na.omit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범주형 변수간 연관관계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corrplot.mixed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ctg_pure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method = 'pie')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corrplot.mixed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ctg_pure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7C6CF02F-C02C-4B4B-B3E4-2C18132BBAA0}"/>
              </a:ext>
            </a:extLst>
          </p:cNvPr>
          <p:cNvGrpSpPr/>
          <p:nvPr/>
        </p:nvGrpSpPr>
        <p:grpSpPr>
          <a:xfrm>
            <a:off x="4727848" y="2280686"/>
            <a:ext cx="4820850" cy="4337737"/>
            <a:chOff x="4727848" y="2408126"/>
            <a:chExt cx="4536504" cy="408188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xmlns="" id="{F6F72C63-06DA-4D4E-93B3-895738C64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27848" y="2408126"/>
              <a:ext cx="2193484" cy="1991009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xmlns="" id="{C72836D0-B081-4037-94DC-7D5E513DC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35110" y="4482130"/>
              <a:ext cx="2182236" cy="2007882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xmlns="" id="{884B07B3-D919-40D4-8549-83545BFD5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70868" y="4482130"/>
              <a:ext cx="2193484" cy="2007882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xmlns="" id="{9F8709FD-35AD-47FD-A929-ADE54D1DE9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70868" y="2408126"/>
              <a:ext cx="2193484" cy="1991009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42799434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산점도</a:t>
            </a:r>
            <a:r>
              <a:rPr lang="ko-KR" altLang="en-US" dirty="0"/>
              <a:t> 매트릭스 패키지이용</a:t>
            </a:r>
            <a:r>
              <a:rPr lang="en-US" altLang="ko-KR" dirty="0"/>
              <a:t>(4/4)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/>
              <a:t>결측치</a:t>
            </a:r>
            <a:r>
              <a:rPr lang="en-US" altLang="ko-KR" dirty="0"/>
              <a:t>(NA)</a:t>
            </a:r>
            <a:r>
              <a:rPr lang="ko-KR" altLang="en-US" dirty="0"/>
              <a:t> 포함유무에 따라 물음표</a:t>
            </a:r>
            <a:r>
              <a:rPr lang="en-US" altLang="ko-KR" dirty="0"/>
              <a:t>(?) </a:t>
            </a:r>
            <a:r>
              <a:rPr lang="ko-KR" altLang="en-US" dirty="0"/>
              <a:t>기호가 나타나고 관계정도를 </a:t>
            </a:r>
            <a:r>
              <a:rPr lang="ko-KR" altLang="en-US" dirty="0" err="1"/>
              <a:t>색상스펙트럼과</a:t>
            </a:r>
            <a:r>
              <a:rPr lang="ko-KR" altLang="en-US" dirty="0"/>
              <a:t> 수치로 나타내며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파이차트와 부채꼴 모양</a:t>
            </a:r>
            <a:r>
              <a:rPr lang="en-US" altLang="ko-KR" dirty="0"/>
              <a:t>, </a:t>
            </a:r>
            <a:r>
              <a:rPr lang="ko-KR" altLang="en-US" dirty="0"/>
              <a:t>수치형 혼합 등 다양한 형태의 </a:t>
            </a:r>
            <a:r>
              <a:rPr lang="ko-KR" altLang="en-US" dirty="0" err="1"/>
              <a:t>산점도</a:t>
            </a:r>
            <a:r>
              <a:rPr lang="ko-KR" altLang="en-US" dirty="0"/>
              <a:t> 매트릭스를 구현해줌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3216DDF-9FC0-420F-A33D-EDFE744C3698}"/>
              </a:ext>
            </a:extLst>
          </p:cNvPr>
          <p:cNvSpPr/>
          <p:nvPr/>
        </p:nvSpPr>
        <p:spPr>
          <a:xfrm>
            <a:off x="515937" y="2177035"/>
            <a:ext cx="5400043" cy="4528565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 변수간 상관관계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corrplot.mixed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cnt_pure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method = 'pie')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corrplot.mixed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cnt_pure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전체 변수간 관련성 매트릭스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corrplot.mixed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my_pure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145F23FC-A3E4-475E-BBEC-CCFF04ABDFED}"/>
              </a:ext>
            </a:extLst>
          </p:cNvPr>
          <p:cNvGrpSpPr/>
          <p:nvPr/>
        </p:nvGrpSpPr>
        <p:grpSpPr>
          <a:xfrm>
            <a:off x="4735366" y="2278534"/>
            <a:ext cx="4816622" cy="4260880"/>
            <a:chOff x="4735423" y="2280816"/>
            <a:chExt cx="5115356" cy="452514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xmlns="" id="{615A853D-8DB2-4891-A149-28547E4EC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35423" y="2280816"/>
              <a:ext cx="2361114" cy="2184521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xmlns="" id="{69BDAAF2-5E48-4206-B8DB-AE6E48BA5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65396" y="2280816"/>
              <a:ext cx="2485383" cy="2192759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xmlns="" id="{D7E4EB5E-AC4D-41CA-9CC5-77D207ED6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35423" y="4569118"/>
              <a:ext cx="2380735" cy="2236844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xmlns="" id="{B4F83B21-B88A-4405-8CC7-A07E0E4EA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65396" y="4569118"/>
              <a:ext cx="2485383" cy="2236844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156880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JotAG__lEiMhU5YYfSLM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OrZDPqEzk6h_KhQG5Am5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OrZDPqEzk6h_KhQG5Am5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OrZDPqEzk6h_KhQG5Am5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OrZDPqEzk6h_KhQG5Am5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OrZDPqEzk6h_KhQG5Am5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OrZDPqEzk6h_KhQG5Am5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OrZDPqEzk6h_KhQG5Am5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OrZDPqEzk6h_KhQG5Am5A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13534</TotalTime>
  <Words>3045</Words>
  <Application>Microsoft Office PowerPoint</Application>
  <PresentationFormat>와이드스크린</PresentationFormat>
  <Paragraphs>633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5" baseType="lpstr">
      <vt:lpstr>Monotype Sorts</vt:lpstr>
      <vt:lpstr>맑은 고딕</vt:lpstr>
      <vt:lpstr>Impact</vt:lpstr>
      <vt:lpstr>스웨거 TTF</vt:lpstr>
      <vt:lpstr>나눔바른고딕</vt:lpstr>
      <vt:lpstr>Arial</vt:lpstr>
      <vt:lpstr>나눔스퀘어 Bold</vt:lpstr>
      <vt:lpstr>Webdings</vt:lpstr>
      <vt:lpstr>나눔고딕</vt:lpstr>
      <vt:lpstr>휴먼모음T</vt:lpstr>
      <vt:lpstr>D2Coding</vt:lpstr>
      <vt:lpstr>Wingdings</vt:lpstr>
      <vt:lpstr>Office 테마</vt:lpstr>
      <vt:lpstr>PowerPoint 프레젠테이션</vt:lpstr>
      <vt:lpstr>PowerPoint 프레젠테이션</vt:lpstr>
      <vt:lpstr>PowerPoint 프레젠테이션</vt:lpstr>
      <vt:lpstr>분석 모델링</vt:lpstr>
      <vt:lpstr>데이터 측정방법</vt:lpstr>
      <vt:lpstr>탐색적 데이터분석</vt:lpstr>
      <vt:lpstr>데이터 특성에 따른 기술통계분석 선택하기</vt:lpstr>
      <vt:lpstr>분석대상자료 주제선정</vt:lpstr>
      <vt:lpstr>데이터셋 준비와 분석방향</vt:lpstr>
      <vt:lpstr>외래관광객 실태조사 분석모델 설정</vt:lpstr>
      <vt:lpstr>외래관광객 실태조사 코딩북</vt:lpstr>
      <vt:lpstr>PowerPoint 프레젠테이션</vt:lpstr>
      <vt:lpstr>데이터셋 로딩</vt:lpstr>
      <vt:lpstr>데이터셋 간단탐색</vt:lpstr>
      <vt:lpstr>데이터프레임 객체 전체내용 조회</vt:lpstr>
      <vt:lpstr>티블과 데이터테이블 객체 전체내용 조회</vt:lpstr>
      <vt:lpstr>데이터셋 기본구조 파악</vt:lpstr>
      <vt:lpstr>데이터셋 내부구조 파악</vt:lpstr>
      <vt:lpstr>데이터셋 기본요약</vt:lpstr>
      <vt:lpstr>기술통계분석 패키지(1/3)</vt:lpstr>
      <vt:lpstr>기술통계분석 패키지(2/3)</vt:lpstr>
      <vt:lpstr>기술통계분석 패키지(3/3)</vt:lpstr>
      <vt:lpstr>PowerPoint 프레젠테이션</vt:lpstr>
      <vt:lpstr>전체변수간 산점도 매트릭스</vt:lpstr>
      <vt:lpstr>전체변수간 상관관계 매트릭스</vt:lpstr>
      <vt:lpstr>범주형 변수간 산점도·연관관계 매트릭스</vt:lpstr>
      <vt:lpstr>연속형 변수간 산점도·상관관계 매트릭스</vt:lpstr>
      <vt:lpstr>범주형·연속형 변수간 산점도·관련성 매트릭스</vt:lpstr>
      <vt:lpstr>산점도 매트릭스 패키지이용(1/4)</vt:lpstr>
      <vt:lpstr>산점도 매트릭스 패키지이용(2/4)</vt:lpstr>
      <vt:lpstr>산점도 매트릭스 패키지이용(3/4)</vt:lpstr>
      <vt:lpstr>산점도 매트릭스 패키지이용(4/4)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606</cp:revision>
  <dcterms:created xsi:type="dcterms:W3CDTF">2019-01-19T08:23:23Z</dcterms:created>
  <dcterms:modified xsi:type="dcterms:W3CDTF">2020-01-09T00:14:21Z</dcterms:modified>
</cp:coreProperties>
</file>