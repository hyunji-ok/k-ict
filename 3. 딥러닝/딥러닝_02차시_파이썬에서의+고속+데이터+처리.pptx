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11"/>
  </p:notesMasterIdLst>
  <p:handoutMasterIdLst>
    <p:handoutMasterId r:id="rId12"/>
  </p:handoutMasterIdLst>
  <p:sldIdLst>
    <p:sldId id="314" r:id="rId2"/>
    <p:sldId id="261" r:id="rId3"/>
    <p:sldId id="354" r:id="rId4"/>
    <p:sldId id="355" r:id="rId5"/>
    <p:sldId id="356" r:id="rId6"/>
    <p:sldId id="357" r:id="rId7"/>
    <p:sldId id="398" r:id="rId8"/>
    <p:sldId id="399" r:id="rId9"/>
    <p:sldId id="400" r:id="rId10"/>
  </p:sldIdLst>
  <p:sldSz cx="12192000" cy="6858000"/>
  <p:notesSz cx="6858000" cy="9144000"/>
  <p:embeddedFontLst>
    <p:embeddedFont>
      <p:font typeface="나눔바른고딕" panose="020B0603020101020101" pitchFamily="50" charset="-127"/>
      <p:regular r:id="rId13"/>
      <p:bold r:id="rId14"/>
    </p:embeddedFont>
    <p:embeddedFont>
      <p:font typeface="Cambria Math" panose="02040503050406030204" pitchFamily="18" charset="0"/>
      <p:regular r:id="rId15"/>
    </p:embeddedFont>
    <p:embeddedFont>
      <p:font typeface="Impact" panose="020B0806030902050204" pitchFamily="34" charset="0"/>
      <p:regular r:id="rId16"/>
    </p:embeddedFont>
    <p:embeddedFont>
      <p:font typeface="나눔스퀘어 Bold" panose="020B0600000101010101" pitchFamily="50" charset="-127"/>
      <p:bold r:id="rId17"/>
    </p:embeddedFont>
    <p:embeddedFont>
      <p:font typeface="휴먼모음T" panose="02030504000101010101" pitchFamily="18" charset="-127"/>
      <p:regular r:id="rId18"/>
    </p:embeddedFont>
    <p:embeddedFont>
      <p:font typeface="스웨거 TTF" panose="020B0600000101010101" pitchFamily="50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53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3887" y="2852777"/>
            <a:ext cx="99005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2. Python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에서의 고속 데이터 처리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Python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수치 연산의 문제점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모듈 특성 파악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4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행렬과 벡터 개념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906001" y="3736085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5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906001" y="4856635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8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활용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906001" y="4856635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9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수치 계산을 위한 </a:t>
            </a:r>
            <a:r>
              <a:rPr lang="en-US" altLang="ko-KR" dirty="0" smtClean="0"/>
              <a:t>python </a:t>
            </a:r>
            <a:r>
              <a:rPr lang="ko-KR" altLang="en-US" dirty="0" smtClean="0"/>
              <a:t>문제점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4640910"/>
            <a:ext cx="91498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행렬 및 벡터 연산을 직접 지원하지 않음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다차원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데이터를 효과적으로 연산할 수 없음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대용량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고속 수치 계산을 위한 라이브러리가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요구됨</a:t>
            </a:r>
            <a:endParaRPr lang="ko-KR" altLang="en-US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6625" t="32462" r="63250" b="36615"/>
          <a:stretch/>
        </p:blipFill>
        <p:spPr>
          <a:xfrm>
            <a:off x="2225039" y="1663223"/>
            <a:ext cx="3341315" cy="278097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130027" y="3150704"/>
            <a:ext cx="2805251" cy="36276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처리 속도가 매우 느림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en-US" altLang="ko-KR" dirty="0" smtClean="0"/>
              <a:t> </a:t>
            </a:r>
            <a:r>
              <a:rPr lang="ko-KR" altLang="en-US" dirty="0" smtClean="0"/>
              <a:t>라이브러리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0910"/>
            <a:ext cx="91498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다차원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고속 배열 지원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다차원 배열에 대한 직접 연산 지원 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다양한 선형 대수 함수 지원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행렬 변환 함수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지원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신뢰성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있고 검증된 수치 연산 함수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라이브러리</a:t>
            </a:r>
            <a:endParaRPr lang="ko-KR" altLang="en-US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다차원 벡터 및 행렬 지원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882778" y="2204759"/>
            <a:ext cx="692010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V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([2,3,4])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([1,2],[3,4],[5,6]])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([[1,2,3]])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 =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([[1],[2],[3]])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 =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([[1,2,3],[4,5,6]]).reshape(3,2)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 =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([[1,2,3],[4,5,6]]).T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CC0099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576004" y="2325376"/>
            <a:ext cx="266989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원소로 이루어진 벡터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946226" y="2995936"/>
            <a:ext cx="123273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3x2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42266" y="3727456"/>
            <a:ext cx="123273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행벡터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06146" y="4458976"/>
            <a:ext cx="123273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열벡터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708775" y="5175256"/>
            <a:ext cx="272540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2x3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행렬을 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3x2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행렬로 변환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022264" y="5885823"/>
            <a:ext cx="1162706" cy="3924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전치행렬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다차원 벡터 및 행렬 지원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882778" y="2494760"/>
            <a:ext cx="69201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([[1,2,3],[4,5,6],[7,8,9]])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&gt; a[1,1]	#5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&gt; a[0]		# 1,2,3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&gt; a[:, 1]	# 2,5,8</a:t>
            </a: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&gt; a[1, 1:3]	# 5,6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CC0099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444500" y="1624758"/>
            <a:ext cx="11371056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인덱싱과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슬라이싱을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통해 데이터의 특정 위치 원소 접근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778407" y="4045460"/>
            <a:ext cx="1158930" cy="3764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첫번째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행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778407" y="4799989"/>
            <a:ext cx="1158930" cy="3764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두번째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열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88830" y="5472027"/>
            <a:ext cx="2157284" cy="3764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두번째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행의 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~4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828097" y="3332177"/>
            <a:ext cx="1608190" cy="3764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</a:t>
            </a:r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번째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행의 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직접 연산 지원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882778" y="1853406"/>
            <a:ext cx="69201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([1,3,5,7,9])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 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=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([3,5,6,7,9])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 = a + b</a:t>
            </a:r>
          </a:p>
          <a:p>
            <a:pPr marL="14288">
              <a:buSzPct val="80000"/>
            </a:pP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([1,2,3,3,2,5]).reshape(2,3)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([[-1,-1,-1],[0,0,0]])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 = a + b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CC0099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882778" y="5723582"/>
            <a:ext cx="1015419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8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연산 시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두 행렬의 데이터 타입은 큰 쪽으로 맞춰지고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두 행렬의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크기가 다른 경우 오류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발생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293417" y="2979447"/>
            <a:ext cx="3458112" cy="3823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연산자를 사용한 두 벡터의 합 계산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93417" y="4980937"/>
            <a:ext cx="3458112" cy="3823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크기가 같은 행렬에 대한 사칙연산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대수 함수 지원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882778" y="1853406"/>
            <a:ext cx="93841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([1,2],[4,5],[6,7]])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 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=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([[1,2],[4,5]])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print(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np.matmul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x,y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))</a:t>
            </a:r>
          </a:p>
          <a:p>
            <a:pPr marL="14288">
              <a:buSzPct val="80000"/>
            </a:pP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([[2,2,0],[-2,1,1],[3,0,1]])</a:t>
            </a:r>
          </a:p>
          <a:p>
            <a:pPr marL="14288">
              <a:buSzPct val="80000"/>
            </a:pP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Inv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lin.inv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(a)</a:t>
            </a:r>
          </a:p>
          <a:p>
            <a:pPr marL="14288">
              <a:buSzPct val="80000"/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np.array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([[1,2],[2,4],[3,6.4]])</a:t>
            </a:r>
          </a:p>
          <a:p>
            <a:pPr marL="14288">
              <a:buSzPct val="80000"/>
            </a:pP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Pinv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=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np.matmul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np.linalg.inv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np.matmul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(A.T, A)), A.T)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CC0099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07648" y="2957852"/>
            <a:ext cx="2807760" cy="3934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Matmul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 행렬 간 곱셈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624748" y="5918444"/>
            <a:ext cx="2446618" cy="3934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의사역행렬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계산 코드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88461" y="4401642"/>
            <a:ext cx="2560660" cy="3934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Lin.inv</a:t>
            </a:r>
            <a:r>
              <a:rPr lang="en-US" altLang="ko-KR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</a:t>
            </a:r>
            <a:r>
              <a:rPr lang="ko-KR" altLang="en-US" sz="16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역행렬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계산</a:t>
            </a:r>
            <a:endParaRPr lang="ko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22795" y="5925463"/>
                <a:ext cx="22899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28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8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+</m:t>
                          </m:r>
                        </m:sup>
                      </m:sSup>
                      <m:r>
                        <a:rPr lang="en-US" altLang="ko-KR" sz="28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rgbClr val="173F95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i="1" spc="-30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rgbClr val="173F95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800" i="1" spc="-30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rgbClr val="173F95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800" b="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rgbClr val="173F95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ko-KR" sz="2800" b="0" i="1" spc="-300" smtClean="0">
                                      <a:ln w="25400" cap="flat">
                                        <a:noFill/>
                                        <a:miter lim="800000"/>
                                      </a:ln>
                                      <a:solidFill>
                                        <a:srgbClr val="173F95"/>
                                      </a:solidFill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8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rgbClr val="173F95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altLang="ko-KR" sz="28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</m:t>
                          </m:r>
                          <m:r>
                            <a:rPr lang="en-US" altLang="ko-KR" sz="28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ko-KR" sz="2800" i="1" spc="-30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2800" b="0" i="1" spc="-30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8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rgbClr val="173F95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2800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휴먼모음T" panose="02030504000101010101" pitchFamily="18" charset="-127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795" y="5925463"/>
                <a:ext cx="2289986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3675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내용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0910"/>
            <a:ext cx="914983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배열 생성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저장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로딩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기본 사칙연산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행렬 연산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브로드캐스팅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연산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실제 데이터를 이용한 학습과 예측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공부시간 대비 수학 점수 예측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주가지수 예측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24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2508</TotalTime>
  <Words>393</Words>
  <Application>Microsoft Office PowerPoint</Application>
  <PresentationFormat>와이드스크린</PresentationFormat>
  <Paragraphs>92</Paragraphs>
  <Slides>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나눔바른고딕</vt:lpstr>
      <vt:lpstr>Cambria Math</vt:lpstr>
      <vt:lpstr>Impact</vt:lpstr>
      <vt:lpstr>나눔스퀘어 Bold</vt:lpstr>
      <vt:lpstr>휴먼모음T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수치 계산을 위한 python 문제점</vt:lpstr>
      <vt:lpstr>NumPy 라이브러리</vt:lpstr>
      <vt:lpstr>다차원 벡터 및 행렬 지원</vt:lpstr>
      <vt:lpstr>다차원 벡터 및 행렬 지원</vt:lpstr>
      <vt:lpstr>직접 연산 지원</vt:lpstr>
      <vt:lpstr>선형 대수 함수 지원</vt:lpstr>
      <vt:lpstr>실습 내용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591</cp:revision>
  <dcterms:created xsi:type="dcterms:W3CDTF">2019-01-19T08:23:23Z</dcterms:created>
  <dcterms:modified xsi:type="dcterms:W3CDTF">2020-03-10T06:47:20Z</dcterms:modified>
</cp:coreProperties>
</file>